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Lst>
  <p:notesMasterIdLst>
    <p:notesMasterId r:id="rId60"/>
  </p:notesMasterIdLst>
  <p:sldIdLst>
    <p:sldId id="256" r:id="rId2"/>
    <p:sldId id="258" r:id="rId3"/>
    <p:sldId id="259" r:id="rId4"/>
    <p:sldId id="264" r:id="rId5"/>
    <p:sldId id="307" r:id="rId6"/>
    <p:sldId id="308" r:id="rId7"/>
    <p:sldId id="310" r:id="rId8"/>
    <p:sldId id="260" r:id="rId9"/>
    <p:sldId id="312" r:id="rId10"/>
    <p:sldId id="313" r:id="rId11"/>
    <p:sldId id="314" r:id="rId12"/>
    <p:sldId id="315" r:id="rId13"/>
    <p:sldId id="269" r:id="rId14"/>
    <p:sldId id="320" r:id="rId15"/>
    <p:sldId id="325" r:id="rId16"/>
    <p:sldId id="319" r:id="rId17"/>
    <p:sldId id="328" r:id="rId18"/>
    <p:sldId id="329" r:id="rId19"/>
    <p:sldId id="331" r:id="rId20"/>
    <p:sldId id="330" r:id="rId21"/>
    <p:sldId id="332" r:id="rId22"/>
    <p:sldId id="333" r:id="rId23"/>
    <p:sldId id="334" r:id="rId24"/>
    <p:sldId id="336" r:id="rId25"/>
    <p:sldId id="335" r:id="rId26"/>
    <p:sldId id="338" r:id="rId27"/>
    <p:sldId id="339" r:id="rId28"/>
    <p:sldId id="340" r:id="rId29"/>
    <p:sldId id="342" r:id="rId30"/>
    <p:sldId id="343" r:id="rId31"/>
    <p:sldId id="344" r:id="rId32"/>
    <p:sldId id="346" r:id="rId33"/>
    <p:sldId id="345" r:id="rId34"/>
    <p:sldId id="347" r:id="rId35"/>
    <p:sldId id="348" r:id="rId36"/>
    <p:sldId id="349" r:id="rId37"/>
    <p:sldId id="350" r:id="rId38"/>
    <p:sldId id="351" r:id="rId39"/>
    <p:sldId id="352" r:id="rId40"/>
    <p:sldId id="353" r:id="rId41"/>
    <p:sldId id="355" r:id="rId42"/>
    <p:sldId id="354" r:id="rId43"/>
    <p:sldId id="356" r:id="rId44"/>
    <p:sldId id="357" r:id="rId45"/>
    <p:sldId id="358" r:id="rId46"/>
    <p:sldId id="361" r:id="rId47"/>
    <p:sldId id="359" r:id="rId48"/>
    <p:sldId id="281" r:id="rId49"/>
    <p:sldId id="309" r:id="rId50"/>
    <p:sldId id="326" r:id="rId51"/>
    <p:sldId id="341" r:id="rId52"/>
    <p:sldId id="360" r:id="rId53"/>
    <p:sldId id="362" r:id="rId54"/>
    <p:sldId id="317" r:id="rId55"/>
    <p:sldId id="316" r:id="rId56"/>
    <p:sldId id="318" r:id="rId57"/>
    <p:sldId id="323" r:id="rId58"/>
    <p:sldId id="321" r:id="rId59"/>
  </p:sldIdLst>
  <p:sldSz cx="9144000" cy="5143500" type="screen16x9"/>
  <p:notesSz cx="6858000" cy="9144000"/>
  <p:embeddedFontLst>
    <p:embeddedFont>
      <p:font typeface="Aptos Narrow" panose="020B0004020202020204" pitchFamily="34" charset="0"/>
      <p:regular r:id="rId61"/>
      <p:bold r:id="rId62"/>
      <p:italic r:id="rId63"/>
      <p:boldItalic r:id="rId64"/>
    </p:embeddedFont>
    <p:embeddedFont>
      <p:font typeface="Cambria Math" panose="02040503050406030204" pitchFamily="18" charset="0"/>
      <p:regular r:id="rId65"/>
    </p:embeddedFont>
    <p:embeddedFont>
      <p:font typeface="DM Sans" pitchFamily="2" charset="0"/>
      <p:regular r:id="rId66"/>
      <p:bold r:id="rId67"/>
      <p:italic r:id="rId68"/>
      <p:boldItalic r:id="rId69"/>
    </p:embeddedFont>
    <p:embeddedFont>
      <p:font typeface="Lato" panose="020F0502020204030203" pitchFamily="34" charset="0"/>
      <p:regular r:id="rId70"/>
      <p:bold r:id="rId71"/>
      <p:italic r:id="rId72"/>
      <p:boldItalic r:id="rId73"/>
    </p:embeddedFont>
    <p:embeddedFont>
      <p:font typeface="Nunito Light" pitchFamily="2" charset="0"/>
      <p:regular r:id="rId74"/>
      <p:italic r:id="rId75"/>
    </p:embeddedFont>
    <p:embeddedFont>
      <p:font typeface="Ubuntu" panose="020B0504030602030204" pitchFamily="34"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86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EBE035-E261-4E92-863D-1F32B3CF1C9B}" v="516" dt="2025-05-30T23:31:33.917"/>
  </p1510:revLst>
</p1510:revInfo>
</file>

<file path=ppt/tableStyles.xml><?xml version="1.0" encoding="utf-8"?>
<a:tblStyleLst xmlns:a="http://schemas.openxmlformats.org/drawingml/2006/main" def="{A4785E05-7D9D-4F27-ADD8-18589CC17467}">
  <a:tblStyle styleId="{A4785E05-7D9D-4F27-ADD8-18589CC1746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48" autoAdjust="0"/>
  </p:normalViewPr>
  <p:slideViewPr>
    <p:cSldViewPr snapToGrid="0">
      <p:cViewPr varScale="1">
        <p:scale>
          <a:sx n="122" d="100"/>
          <a:sy n="122" d="100"/>
        </p:scale>
        <p:origin x="618"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4.fntdata"/><Relationship Id="rId79" Type="http://schemas.openxmlformats.org/officeDocument/2006/relationships/font" Target="fonts/font19.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font" Target="fonts/font18.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6.fntdata"/><Relationship Id="rId7" Type="http://schemas.openxmlformats.org/officeDocument/2006/relationships/slide" Target="slides/slide6.xml"/><Relationship Id="rId71"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6.fntdata"/><Relationship Id="rId61" Type="http://schemas.openxmlformats.org/officeDocument/2006/relationships/font" Target="fonts/font1.fntdata"/><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a Lissette Gutiérrez Díaz" userId="8cd99136cfcc98d8" providerId="LiveId" clId="{DCEBE035-E261-4E92-863D-1F32B3CF1C9B}"/>
    <pc:docChg chg="undo custSel addSld delSld modSld sldOrd addMainMaster delMainMaster modMainMaster">
      <pc:chgData name="Claudia Lissette Gutiérrez Díaz" userId="8cd99136cfcc98d8" providerId="LiveId" clId="{DCEBE035-E261-4E92-863D-1F32B3CF1C9B}" dt="2025-05-30T23:31:33.917" v="10883" actId="20577"/>
      <pc:docMkLst>
        <pc:docMk/>
      </pc:docMkLst>
      <pc:sldChg chg="addSp delSp modSp mod modAnim">
        <pc:chgData name="Claudia Lissette Gutiérrez Díaz" userId="8cd99136cfcc98d8" providerId="LiveId" clId="{DCEBE035-E261-4E92-863D-1F32B3CF1C9B}" dt="2025-05-30T20:12:56.960" v="10501"/>
        <pc:sldMkLst>
          <pc:docMk/>
          <pc:sldMk cId="0" sldId="258"/>
        </pc:sldMkLst>
        <pc:spChg chg="add del mod">
          <ac:chgData name="Claudia Lissette Gutiérrez Díaz" userId="8cd99136cfcc98d8" providerId="LiveId" clId="{DCEBE035-E261-4E92-863D-1F32B3CF1C9B}" dt="2025-05-29T19:03:02.175" v="9704" actId="478"/>
          <ac:spMkLst>
            <pc:docMk/>
            <pc:sldMk cId="0" sldId="258"/>
            <ac:spMk id="2" creationId="{2A00AA6F-5FE9-C46F-F3E7-E1B3A8F5996A}"/>
          </ac:spMkLst>
        </pc:spChg>
      </pc:sldChg>
      <pc:sldChg chg="modAnim">
        <pc:chgData name="Claudia Lissette Gutiérrez Díaz" userId="8cd99136cfcc98d8" providerId="LiveId" clId="{DCEBE035-E261-4E92-863D-1F32B3CF1C9B}" dt="2025-05-30T20:13:12.059" v="10503"/>
        <pc:sldMkLst>
          <pc:docMk/>
          <pc:sldMk cId="0" sldId="259"/>
        </pc:sldMkLst>
      </pc:sldChg>
      <pc:sldChg chg="modSp mod modAnim">
        <pc:chgData name="Claudia Lissette Gutiérrez Díaz" userId="8cd99136cfcc98d8" providerId="LiveId" clId="{DCEBE035-E261-4E92-863D-1F32B3CF1C9B}" dt="2025-05-30T22:43:36.435" v="10876"/>
        <pc:sldMkLst>
          <pc:docMk/>
          <pc:sldMk cId="0" sldId="260"/>
        </pc:sldMkLst>
        <pc:spChg chg="mod">
          <ac:chgData name="Claudia Lissette Gutiérrez Díaz" userId="8cd99136cfcc98d8" providerId="LiveId" clId="{DCEBE035-E261-4E92-863D-1F32B3CF1C9B}" dt="2025-05-30T21:45:15.179" v="10856" actId="20577"/>
          <ac:spMkLst>
            <pc:docMk/>
            <pc:sldMk cId="0" sldId="260"/>
            <ac:spMk id="2540" creationId="{00000000-0000-0000-0000-000000000000}"/>
          </ac:spMkLst>
        </pc:spChg>
      </pc:sldChg>
      <pc:sldChg chg="del">
        <pc:chgData name="Claudia Lissette Gutiérrez Díaz" userId="8cd99136cfcc98d8" providerId="LiveId" clId="{DCEBE035-E261-4E92-863D-1F32B3CF1C9B}" dt="2025-05-24T07:27:49.803" v="9052" actId="47"/>
        <pc:sldMkLst>
          <pc:docMk/>
          <pc:sldMk cId="0" sldId="261"/>
        </pc:sldMkLst>
      </pc:sldChg>
      <pc:sldChg chg="del">
        <pc:chgData name="Claudia Lissette Gutiérrez Díaz" userId="8cd99136cfcc98d8" providerId="LiveId" clId="{DCEBE035-E261-4E92-863D-1F32B3CF1C9B}" dt="2025-05-24T07:27:50.295" v="9053" actId="47"/>
        <pc:sldMkLst>
          <pc:docMk/>
          <pc:sldMk cId="0" sldId="262"/>
        </pc:sldMkLst>
      </pc:sldChg>
      <pc:sldChg chg="del">
        <pc:chgData name="Claudia Lissette Gutiérrez Díaz" userId="8cd99136cfcc98d8" providerId="LiveId" clId="{DCEBE035-E261-4E92-863D-1F32B3CF1C9B}" dt="2025-05-24T07:27:50.691" v="9054" actId="47"/>
        <pc:sldMkLst>
          <pc:docMk/>
          <pc:sldMk cId="0" sldId="263"/>
        </pc:sldMkLst>
      </pc:sldChg>
      <pc:sldChg chg="modSp mod modAnim">
        <pc:chgData name="Claudia Lissette Gutiérrez Díaz" userId="8cd99136cfcc98d8" providerId="LiveId" clId="{DCEBE035-E261-4E92-863D-1F32B3CF1C9B}" dt="2025-05-30T20:15:55.024" v="10528"/>
        <pc:sldMkLst>
          <pc:docMk/>
          <pc:sldMk cId="0" sldId="264"/>
        </pc:sldMkLst>
        <pc:spChg chg="mod">
          <ac:chgData name="Claudia Lissette Gutiérrez Díaz" userId="8cd99136cfcc98d8" providerId="LiveId" clId="{DCEBE035-E261-4E92-863D-1F32B3CF1C9B}" dt="2025-05-29T18:49:13.215" v="9245" actId="20577"/>
          <ac:spMkLst>
            <pc:docMk/>
            <pc:sldMk cId="0" sldId="264"/>
            <ac:spMk id="7" creationId="{92ECCFB4-73A2-D653-DF7B-DD9543AAC703}"/>
          </ac:spMkLst>
        </pc:spChg>
      </pc:sldChg>
      <pc:sldChg chg="del">
        <pc:chgData name="Claudia Lissette Gutiérrez Díaz" userId="8cd99136cfcc98d8" providerId="LiveId" clId="{DCEBE035-E261-4E92-863D-1F32B3CF1C9B}" dt="2025-05-24T07:27:51.421" v="9057" actId="47"/>
        <pc:sldMkLst>
          <pc:docMk/>
          <pc:sldMk cId="0" sldId="266"/>
        </pc:sldMkLst>
      </pc:sldChg>
      <pc:sldChg chg="del">
        <pc:chgData name="Claudia Lissette Gutiérrez Díaz" userId="8cd99136cfcc98d8" providerId="LiveId" clId="{DCEBE035-E261-4E92-863D-1F32B3CF1C9B}" dt="2025-05-24T07:27:51.664" v="9058" actId="47"/>
        <pc:sldMkLst>
          <pc:docMk/>
          <pc:sldMk cId="0" sldId="267"/>
        </pc:sldMkLst>
      </pc:sldChg>
      <pc:sldChg chg="del">
        <pc:chgData name="Claudia Lissette Gutiérrez Díaz" userId="8cd99136cfcc98d8" providerId="LiveId" clId="{DCEBE035-E261-4E92-863D-1F32B3CF1C9B}" dt="2025-05-24T07:27:51.850" v="9059" actId="47"/>
        <pc:sldMkLst>
          <pc:docMk/>
          <pc:sldMk cId="0" sldId="268"/>
        </pc:sldMkLst>
      </pc:sldChg>
      <pc:sldChg chg="modAnim">
        <pc:chgData name="Claudia Lissette Gutiérrez Díaz" userId="8cd99136cfcc98d8" providerId="LiveId" clId="{DCEBE035-E261-4E92-863D-1F32B3CF1C9B}" dt="2025-05-30T20:20:19.865" v="10570"/>
        <pc:sldMkLst>
          <pc:docMk/>
          <pc:sldMk cId="0" sldId="269"/>
        </pc:sldMkLst>
      </pc:sldChg>
      <pc:sldChg chg="del">
        <pc:chgData name="Claudia Lissette Gutiérrez Díaz" userId="8cd99136cfcc98d8" providerId="LiveId" clId="{DCEBE035-E261-4E92-863D-1F32B3CF1C9B}" dt="2025-05-24T07:27:52.240" v="9061" actId="47"/>
        <pc:sldMkLst>
          <pc:docMk/>
          <pc:sldMk cId="0" sldId="270"/>
        </pc:sldMkLst>
      </pc:sldChg>
      <pc:sldChg chg="del">
        <pc:chgData name="Claudia Lissette Gutiérrez Díaz" userId="8cd99136cfcc98d8" providerId="LiveId" clId="{DCEBE035-E261-4E92-863D-1F32B3CF1C9B}" dt="2025-05-24T07:27:52.389" v="9062" actId="47"/>
        <pc:sldMkLst>
          <pc:docMk/>
          <pc:sldMk cId="0" sldId="271"/>
        </pc:sldMkLst>
      </pc:sldChg>
      <pc:sldChg chg="del">
        <pc:chgData name="Claudia Lissette Gutiérrez Díaz" userId="8cd99136cfcc98d8" providerId="LiveId" clId="{DCEBE035-E261-4E92-863D-1F32B3CF1C9B}" dt="2025-05-24T07:27:52.629" v="9063" actId="47"/>
        <pc:sldMkLst>
          <pc:docMk/>
          <pc:sldMk cId="0" sldId="272"/>
        </pc:sldMkLst>
      </pc:sldChg>
      <pc:sldChg chg="del">
        <pc:chgData name="Claudia Lissette Gutiérrez Díaz" userId="8cd99136cfcc98d8" providerId="LiveId" clId="{DCEBE035-E261-4E92-863D-1F32B3CF1C9B}" dt="2025-05-24T07:27:52.740" v="9064" actId="47"/>
        <pc:sldMkLst>
          <pc:docMk/>
          <pc:sldMk cId="0" sldId="273"/>
        </pc:sldMkLst>
      </pc:sldChg>
      <pc:sldChg chg="del">
        <pc:chgData name="Claudia Lissette Gutiérrez Díaz" userId="8cd99136cfcc98d8" providerId="LiveId" clId="{DCEBE035-E261-4E92-863D-1F32B3CF1C9B}" dt="2025-05-24T07:27:52.940" v="9065" actId="47"/>
        <pc:sldMkLst>
          <pc:docMk/>
          <pc:sldMk cId="0" sldId="274"/>
        </pc:sldMkLst>
      </pc:sldChg>
      <pc:sldChg chg="del">
        <pc:chgData name="Claudia Lissette Gutiérrez Díaz" userId="8cd99136cfcc98d8" providerId="LiveId" clId="{DCEBE035-E261-4E92-863D-1F32B3CF1C9B}" dt="2025-05-24T07:27:53.066" v="9066" actId="47"/>
        <pc:sldMkLst>
          <pc:docMk/>
          <pc:sldMk cId="0" sldId="275"/>
        </pc:sldMkLst>
      </pc:sldChg>
      <pc:sldChg chg="del">
        <pc:chgData name="Claudia Lissette Gutiérrez Díaz" userId="8cd99136cfcc98d8" providerId="LiveId" clId="{DCEBE035-E261-4E92-863D-1F32B3CF1C9B}" dt="2025-05-24T07:27:53.292" v="9067" actId="47"/>
        <pc:sldMkLst>
          <pc:docMk/>
          <pc:sldMk cId="0" sldId="276"/>
        </pc:sldMkLst>
      </pc:sldChg>
      <pc:sldChg chg="del">
        <pc:chgData name="Claudia Lissette Gutiérrez Díaz" userId="8cd99136cfcc98d8" providerId="LiveId" clId="{DCEBE035-E261-4E92-863D-1F32B3CF1C9B}" dt="2025-05-24T07:27:55.861" v="9068" actId="47"/>
        <pc:sldMkLst>
          <pc:docMk/>
          <pc:sldMk cId="0" sldId="277"/>
        </pc:sldMkLst>
      </pc:sldChg>
      <pc:sldChg chg="del">
        <pc:chgData name="Claudia Lissette Gutiérrez Díaz" userId="8cd99136cfcc98d8" providerId="LiveId" clId="{DCEBE035-E261-4E92-863D-1F32B3CF1C9B}" dt="2025-05-24T07:27:56.112" v="9069" actId="47"/>
        <pc:sldMkLst>
          <pc:docMk/>
          <pc:sldMk cId="0" sldId="278"/>
        </pc:sldMkLst>
      </pc:sldChg>
      <pc:sldChg chg="del">
        <pc:chgData name="Claudia Lissette Gutiérrez Díaz" userId="8cd99136cfcc98d8" providerId="LiveId" clId="{DCEBE035-E261-4E92-863D-1F32B3CF1C9B}" dt="2025-05-24T07:27:56.274" v="9070" actId="47"/>
        <pc:sldMkLst>
          <pc:docMk/>
          <pc:sldMk cId="0" sldId="279"/>
        </pc:sldMkLst>
      </pc:sldChg>
      <pc:sldChg chg="del">
        <pc:chgData name="Claudia Lissette Gutiérrez Díaz" userId="8cd99136cfcc98d8" providerId="LiveId" clId="{DCEBE035-E261-4E92-863D-1F32B3CF1C9B}" dt="2025-05-24T07:27:56.441" v="9071" actId="47"/>
        <pc:sldMkLst>
          <pc:docMk/>
          <pc:sldMk cId="0" sldId="280"/>
        </pc:sldMkLst>
      </pc:sldChg>
      <pc:sldChg chg="modAnim">
        <pc:chgData name="Claudia Lissette Gutiérrez Díaz" userId="8cd99136cfcc98d8" providerId="LiveId" clId="{DCEBE035-E261-4E92-863D-1F32B3CF1C9B}" dt="2025-05-30T20:39:22.097" v="10699"/>
        <pc:sldMkLst>
          <pc:docMk/>
          <pc:sldMk cId="0" sldId="281"/>
        </pc:sldMkLst>
      </pc:sldChg>
      <pc:sldChg chg="del">
        <pc:chgData name="Claudia Lissette Gutiérrez Díaz" userId="8cd99136cfcc98d8" providerId="LiveId" clId="{DCEBE035-E261-4E92-863D-1F32B3CF1C9B}" dt="2025-05-24T07:27:56.892" v="9073" actId="47"/>
        <pc:sldMkLst>
          <pc:docMk/>
          <pc:sldMk cId="0" sldId="282"/>
        </pc:sldMkLst>
      </pc:sldChg>
      <pc:sldChg chg="del">
        <pc:chgData name="Claudia Lissette Gutiérrez Díaz" userId="8cd99136cfcc98d8" providerId="LiveId" clId="{DCEBE035-E261-4E92-863D-1F32B3CF1C9B}" dt="2025-05-24T07:27:57.079" v="9074" actId="47"/>
        <pc:sldMkLst>
          <pc:docMk/>
          <pc:sldMk cId="0" sldId="283"/>
        </pc:sldMkLst>
      </pc:sldChg>
      <pc:sldChg chg="del">
        <pc:chgData name="Claudia Lissette Gutiérrez Díaz" userId="8cd99136cfcc98d8" providerId="LiveId" clId="{DCEBE035-E261-4E92-863D-1F32B3CF1C9B}" dt="2025-05-24T07:27:57.298" v="9075" actId="47"/>
        <pc:sldMkLst>
          <pc:docMk/>
          <pc:sldMk cId="0" sldId="284"/>
        </pc:sldMkLst>
      </pc:sldChg>
      <pc:sldChg chg="del">
        <pc:chgData name="Claudia Lissette Gutiérrez Díaz" userId="8cd99136cfcc98d8" providerId="LiveId" clId="{DCEBE035-E261-4E92-863D-1F32B3CF1C9B}" dt="2025-05-24T07:27:57.440" v="9076" actId="47"/>
        <pc:sldMkLst>
          <pc:docMk/>
          <pc:sldMk cId="0" sldId="285"/>
        </pc:sldMkLst>
      </pc:sldChg>
      <pc:sldChg chg="del">
        <pc:chgData name="Claudia Lissette Gutiérrez Díaz" userId="8cd99136cfcc98d8" providerId="LiveId" clId="{DCEBE035-E261-4E92-863D-1F32B3CF1C9B}" dt="2025-05-24T07:27:57.694" v="9077" actId="47"/>
        <pc:sldMkLst>
          <pc:docMk/>
          <pc:sldMk cId="0" sldId="286"/>
        </pc:sldMkLst>
      </pc:sldChg>
      <pc:sldChg chg="del">
        <pc:chgData name="Claudia Lissette Gutiérrez Díaz" userId="8cd99136cfcc98d8" providerId="LiveId" clId="{DCEBE035-E261-4E92-863D-1F32B3CF1C9B}" dt="2025-05-24T07:27:57.868" v="9078" actId="47"/>
        <pc:sldMkLst>
          <pc:docMk/>
          <pc:sldMk cId="0" sldId="287"/>
        </pc:sldMkLst>
      </pc:sldChg>
      <pc:sldChg chg="del">
        <pc:chgData name="Claudia Lissette Gutiérrez Díaz" userId="8cd99136cfcc98d8" providerId="LiveId" clId="{DCEBE035-E261-4E92-863D-1F32B3CF1C9B}" dt="2025-05-24T07:27:58.459" v="9079" actId="47"/>
        <pc:sldMkLst>
          <pc:docMk/>
          <pc:sldMk cId="0" sldId="288"/>
        </pc:sldMkLst>
      </pc:sldChg>
      <pc:sldChg chg="del">
        <pc:chgData name="Claudia Lissette Gutiérrez Díaz" userId="8cd99136cfcc98d8" providerId="LiveId" clId="{DCEBE035-E261-4E92-863D-1F32B3CF1C9B}" dt="2025-05-24T07:27:58.745" v="9080" actId="47"/>
        <pc:sldMkLst>
          <pc:docMk/>
          <pc:sldMk cId="0" sldId="289"/>
        </pc:sldMkLst>
      </pc:sldChg>
      <pc:sldChg chg="del">
        <pc:chgData name="Claudia Lissette Gutiérrez Díaz" userId="8cd99136cfcc98d8" providerId="LiveId" clId="{DCEBE035-E261-4E92-863D-1F32B3CF1C9B}" dt="2025-05-24T07:27:59.281" v="9081" actId="47"/>
        <pc:sldMkLst>
          <pc:docMk/>
          <pc:sldMk cId="0" sldId="290"/>
        </pc:sldMkLst>
      </pc:sldChg>
      <pc:sldChg chg="del">
        <pc:chgData name="Claudia Lissette Gutiérrez Díaz" userId="8cd99136cfcc98d8" providerId="LiveId" clId="{DCEBE035-E261-4E92-863D-1F32B3CF1C9B}" dt="2025-05-24T07:27:59.506" v="9082" actId="47"/>
        <pc:sldMkLst>
          <pc:docMk/>
          <pc:sldMk cId="0" sldId="291"/>
        </pc:sldMkLst>
      </pc:sldChg>
      <pc:sldChg chg="del">
        <pc:chgData name="Claudia Lissette Gutiérrez Díaz" userId="8cd99136cfcc98d8" providerId="LiveId" clId="{DCEBE035-E261-4E92-863D-1F32B3CF1C9B}" dt="2025-05-24T07:28:00.053" v="9083" actId="47"/>
        <pc:sldMkLst>
          <pc:docMk/>
          <pc:sldMk cId="0" sldId="292"/>
        </pc:sldMkLst>
      </pc:sldChg>
      <pc:sldChg chg="del">
        <pc:chgData name="Claudia Lissette Gutiérrez Díaz" userId="8cd99136cfcc98d8" providerId="LiveId" clId="{DCEBE035-E261-4E92-863D-1F32B3CF1C9B}" dt="2025-05-24T07:28:00.253" v="9084" actId="47"/>
        <pc:sldMkLst>
          <pc:docMk/>
          <pc:sldMk cId="0" sldId="293"/>
        </pc:sldMkLst>
      </pc:sldChg>
      <pc:sldChg chg="del">
        <pc:chgData name="Claudia Lissette Gutiérrez Díaz" userId="8cd99136cfcc98d8" providerId="LiveId" clId="{DCEBE035-E261-4E92-863D-1F32B3CF1C9B}" dt="2025-05-24T07:28:00.335" v="9085" actId="47"/>
        <pc:sldMkLst>
          <pc:docMk/>
          <pc:sldMk cId="0" sldId="294"/>
        </pc:sldMkLst>
      </pc:sldChg>
      <pc:sldChg chg="del">
        <pc:chgData name="Claudia Lissette Gutiérrez Díaz" userId="8cd99136cfcc98d8" providerId="LiveId" clId="{DCEBE035-E261-4E92-863D-1F32B3CF1C9B}" dt="2025-05-24T07:28:00.445" v="9086" actId="47"/>
        <pc:sldMkLst>
          <pc:docMk/>
          <pc:sldMk cId="0" sldId="295"/>
        </pc:sldMkLst>
      </pc:sldChg>
      <pc:sldChg chg="del">
        <pc:chgData name="Claudia Lissette Gutiérrez Díaz" userId="8cd99136cfcc98d8" providerId="LiveId" clId="{DCEBE035-E261-4E92-863D-1F32B3CF1C9B}" dt="2025-05-24T07:28:01.200" v="9087" actId="47"/>
        <pc:sldMkLst>
          <pc:docMk/>
          <pc:sldMk cId="0" sldId="296"/>
        </pc:sldMkLst>
      </pc:sldChg>
      <pc:sldChg chg="del">
        <pc:chgData name="Claudia Lissette Gutiérrez Díaz" userId="8cd99136cfcc98d8" providerId="LiveId" clId="{DCEBE035-E261-4E92-863D-1F32B3CF1C9B}" dt="2025-05-24T07:28:01.392" v="9088" actId="47"/>
        <pc:sldMkLst>
          <pc:docMk/>
          <pc:sldMk cId="0" sldId="297"/>
        </pc:sldMkLst>
      </pc:sldChg>
      <pc:sldChg chg="del">
        <pc:chgData name="Claudia Lissette Gutiérrez Díaz" userId="8cd99136cfcc98d8" providerId="LiveId" clId="{DCEBE035-E261-4E92-863D-1F32B3CF1C9B}" dt="2025-05-24T07:28:01.613" v="9089" actId="47"/>
        <pc:sldMkLst>
          <pc:docMk/>
          <pc:sldMk cId="0" sldId="298"/>
        </pc:sldMkLst>
      </pc:sldChg>
      <pc:sldChg chg="del">
        <pc:chgData name="Claudia Lissette Gutiérrez Díaz" userId="8cd99136cfcc98d8" providerId="LiveId" clId="{DCEBE035-E261-4E92-863D-1F32B3CF1C9B}" dt="2025-05-24T07:28:01.854" v="9090" actId="47"/>
        <pc:sldMkLst>
          <pc:docMk/>
          <pc:sldMk cId="0" sldId="299"/>
        </pc:sldMkLst>
      </pc:sldChg>
      <pc:sldChg chg="del">
        <pc:chgData name="Claudia Lissette Gutiérrez Díaz" userId="8cd99136cfcc98d8" providerId="LiveId" clId="{DCEBE035-E261-4E92-863D-1F32B3CF1C9B}" dt="2025-05-24T07:28:02.086" v="9091" actId="47"/>
        <pc:sldMkLst>
          <pc:docMk/>
          <pc:sldMk cId="0" sldId="300"/>
        </pc:sldMkLst>
      </pc:sldChg>
      <pc:sldChg chg="del">
        <pc:chgData name="Claudia Lissette Gutiérrez Díaz" userId="8cd99136cfcc98d8" providerId="LiveId" clId="{DCEBE035-E261-4E92-863D-1F32B3CF1C9B}" dt="2025-05-24T07:28:02.216" v="9092" actId="47"/>
        <pc:sldMkLst>
          <pc:docMk/>
          <pc:sldMk cId="0" sldId="301"/>
        </pc:sldMkLst>
      </pc:sldChg>
      <pc:sldChg chg="del">
        <pc:chgData name="Claudia Lissette Gutiérrez Díaz" userId="8cd99136cfcc98d8" providerId="LiveId" clId="{DCEBE035-E261-4E92-863D-1F32B3CF1C9B}" dt="2025-05-24T07:28:02.390" v="9093" actId="47"/>
        <pc:sldMkLst>
          <pc:docMk/>
          <pc:sldMk cId="0" sldId="302"/>
        </pc:sldMkLst>
      </pc:sldChg>
      <pc:sldChg chg="del">
        <pc:chgData name="Claudia Lissette Gutiérrez Díaz" userId="8cd99136cfcc98d8" providerId="LiveId" clId="{DCEBE035-E261-4E92-863D-1F32B3CF1C9B}" dt="2025-05-24T07:28:02.602" v="9094" actId="47"/>
        <pc:sldMkLst>
          <pc:docMk/>
          <pc:sldMk cId="0" sldId="303"/>
        </pc:sldMkLst>
      </pc:sldChg>
      <pc:sldChg chg="addSp delSp modSp add del mod">
        <pc:chgData name="Claudia Lissette Gutiérrez Díaz" userId="8cd99136cfcc98d8" providerId="LiveId" clId="{DCEBE035-E261-4E92-863D-1F32B3CF1C9B}" dt="2025-05-29T19:15:07.745" v="9812" actId="47"/>
        <pc:sldMkLst>
          <pc:docMk/>
          <pc:sldMk cId="0" sldId="304"/>
        </pc:sldMkLst>
      </pc:sldChg>
      <pc:sldChg chg="del">
        <pc:chgData name="Claudia Lissette Gutiérrez Díaz" userId="8cd99136cfcc98d8" providerId="LiveId" clId="{DCEBE035-E261-4E92-863D-1F32B3CF1C9B}" dt="2025-05-24T07:27:50.973" v="9055" actId="47"/>
        <pc:sldMkLst>
          <pc:docMk/>
          <pc:sldMk cId="1366525144" sldId="305"/>
        </pc:sldMkLst>
      </pc:sldChg>
      <pc:sldChg chg="del">
        <pc:chgData name="Claudia Lissette Gutiérrez Díaz" userId="8cd99136cfcc98d8" providerId="LiveId" clId="{DCEBE035-E261-4E92-863D-1F32B3CF1C9B}" dt="2025-05-24T07:27:56.655" v="9072" actId="47"/>
        <pc:sldMkLst>
          <pc:docMk/>
          <pc:sldMk cId="1403813664" sldId="306"/>
        </pc:sldMkLst>
      </pc:sldChg>
      <pc:sldChg chg="modAnim">
        <pc:chgData name="Claudia Lissette Gutiérrez Díaz" userId="8cd99136cfcc98d8" providerId="LiveId" clId="{DCEBE035-E261-4E92-863D-1F32B3CF1C9B}" dt="2025-05-30T20:13:25.720" v="10505"/>
        <pc:sldMkLst>
          <pc:docMk/>
          <pc:sldMk cId="754964365" sldId="307"/>
        </pc:sldMkLst>
      </pc:sldChg>
      <pc:sldChg chg="addSp modSp mod modAnim">
        <pc:chgData name="Claudia Lissette Gutiérrez Díaz" userId="8cd99136cfcc98d8" providerId="LiveId" clId="{DCEBE035-E261-4E92-863D-1F32B3CF1C9B}" dt="2025-05-30T22:39:35.261" v="10875"/>
        <pc:sldMkLst>
          <pc:docMk/>
          <pc:sldMk cId="2516798752" sldId="308"/>
        </pc:sldMkLst>
        <pc:spChg chg="add mod">
          <ac:chgData name="Claudia Lissette Gutiérrez Díaz" userId="8cd99136cfcc98d8" providerId="LiveId" clId="{DCEBE035-E261-4E92-863D-1F32B3CF1C9B}" dt="2025-05-30T20:46:31.166" v="10726" actId="20577"/>
          <ac:spMkLst>
            <pc:docMk/>
            <pc:sldMk cId="2516798752" sldId="308"/>
            <ac:spMk id="4" creationId="{866F50EB-B58E-08DA-E410-66394F43664F}"/>
          </ac:spMkLst>
        </pc:spChg>
        <pc:spChg chg="mod">
          <ac:chgData name="Claudia Lissette Gutiérrez Díaz" userId="8cd99136cfcc98d8" providerId="LiveId" clId="{DCEBE035-E261-4E92-863D-1F32B3CF1C9B}" dt="2025-05-30T22:39:29.256" v="10874" actId="20577"/>
          <ac:spMkLst>
            <pc:docMk/>
            <pc:sldMk cId="2516798752" sldId="308"/>
            <ac:spMk id="7" creationId="{0954F3BF-C297-7598-F707-A15B4295728F}"/>
          </ac:spMkLst>
        </pc:spChg>
      </pc:sldChg>
      <pc:sldChg chg="modAnim">
        <pc:chgData name="Claudia Lissette Gutiérrez Díaz" userId="8cd99136cfcc98d8" providerId="LiveId" clId="{DCEBE035-E261-4E92-863D-1F32B3CF1C9B}" dt="2025-05-30T20:39:32.802" v="10701"/>
        <pc:sldMkLst>
          <pc:docMk/>
          <pc:sldMk cId="1653218984" sldId="309"/>
        </pc:sldMkLst>
      </pc:sldChg>
      <pc:sldChg chg="modAnim">
        <pc:chgData name="Claudia Lissette Gutiérrez Díaz" userId="8cd99136cfcc98d8" providerId="LiveId" clId="{DCEBE035-E261-4E92-863D-1F32B3CF1C9B}" dt="2025-05-30T20:13:35.262" v="10507"/>
        <pc:sldMkLst>
          <pc:docMk/>
          <pc:sldMk cId="9749207" sldId="310"/>
        </pc:sldMkLst>
      </pc:sldChg>
      <pc:sldChg chg="del">
        <pc:chgData name="Claudia Lissette Gutiérrez Díaz" userId="8cd99136cfcc98d8" providerId="LiveId" clId="{DCEBE035-E261-4E92-863D-1F32B3CF1C9B}" dt="2025-05-24T07:27:48.818" v="9051" actId="47"/>
        <pc:sldMkLst>
          <pc:docMk/>
          <pc:sldMk cId="3394205687" sldId="311"/>
        </pc:sldMkLst>
      </pc:sldChg>
      <pc:sldChg chg="modAnim">
        <pc:chgData name="Claudia Lissette Gutiérrez Díaz" userId="8cd99136cfcc98d8" providerId="LiveId" clId="{DCEBE035-E261-4E92-863D-1F32B3CF1C9B}" dt="2025-05-30T20:13:43.813" v="10509"/>
        <pc:sldMkLst>
          <pc:docMk/>
          <pc:sldMk cId="61332048" sldId="312"/>
        </pc:sldMkLst>
      </pc:sldChg>
      <pc:sldChg chg="addSp modSp mod modAnim">
        <pc:chgData name="Claudia Lissette Gutiérrez Díaz" userId="8cd99136cfcc98d8" providerId="LiveId" clId="{DCEBE035-E261-4E92-863D-1F32B3CF1C9B}" dt="2025-05-30T20:20:50.644" v="10573"/>
        <pc:sldMkLst>
          <pc:docMk/>
          <pc:sldMk cId="2413167240" sldId="313"/>
        </pc:sldMkLst>
        <pc:spChg chg="add mod">
          <ac:chgData name="Claudia Lissette Gutiérrez Díaz" userId="8cd99136cfcc98d8" providerId="LiveId" clId="{DCEBE035-E261-4E92-863D-1F32B3CF1C9B}" dt="2025-05-29T18:57:26.875" v="9692" actId="1076"/>
          <ac:spMkLst>
            <pc:docMk/>
            <pc:sldMk cId="2413167240" sldId="313"/>
            <ac:spMk id="2" creationId="{B91DAE57-7486-526A-2985-A13D4D8F7897}"/>
          </ac:spMkLst>
        </pc:spChg>
        <pc:spChg chg="mod">
          <ac:chgData name="Claudia Lissette Gutiérrez Díaz" userId="8cd99136cfcc98d8" providerId="LiveId" clId="{DCEBE035-E261-4E92-863D-1F32B3CF1C9B}" dt="2025-05-29T18:58:09.166" v="9699" actId="14100"/>
          <ac:spMkLst>
            <pc:docMk/>
            <pc:sldMk cId="2413167240" sldId="313"/>
            <ac:spMk id="16" creationId="{0EB308B5-4F93-8D31-7AFE-5B3BB583EF80}"/>
          </ac:spMkLst>
        </pc:spChg>
        <pc:spChg chg="mod">
          <ac:chgData name="Claudia Lissette Gutiérrez Díaz" userId="8cd99136cfcc98d8" providerId="LiveId" clId="{DCEBE035-E261-4E92-863D-1F32B3CF1C9B}" dt="2025-05-29T18:58:14.293" v="9700" actId="1076"/>
          <ac:spMkLst>
            <pc:docMk/>
            <pc:sldMk cId="2413167240" sldId="313"/>
            <ac:spMk id="17" creationId="{F928D065-B275-D4C2-B341-0340F4E40F6C}"/>
          </ac:spMkLst>
        </pc:spChg>
        <pc:spChg chg="mod">
          <ac:chgData name="Claudia Lissette Gutiérrez Díaz" userId="8cd99136cfcc98d8" providerId="LiveId" clId="{DCEBE035-E261-4E92-863D-1F32B3CF1C9B}" dt="2025-05-29T19:17:26.125" v="9817" actId="1076"/>
          <ac:spMkLst>
            <pc:docMk/>
            <pc:sldMk cId="2413167240" sldId="313"/>
            <ac:spMk id="18" creationId="{BE718E28-21A7-1F2D-8EB3-CB32DD172A8D}"/>
          </ac:spMkLst>
        </pc:spChg>
        <pc:spChg chg="mod">
          <ac:chgData name="Claudia Lissette Gutiérrez Díaz" userId="8cd99136cfcc98d8" providerId="LiveId" clId="{DCEBE035-E261-4E92-863D-1F32B3CF1C9B}" dt="2025-05-29T18:57:52.362" v="9697" actId="1076"/>
          <ac:spMkLst>
            <pc:docMk/>
            <pc:sldMk cId="2413167240" sldId="313"/>
            <ac:spMk id="19" creationId="{AFDC0965-CFFC-5001-E5CA-A070FA930EF5}"/>
          </ac:spMkLst>
        </pc:spChg>
        <pc:spChg chg="mod">
          <ac:chgData name="Claudia Lissette Gutiérrez Díaz" userId="8cd99136cfcc98d8" providerId="LiveId" clId="{DCEBE035-E261-4E92-863D-1F32B3CF1C9B}" dt="2025-05-29T18:57:57.031" v="9698" actId="1076"/>
          <ac:spMkLst>
            <pc:docMk/>
            <pc:sldMk cId="2413167240" sldId="313"/>
            <ac:spMk id="20" creationId="{0C07941C-68AD-00FA-4D14-0334BE0D19DF}"/>
          </ac:spMkLst>
        </pc:spChg>
        <pc:spChg chg="mod">
          <ac:chgData name="Claudia Lissette Gutiérrez Díaz" userId="8cd99136cfcc98d8" providerId="LiveId" clId="{DCEBE035-E261-4E92-863D-1F32B3CF1C9B}" dt="2025-05-29T18:56:50.491" v="9688" actId="14100"/>
          <ac:spMkLst>
            <pc:docMk/>
            <pc:sldMk cId="2413167240" sldId="313"/>
            <ac:spMk id="21" creationId="{66C50564-8CFC-3522-7693-3F34E60DC5C4}"/>
          </ac:spMkLst>
        </pc:spChg>
      </pc:sldChg>
      <pc:sldChg chg="modAnim">
        <pc:chgData name="Claudia Lissette Gutiérrez Díaz" userId="8cd99136cfcc98d8" providerId="LiveId" clId="{DCEBE035-E261-4E92-863D-1F32B3CF1C9B}" dt="2025-05-30T20:13:52.507" v="10511"/>
        <pc:sldMkLst>
          <pc:docMk/>
          <pc:sldMk cId="2556339189" sldId="314"/>
        </pc:sldMkLst>
      </pc:sldChg>
      <pc:sldChg chg="addSp delSp modSp mod modAnim">
        <pc:chgData name="Claudia Lissette Gutiérrez Díaz" userId="8cd99136cfcc98d8" providerId="LiveId" clId="{DCEBE035-E261-4E92-863D-1F32B3CF1C9B}" dt="2025-05-30T20:20:39.074" v="10572"/>
        <pc:sldMkLst>
          <pc:docMk/>
          <pc:sldMk cId="3653707774" sldId="315"/>
        </pc:sldMkLst>
        <pc:spChg chg="add del mod">
          <ac:chgData name="Claudia Lissette Gutiérrez Díaz" userId="8cd99136cfcc98d8" providerId="LiveId" clId="{DCEBE035-E261-4E92-863D-1F32B3CF1C9B}" dt="2025-05-29T19:16:53.955" v="9814" actId="21"/>
          <ac:spMkLst>
            <pc:docMk/>
            <pc:sldMk cId="3653707774" sldId="315"/>
            <ac:spMk id="3" creationId="{866F50EB-B58E-08DA-E410-66394F43664F}"/>
          </ac:spMkLst>
        </pc:spChg>
      </pc:sldChg>
      <pc:sldChg chg="ord modAnim">
        <pc:chgData name="Claudia Lissette Gutiérrez Díaz" userId="8cd99136cfcc98d8" providerId="LiveId" clId="{DCEBE035-E261-4E92-863D-1F32B3CF1C9B}" dt="2025-05-30T20:40:17.917" v="10713"/>
        <pc:sldMkLst>
          <pc:docMk/>
          <pc:sldMk cId="15621747" sldId="316"/>
        </pc:sldMkLst>
      </pc:sldChg>
      <pc:sldChg chg="ord modAnim">
        <pc:chgData name="Claudia Lissette Gutiérrez Díaz" userId="8cd99136cfcc98d8" providerId="LiveId" clId="{DCEBE035-E261-4E92-863D-1F32B3CF1C9B}" dt="2025-05-30T20:40:03.313" v="10709"/>
        <pc:sldMkLst>
          <pc:docMk/>
          <pc:sldMk cId="1154303312" sldId="317"/>
        </pc:sldMkLst>
      </pc:sldChg>
      <pc:sldChg chg="ord modAnim">
        <pc:chgData name="Claudia Lissette Gutiérrez Díaz" userId="8cd99136cfcc98d8" providerId="LiveId" clId="{DCEBE035-E261-4E92-863D-1F32B3CF1C9B}" dt="2025-05-30T20:40:36.041" v="10717"/>
        <pc:sldMkLst>
          <pc:docMk/>
          <pc:sldMk cId="754708696" sldId="318"/>
        </pc:sldMkLst>
      </pc:sldChg>
      <pc:sldChg chg="ord modAnim">
        <pc:chgData name="Claudia Lissette Gutiérrez Díaz" userId="8cd99136cfcc98d8" providerId="LiveId" clId="{DCEBE035-E261-4E92-863D-1F32B3CF1C9B}" dt="2025-05-30T20:22:55.022" v="10595"/>
        <pc:sldMkLst>
          <pc:docMk/>
          <pc:sldMk cId="1791840505" sldId="319"/>
        </pc:sldMkLst>
      </pc:sldChg>
      <pc:sldChg chg="ord modAnim">
        <pc:chgData name="Claudia Lissette Gutiérrez Díaz" userId="8cd99136cfcc98d8" providerId="LiveId" clId="{DCEBE035-E261-4E92-863D-1F32B3CF1C9B}" dt="2025-05-30T20:21:08.232" v="10575"/>
        <pc:sldMkLst>
          <pc:docMk/>
          <pc:sldMk cId="1335029849" sldId="320"/>
        </pc:sldMkLst>
      </pc:sldChg>
      <pc:sldChg chg="addSp modSp mod ord modAnim">
        <pc:chgData name="Claudia Lissette Gutiérrez Díaz" userId="8cd99136cfcc98d8" providerId="LiveId" clId="{DCEBE035-E261-4E92-863D-1F32B3CF1C9B}" dt="2025-05-30T22:21:29.434" v="10863"/>
        <pc:sldMkLst>
          <pc:docMk/>
          <pc:sldMk cId="214391101" sldId="321"/>
        </pc:sldMkLst>
        <pc:spChg chg="add mod">
          <ac:chgData name="Claudia Lissette Gutiérrez Díaz" userId="8cd99136cfcc98d8" providerId="LiveId" clId="{DCEBE035-E261-4E92-863D-1F32B3CF1C9B}" dt="2025-05-29T19:22:19.536" v="9842" actId="1076"/>
          <ac:spMkLst>
            <pc:docMk/>
            <pc:sldMk cId="214391101" sldId="321"/>
            <ac:spMk id="5" creationId="{F31D939A-C301-B311-EF21-CF0A7FC19DEE}"/>
          </ac:spMkLst>
        </pc:spChg>
      </pc:sldChg>
      <pc:sldChg chg="del">
        <pc:chgData name="Claudia Lissette Gutiérrez Díaz" userId="8cd99136cfcc98d8" providerId="LiveId" clId="{DCEBE035-E261-4E92-863D-1F32B3CF1C9B}" dt="2025-05-24T07:27:52.020" v="9060" actId="47"/>
        <pc:sldMkLst>
          <pc:docMk/>
          <pc:sldMk cId="351736701" sldId="322"/>
        </pc:sldMkLst>
      </pc:sldChg>
      <pc:sldChg chg="ord modAnim">
        <pc:chgData name="Claudia Lissette Gutiérrez Díaz" userId="8cd99136cfcc98d8" providerId="LiveId" clId="{DCEBE035-E261-4E92-863D-1F32B3CF1C9B}" dt="2025-05-30T20:40:47.603" v="10722"/>
        <pc:sldMkLst>
          <pc:docMk/>
          <pc:sldMk cId="3018703732" sldId="323"/>
        </pc:sldMkLst>
      </pc:sldChg>
      <pc:sldChg chg="del">
        <pc:chgData name="Claudia Lissette Gutiérrez Díaz" userId="8cd99136cfcc98d8" providerId="LiveId" clId="{DCEBE035-E261-4E92-863D-1F32B3CF1C9B}" dt="2025-05-24T07:27:51.171" v="9056" actId="47"/>
        <pc:sldMkLst>
          <pc:docMk/>
          <pc:sldMk cId="1992767038" sldId="324"/>
        </pc:sldMkLst>
      </pc:sldChg>
      <pc:sldChg chg="modSp mod ord modAnim">
        <pc:chgData name="Claudia Lissette Gutiérrez Díaz" userId="8cd99136cfcc98d8" providerId="LiveId" clId="{DCEBE035-E261-4E92-863D-1F32B3CF1C9B}" dt="2025-05-30T22:20:19.717" v="10861"/>
        <pc:sldMkLst>
          <pc:docMk/>
          <pc:sldMk cId="1450050172" sldId="325"/>
        </pc:sldMkLst>
        <pc:spChg chg="mod">
          <ac:chgData name="Claudia Lissette Gutiérrez Díaz" userId="8cd99136cfcc98d8" providerId="LiveId" clId="{DCEBE035-E261-4E92-863D-1F32B3CF1C9B}" dt="2025-05-30T22:19:59.768" v="10858" actId="1076"/>
          <ac:spMkLst>
            <pc:docMk/>
            <pc:sldMk cId="1450050172" sldId="325"/>
            <ac:spMk id="22" creationId="{0E25AF0B-F1FA-3B93-5481-04D92FF8AF8B}"/>
          </ac:spMkLst>
        </pc:spChg>
        <pc:spChg chg="mod">
          <ac:chgData name="Claudia Lissette Gutiérrez Díaz" userId="8cd99136cfcc98d8" providerId="LiveId" clId="{DCEBE035-E261-4E92-863D-1F32B3CF1C9B}" dt="2025-05-30T22:20:03.652" v="10859" actId="1076"/>
          <ac:spMkLst>
            <pc:docMk/>
            <pc:sldMk cId="1450050172" sldId="325"/>
            <ac:spMk id="3200" creationId="{421E58BE-3DF7-88BB-6F9A-AF3D40FCFFF9}"/>
          </ac:spMkLst>
        </pc:spChg>
      </pc:sldChg>
      <pc:sldChg chg="add del modAnim">
        <pc:chgData name="Claudia Lissette Gutiérrez Díaz" userId="8cd99136cfcc98d8" providerId="LiveId" clId="{DCEBE035-E261-4E92-863D-1F32B3CF1C9B}" dt="2025-05-30T20:39:41.562" v="10703"/>
        <pc:sldMkLst>
          <pc:docMk/>
          <pc:sldMk cId="2589809351" sldId="326"/>
        </pc:sldMkLst>
      </pc:sldChg>
      <pc:sldChg chg="del">
        <pc:chgData name="Claudia Lissette Gutiérrez Díaz" userId="8cd99136cfcc98d8" providerId="LiveId" clId="{DCEBE035-E261-4E92-863D-1F32B3CF1C9B}" dt="2025-05-24T07:27:46.540" v="9050" actId="47"/>
        <pc:sldMkLst>
          <pc:docMk/>
          <pc:sldMk cId="3645908478" sldId="327"/>
        </pc:sldMkLst>
      </pc:sldChg>
      <pc:sldChg chg="ord modAnim">
        <pc:chgData name="Claudia Lissette Gutiérrez Díaz" userId="8cd99136cfcc98d8" providerId="LiveId" clId="{DCEBE035-E261-4E92-863D-1F32B3CF1C9B}" dt="2025-05-30T20:22:50.560" v="10594"/>
        <pc:sldMkLst>
          <pc:docMk/>
          <pc:sldMk cId="2338803446" sldId="328"/>
        </pc:sldMkLst>
      </pc:sldChg>
      <pc:sldChg chg="ord modAnim">
        <pc:chgData name="Claudia Lissette Gutiérrez Díaz" userId="8cd99136cfcc98d8" providerId="LiveId" clId="{DCEBE035-E261-4E92-863D-1F32B3CF1C9B}" dt="2025-05-30T20:14:02.027" v="10513"/>
        <pc:sldMkLst>
          <pc:docMk/>
          <pc:sldMk cId="71915071" sldId="329"/>
        </pc:sldMkLst>
      </pc:sldChg>
      <pc:sldChg chg="addSp delSp modSp add mod ord modAnim">
        <pc:chgData name="Claudia Lissette Gutiérrez Díaz" userId="8cd99136cfcc98d8" providerId="LiveId" clId="{DCEBE035-E261-4E92-863D-1F32B3CF1C9B}" dt="2025-05-30T20:24:15.548" v="10604"/>
        <pc:sldMkLst>
          <pc:docMk/>
          <pc:sldMk cId="2039084710" sldId="330"/>
        </pc:sldMkLst>
        <pc:spChg chg="mod">
          <ac:chgData name="Claudia Lissette Gutiérrez Díaz" userId="8cd99136cfcc98d8" providerId="LiveId" clId="{DCEBE035-E261-4E92-863D-1F32B3CF1C9B}" dt="2025-05-15T04:07:36.605" v="599" actId="20577"/>
          <ac:spMkLst>
            <pc:docMk/>
            <pc:sldMk cId="2039084710" sldId="330"/>
            <ac:spMk id="4" creationId="{23B122C6-AB27-7CBE-B26E-85E7A7AFCCA9}"/>
          </ac:spMkLst>
        </pc:spChg>
        <pc:spChg chg="mod">
          <ac:chgData name="Claudia Lissette Gutiérrez Díaz" userId="8cd99136cfcc98d8" providerId="LiveId" clId="{DCEBE035-E261-4E92-863D-1F32B3CF1C9B}" dt="2025-05-15T04:10:26.526" v="1022" actId="113"/>
          <ac:spMkLst>
            <pc:docMk/>
            <pc:sldMk cId="2039084710" sldId="330"/>
            <ac:spMk id="2845" creationId="{2478D724-9CFD-7C44-E637-A6D42CC3A7B4}"/>
          </ac:spMkLst>
        </pc:spChg>
        <pc:picChg chg="add mod">
          <ac:chgData name="Claudia Lissette Gutiérrez Díaz" userId="8cd99136cfcc98d8" providerId="LiveId" clId="{DCEBE035-E261-4E92-863D-1F32B3CF1C9B}" dt="2025-05-15T04:08:15.839" v="603" actId="14861"/>
          <ac:picMkLst>
            <pc:docMk/>
            <pc:sldMk cId="2039084710" sldId="330"/>
            <ac:picMk id="5" creationId="{75FCB241-C5E3-6471-E836-DA8A990B88BC}"/>
          </ac:picMkLst>
        </pc:picChg>
      </pc:sldChg>
      <pc:sldChg chg="addSp delSp modSp add del mod ord">
        <pc:chgData name="Claudia Lissette Gutiérrez Díaz" userId="8cd99136cfcc98d8" providerId="LiveId" clId="{DCEBE035-E261-4E92-863D-1F32B3CF1C9B}" dt="2025-05-15T03:44:19.014" v="15" actId="2696"/>
        <pc:sldMkLst>
          <pc:docMk/>
          <pc:sldMk cId="2475620241" sldId="330"/>
        </pc:sldMkLst>
      </pc:sldChg>
      <pc:sldChg chg="addSp delSp modSp add mod ord modAnim">
        <pc:chgData name="Claudia Lissette Gutiérrez Díaz" userId="8cd99136cfcc98d8" providerId="LiveId" clId="{DCEBE035-E261-4E92-863D-1F32B3CF1C9B}" dt="2025-05-30T20:23:30.973" v="10600"/>
        <pc:sldMkLst>
          <pc:docMk/>
          <pc:sldMk cId="3825026147" sldId="331"/>
        </pc:sldMkLst>
        <pc:spChg chg="mod">
          <ac:chgData name="Claudia Lissette Gutiérrez Díaz" userId="8cd99136cfcc98d8" providerId="LiveId" clId="{DCEBE035-E261-4E92-863D-1F32B3CF1C9B}" dt="2025-05-15T03:44:59.170" v="30" actId="20577"/>
          <ac:spMkLst>
            <pc:docMk/>
            <pc:sldMk cId="3825026147" sldId="331"/>
            <ac:spMk id="4" creationId="{3EFCBD06-AEEF-2E63-654A-D2EEE8B3041B}"/>
          </ac:spMkLst>
        </pc:spChg>
        <pc:spChg chg="mod">
          <ac:chgData name="Claudia Lissette Gutiérrez Díaz" userId="8cd99136cfcc98d8" providerId="LiveId" clId="{DCEBE035-E261-4E92-863D-1F32B3CF1C9B}" dt="2025-05-15T04:07:19.107" v="583" actId="12"/>
          <ac:spMkLst>
            <pc:docMk/>
            <pc:sldMk cId="3825026147" sldId="331"/>
            <ac:spMk id="15" creationId="{951D063B-0B65-47B5-6BDC-58920A0720FE}"/>
          </ac:spMkLst>
        </pc:spChg>
        <pc:picChg chg="add mod modCrop">
          <ac:chgData name="Claudia Lissette Gutiérrez Díaz" userId="8cd99136cfcc98d8" providerId="LiveId" clId="{DCEBE035-E261-4E92-863D-1F32B3CF1C9B}" dt="2025-05-15T03:53:15.166" v="43" actId="1076"/>
          <ac:picMkLst>
            <pc:docMk/>
            <pc:sldMk cId="3825026147" sldId="331"/>
            <ac:picMk id="6" creationId="{D8ECEEE5-2867-842E-B17A-515221ACCE19}"/>
          </ac:picMkLst>
        </pc:picChg>
      </pc:sldChg>
      <pc:sldChg chg="modSp add mod ord modAnim">
        <pc:chgData name="Claudia Lissette Gutiérrez Díaz" userId="8cd99136cfcc98d8" providerId="LiveId" clId="{DCEBE035-E261-4E92-863D-1F32B3CF1C9B}" dt="2025-05-30T23:09:30.898" v="10881" actId="242"/>
        <pc:sldMkLst>
          <pc:docMk/>
          <pc:sldMk cId="3461346429" sldId="332"/>
        </pc:sldMkLst>
        <pc:spChg chg="mod">
          <ac:chgData name="Claudia Lissette Gutiérrez Díaz" userId="8cd99136cfcc98d8" providerId="LiveId" clId="{DCEBE035-E261-4E92-863D-1F32B3CF1C9B}" dt="2025-05-15T04:11:28.652" v="1062" actId="122"/>
          <ac:spMkLst>
            <pc:docMk/>
            <pc:sldMk cId="3461346429" sldId="332"/>
            <ac:spMk id="5" creationId="{F736EEF9-6A64-A06B-FB8D-40B2AB973A44}"/>
          </ac:spMkLst>
        </pc:spChg>
        <pc:graphicFrameChg chg="mod modGraphic">
          <ac:chgData name="Claudia Lissette Gutiérrez Díaz" userId="8cd99136cfcc98d8" providerId="LiveId" clId="{DCEBE035-E261-4E92-863D-1F32B3CF1C9B}" dt="2025-05-30T23:09:30.898" v="10881" actId="242"/>
          <ac:graphicFrameMkLst>
            <pc:docMk/>
            <pc:sldMk cId="3461346429" sldId="332"/>
            <ac:graphicFrameMk id="2" creationId="{06E60BF0-0F99-A3FA-F5BC-C400006D7466}"/>
          </ac:graphicFrameMkLst>
        </pc:graphicFrameChg>
      </pc:sldChg>
      <pc:sldChg chg="addSp delSp modSp add mod ord modAnim">
        <pc:chgData name="Claudia Lissette Gutiérrez Díaz" userId="8cd99136cfcc98d8" providerId="LiveId" clId="{DCEBE035-E261-4E92-863D-1F32B3CF1C9B}" dt="2025-05-30T20:24:34.342" v="10608"/>
        <pc:sldMkLst>
          <pc:docMk/>
          <pc:sldMk cId="2569372687" sldId="333"/>
        </pc:sldMkLst>
        <pc:spChg chg="mod">
          <ac:chgData name="Claudia Lissette Gutiérrez Díaz" userId="8cd99136cfcc98d8" providerId="LiveId" clId="{DCEBE035-E261-4E92-863D-1F32B3CF1C9B}" dt="2025-05-15T05:04:19.135" v="1514" actId="20577"/>
          <ac:spMkLst>
            <pc:docMk/>
            <pc:sldMk cId="2569372687" sldId="333"/>
            <ac:spMk id="5" creationId="{F81F0E3D-BF23-AEC6-BCA6-1B01875748F7}"/>
          </ac:spMkLst>
        </pc:spChg>
        <pc:picChg chg="add mod">
          <ac:chgData name="Claudia Lissette Gutiérrez Díaz" userId="8cd99136cfcc98d8" providerId="LiveId" clId="{DCEBE035-E261-4E92-863D-1F32B3CF1C9B}" dt="2025-05-15T05:03:44.026" v="1498" actId="14100"/>
          <ac:picMkLst>
            <pc:docMk/>
            <pc:sldMk cId="2569372687" sldId="333"/>
            <ac:picMk id="4" creationId="{DB9AE59A-03F6-A81D-1F7B-AA0A411F5683}"/>
          </ac:picMkLst>
        </pc:picChg>
        <pc:picChg chg="add mod">
          <ac:chgData name="Claudia Lissette Gutiérrez Díaz" userId="8cd99136cfcc98d8" providerId="LiveId" clId="{DCEBE035-E261-4E92-863D-1F32B3CF1C9B}" dt="2025-05-15T05:04:03.761" v="1504" actId="14100"/>
          <ac:picMkLst>
            <pc:docMk/>
            <pc:sldMk cId="2569372687" sldId="333"/>
            <ac:picMk id="7" creationId="{5EB124D1-4D56-7C9B-93AD-6CB1C1E82D29}"/>
          </ac:picMkLst>
        </pc:picChg>
      </pc:sldChg>
      <pc:sldChg chg="addSp delSp modSp add mod ord modAnim">
        <pc:chgData name="Claudia Lissette Gutiérrez Díaz" userId="8cd99136cfcc98d8" providerId="LiveId" clId="{DCEBE035-E261-4E92-863D-1F32B3CF1C9B}" dt="2025-05-30T20:24:43.803" v="10610"/>
        <pc:sldMkLst>
          <pc:docMk/>
          <pc:sldMk cId="1279486293" sldId="334"/>
        </pc:sldMkLst>
        <pc:picChg chg="add mod">
          <ac:chgData name="Claudia Lissette Gutiérrez Díaz" userId="8cd99136cfcc98d8" providerId="LiveId" clId="{DCEBE035-E261-4E92-863D-1F32B3CF1C9B}" dt="2025-05-15T05:05:12.851" v="1528" actId="14100"/>
          <ac:picMkLst>
            <pc:docMk/>
            <pc:sldMk cId="1279486293" sldId="334"/>
            <ac:picMk id="3" creationId="{858E6EAC-CF7A-BE42-2E7B-9573B4EFC5D1}"/>
          </ac:picMkLst>
        </pc:picChg>
        <pc:picChg chg="add mod">
          <ac:chgData name="Claudia Lissette Gutiérrez Díaz" userId="8cd99136cfcc98d8" providerId="LiveId" clId="{DCEBE035-E261-4E92-863D-1F32B3CF1C9B}" dt="2025-05-15T05:05:06.173" v="1526" actId="14100"/>
          <ac:picMkLst>
            <pc:docMk/>
            <pc:sldMk cId="1279486293" sldId="334"/>
            <ac:picMk id="8" creationId="{0DA8F96F-85B5-BDEF-B764-CFACC25A1617}"/>
          </ac:picMkLst>
        </pc:picChg>
      </pc:sldChg>
      <pc:sldChg chg="addSp delSp modSp add mod ord modAnim">
        <pc:chgData name="Claudia Lissette Gutiérrez Díaz" userId="8cd99136cfcc98d8" providerId="LiveId" clId="{DCEBE035-E261-4E92-863D-1F32B3CF1C9B}" dt="2025-05-30T20:25:10.844" v="10618"/>
        <pc:sldMkLst>
          <pc:docMk/>
          <pc:sldMk cId="1409401809" sldId="335"/>
        </pc:sldMkLst>
        <pc:picChg chg="add mod">
          <ac:chgData name="Claudia Lissette Gutiérrez Díaz" userId="8cd99136cfcc98d8" providerId="LiveId" clId="{DCEBE035-E261-4E92-863D-1F32B3CF1C9B}" dt="2025-05-15T05:06:00.999" v="1536" actId="14100"/>
          <ac:picMkLst>
            <pc:docMk/>
            <pc:sldMk cId="1409401809" sldId="335"/>
            <ac:picMk id="4" creationId="{180F932F-FECE-F0AD-21C2-6E35E6D6EA07}"/>
          </ac:picMkLst>
        </pc:picChg>
      </pc:sldChg>
      <pc:sldChg chg="addSp delSp modSp add mod ord modAnim">
        <pc:chgData name="Claudia Lissette Gutiérrez Díaz" userId="8cd99136cfcc98d8" providerId="LiveId" clId="{DCEBE035-E261-4E92-863D-1F32B3CF1C9B}" dt="2025-05-30T20:24:58.798" v="10615"/>
        <pc:sldMkLst>
          <pc:docMk/>
          <pc:sldMk cId="4044833244" sldId="336"/>
        </pc:sldMkLst>
        <pc:spChg chg="mod">
          <ac:chgData name="Claudia Lissette Gutiérrez Díaz" userId="8cd99136cfcc98d8" providerId="LiveId" clId="{DCEBE035-E261-4E92-863D-1F32B3CF1C9B}" dt="2025-05-15T05:09:46.969" v="1578" actId="20577"/>
          <ac:spMkLst>
            <pc:docMk/>
            <pc:sldMk cId="4044833244" sldId="336"/>
            <ac:spMk id="5" creationId="{3F7BB113-E35B-B6F8-BB1A-242DF7115479}"/>
          </ac:spMkLst>
        </pc:spChg>
        <pc:picChg chg="add mod">
          <ac:chgData name="Claudia Lissette Gutiérrez Díaz" userId="8cd99136cfcc98d8" providerId="LiveId" clId="{DCEBE035-E261-4E92-863D-1F32B3CF1C9B}" dt="2025-05-15T05:06:51.442" v="1543" actId="1076"/>
          <ac:picMkLst>
            <pc:docMk/>
            <pc:sldMk cId="4044833244" sldId="336"/>
            <ac:picMk id="3" creationId="{029FFDB8-0CCD-7810-CAA9-34702791F090}"/>
          </ac:picMkLst>
        </pc:picChg>
      </pc:sldChg>
      <pc:sldChg chg="modSp add del mod ord">
        <pc:chgData name="Claudia Lissette Gutiérrez Díaz" userId="8cd99136cfcc98d8" providerId="LiveId" clId="{DCEBE035-E261-4E92-863D-1F32B3CF1C9B}" dt="2025-05-22T05:19:07.278" v="2101" actId="2696"/>
        <pc:sldMkLst>
          <pc:docMk/>
          <pc:sldMk cId="3975031456" sldId="337"/>
        </pc:sldMkLst>
      </pc:sldChg>
      <pc:sldChg chg="modSp add mod ord modAnim">
        <pc:chgData name="Claudia Lissette Gutiérrez Díaz" userId="8cd99136cfcc98d8" providerId="LiveId" clId="{DCEBE035-E261-4E92-863D-1F32B3CF1C9B}" dt="2025-05-30T20:25:21.665" v="10620"/>
        <pc:sldMkLst>
          <pc:docMk/>
          <pc:sldMk cId="3066030714" sldId="338"/>
        </pc:sldMkLst>
        <pc:graphicFrameChg chg="mod modGraphic">
          <ac:chgData name="Claudia Lissette Gutiérrez Díaz" userId="8cd99136cfcc98d8" providerId="LiveId" clId="{DCEBE035-E261-4E92-863D-1F32B3CF1C9B}" dt="2025-05-22T05:17:19.087" v="2091" actId="403"/>
          <ac:graphicFrameMkLst>
            <pc:docMk/>
            <pc:sldMk cId="3066030714" sldId="338"/>
            <ac:graphicFrameMk id="2" creationId="{9FED3C57-0C54-042C-C887-40A9CF625F57}"/>
          </ac:graphicFrameMkLst>
        </pc:graphicFrameChg>
      </pc:sldChg>
      <pc:sldChg chg="addSp modSp add mod ord modAnim">
        <pc:chgData name="Claudia Lissette Gutiérrez Díaz" userId="8cd99136cfcc98d8" providerId="LiveId" clId="{DCEBE035-E261-4E92-863D-1F32B3CF1C9B}" dt="2025-05-30T20:26:18.255" v="10626"/>
        <pc:sldMkLst>
          <pc:docMk/>
          <pc:sldMk cId="1288903422" sldId="339"/>
        </pc:sldMkLst>
        <pc:spChg chg="add mod">
          <ac:chgData name="Claudia Lissette Gutiérrez Díaz" userId="8cd99136cfcc98d8" providerId="LiveId" clId="{DCEBE035-E261-4E92-863D-1F32B3CF1C9B}" dt="2025-05-22T05:29:05.979" v="2195" actId="1076"/>
          <ac:spMkLst>
            <pc:docMk/>
            <pc:sldMk cId="1288903422" sldId="339"/>
            <ac:spMk id="3" creationId="{4BD24119-83C9-96C4-A56F-3F648473A773}"/>
          </ac:spMkLst>
        </pc:spChg>
        <pc:spChg chg="add mod">
          <ac:chgData name="Claudia Lissette Gutiérrez Díaz" userId="8cd99136cfcc98d8" providerId="LiveId" clId="{DCEBE035-E261-4E92-863D-1F32B3CF1C9B}" dt="2025-05-22T05:29:05.979" v="2195" actId="1076"/>
          <ac:spMkLst>
            <pc:docMk/>
            <pc:sldMk cId="1288903422" sldId="339"/>
            <ac:spMk id="4" creationId="{C6E98942-7350-929C-5537-AC2504D17BFB}"/>
          </ac:spMkLst>
        </pc:spChg>
        <pc:spChg chg="add mod">
          <ac:chgData name="Claudia Lissette Gutiérrez Díaz" userId="8cd99136cfcc98d8" providerId="LiveId" clId="{DCEBE035-E261-4E92-863D-1F32B3CF1C9B}" dt="2025-05-22T05:29:05.979" v="2195" actId="1076"/>
          <ac:spMkLst>
            <pc:docMk/>
            <pc:sldMk cId="1288903422" sldId="339"/>
            <ac:spMk id="6" creationId="{59D34E9A-B843-AF4E-AE55-132FDE37177E}"/>
          </ac:spMkLst>
        </pc:spChg>
        <pc:spChg chg="add mod">
          <ac:chgData name="Claudia Lissette Gutiérrez Díaz" userId="8cd99136cfcc98d8" providerId="LiveId" clId="{DCEBE035-E261-4E92-863D-1F32B3CF1C9B}" dt="2025-05-22T05:28:59.485" v="2194" actId="1076"/>
          <ac:spMkLst>
            <pc:docMk/>
            <pc:sldMk cId="1288903422" sldId="339"/>
            <ac:spMk id="7" creationId="{36769E6E-EC1F-3AC2-FD8A-B681A57B480C}"/>
          </ac:spMkLst>
        </pc:spChg>
        <pc:spChg chg="add mod">
          <ac:chgData name="Claudia Lissette Gutiérrez Díaz" userId="8cd99136cfcc98d8" providerId="LiveId" clId="{DCEBE035-E261-4E92-863D-1F32B3CF1C9B}" dt="2025-05-22T05:28:59.485" v="2194" actId="1076"/>
          <ac:spMkLst>
            <pc:docMk/>
            <pc:sldMk cId="1288903422" sldId="339"/>
            <ac:spMk id="8" creationId="{5E20FBC2-0595-8753-5C93-C965E631E268}"/>
          </ac:spMkLst>
        </pc:spChg>
        <pc:spChg chg="add mod">
          <ac:chgData name="Claudia Lissette Gutiérrez Díaz" userId="8cd99136cfcc98d8" providerId="LiveId" clId="{DCEBE035-E261-4E92-863D-1F32B3CF1C9B}" dt="2025-05-22T05:28:59.485" v="2194" actId="1076"/>
          <ac:spMkLst>
            <pc:docMk/>
            <pc:sldMk cId="1288903422" sldId="339"/>
            <ac:spMk id="9" creationId="{D75E57EC-63E7-1483-AF54-748466D05483}"/>
          </ac:spMkLst>
        </pc:spChg>
        <pc:spChg chg="add mod">
          <ac:chgData name="Claudia Lissette Gutiérrez Díaz" userId="8cd99136cfcc98d8" providerId="LiveId" clId="{DCEBE035-E261-4E92-863D-1F32B3CF1C9B}" dt="2025-05-22T05:28:59.485" v="2194" actId="1076"/>
          <ac:spMkLst>
            <pc:docMk/>
            <pc:sldMk cId="1288903422" sldId="339"/>
            <ac:spMk id="10" creationId="{63EE020E-1B99-6D2F-8D0D-BB93F07C811B}"/>
          </ac:spMkLst>
        </pc:spChg>
        <pc:spChg chg="add mod">
          <ac:chgData name="Claudia Lissette Gutiérrez Díaz" userId="8cd99136cfcc98d8" providerId="LiveId" clId="{DCEBE035-E261-4E92-863D-1F32B3CF1C9B}" dt="2025-05-22T05:28:59.485" v="2194" actId="1076"/>
          <ac:spMkLst>
            <pc:docMk/>
            <pc:sldMk cId="1288903422" sldId="339"/>
            <ac:spMk id="11" creationId="{2E97E536-8257-150D-28DE-975D320D006A}"/>
          </ac:spMkLst>
        </pc:spChg>
        <pc:graphicFrameChg chg="mod">
          <ac:chgData name="Claudia Lissette Gutiérrez Díaz" userId="8cd99136cfcc98d8" providerId="LiveId" clId="{DCEBE035-E261-4E92-863D-1F32B3CF1C9B}" dt="2025-05-22T05:20:26.945" v="2134" actId="1076"/>
          <ac:graphicFrameMkLst>
            <pc:docMk/>
            <pc:sldMk cId="1288903422" sldId="339"/>
            <ac:graphicFrameMk id="2" creationId="{773D326A-D8E8-832D-9EFB-E7B234126A0D}"/>
          </ac:graphicFrameMkLst>
        </pc:graphicFrameChg>
      </pc:sldChg>
      <pc:sldChg chg="addSp delSp modSp add mod ord modAnim">
        <pc:chgData name="Claudia Lissette Gutiérrez Díaz" userId="8cd99136cfcc98d8" providerId="LiveId" clId="{DCEBE035-E261-4E92-863D-1F32B3CF1C9B}" dt="2025-05-30T20:26:38.126" v="10631"/>
        <pc:sldMkLst>
          <pc:docMk/>
          <pc:sldMk cId="2780543304" sldId="340"/>
        </pc:sldMkLst>
        <pc:spChg chg="mod">
          <ac:chgData name="Claudia Lissette Gutiérrez Díaz" userId="8cd99136cfcc98d8" providerId="LiveId" clId="{DCEBE035-E261-4E92-863D-1F32B3CF1C9B}" dt="2025-05-24T05:01:24.711" v="2231" actId="20577"/>
          <ac:spMkLst>
            <pc:docMk/>
            <pc:sldMk cId="2780543304" sldId="340"/>
            <ac:spMk id="4" creationId="{8D9F3546-7838-6C8D-7188-4F60D1A82BC5}"/>
          </ac:spMkLst>
        </pc:spChg>
        <pc:spChg chg="mod">
          <ac:chgData name="Claudia Lissette Gutiérrez Díaz" userId="8cd99136cfcc98d8" providerId="LiveId" clId="{DCEBE035-E261-4E92-863D-1F32B3CF1C9B}" dt="2025-05-24T05:28:31.882" v="3202" actId="20577"/>
          <ac:spMkLst>
            <pc:docMk/>
            <pc:sldMk cId="2780543304" sldId="340"/>
            <ac:spMk id="2845" creationId="{851F570A-DAB1-FB59-A8E4-264646BE7C33}"/>
          </ac:spMkLst>
        </pc:spChg>
        <pc:picChg chg="add mod">
          <ac:chgData name="Claudia Lissette Gutiérrez Díaz" userId="8cd99136cfcc98d8" providerId="LiveId" clId="{DCEBE035-E261-4E92-863D-1F32B3CF1C9B}" dt="2025-05-24T06:21:48.780" v="4700" actId="1440"/>
          <ac:picMkLst>
            <pc:docMk/>
            <pc:sldMk cId="2780543304" sldId="340"/>
            <ac:picMk id="5" creationId="{E58F9802-2A04-F54E-240B-6FFD85199512}"/>
          </ac:picMkLst>
        </pc:picChg>
        <pc:picChg chg="add mod">
          <ac:chgData name="Claudia Lissette Gutiérrez Díaz" userId="8cd99136cfcc98d8" providerId="LiveId" clId="{DCEBE035-E261-4E92-863D-1F32B3CF1C9B}" dt="2025-05-24T06:21:56.701" v="4703" actId="1440"/>
          <ac:picMkLst>
            <pc:docMk/>
            <pc:sldMk cId="2780543304" sldId="340"/>
            <ac:picMk id="7" creationId="{186F47B9-2D70-2FCD-9C90-C4BE7E26EA2D}"/>
          </ac:picMkLst>
        </pc:picChg>
      </pc:sldChg>
      <pc:sldChg chg="modSp add del mod">
        <pc:chgData name="Claudia Lissette Gutiérrez Díaz" userId="8cd99136cfcc98d8" providerId="LiveId" clId="{DCEBE035-E261-4E92-863D-1F32B3CF1C9B}" dt="2025-05-22T05:19:04.488" v="2100" actId="2696"/>
        <pc:sldMkLst>
          <pc:docMk/>
          <pc:sldMk cId="3386758122" sldId="340"/>
        </pc:sldMkLst>
      </pc:sldChg>
      <pc:sldChg chg="addSp delSp modSp add del mod modAnim">
        <pc:chgData name="Claudia Lissette Gutiérrez Díaz" userId="8cd99136cfcc98d8" providerId="LiveId" clId="{DCEBE035-E261-4E92-863D-1F32B3CF1C9B}" dt="2025-05-30T20:39:50.329" v="10705"/>
        <pc:sldMkLst>
          <pc:docMk/>
          <pc:sldMk cId="336051297" sldId="341"/>
        </pc:sldMkLst>
        <pc:spChg chg="add del mod">
          <ac:chgData name="Claudia Lissette Gutiérrez Díaz" userId="8cd99136cfcc98d8" providerId="LiveId" clId="{DCEBE035-E261-4E92-863D-1F32B3CF1C9B}" dt="2025-05-24T05:10:11.329" v="2600" actId="113"/>
          <ac:spMkLst>
            <pc:docMk/>
            <pc:sldMk cId="336051297" sldId="341"/>
            <ac:spMk id="3366" creationId="{F6E1BEDA-978F-F567-20D8-81FB94B2B1B7}"/>
          </ac:spMkLst>
        </pc:spChg>
      </pc:sldChg>
      <pc:sldChg chg="addSp delSp modSp add mod ord modAnim">
        <pc:chgData name="Claudia Lissette Gutiérrez Díaz" userId="8cd99136cfcc98d8" providerId="LiveId" clId="{DCEBE035-E261-4E92-863D-1F32B3CF1C9B}" dt="2025-05-30T20:26:53.159" v="10633"/>
        <pc:sldMkLst>
          <pc:docMk/>
          <pc:sldMk cId="2852194177" sldId="342"/>
        </pc:sldMkLst>
        <pc:spChg chg="mod">
          <ac:chgData name="Claudia Lissette Gutiérrez Díaz" userId="8cd99136cfcc98d8" providerId="LiveId" clId="{DCEBE035-E261-4E92-863D-1F32B3CF1C9B}" dt="2025-05-24T05:13:33.891" v="2642" actId="20577"/>
          <ac:spMkLst>
            <pc:docMk/>
            <pc:sldMk cId="2852194177" sldId="342"/>
            <ac:spMk id="5" creationId="{CB9667C7-6C60-9C89-29B0-F440B1493884}"/>
          </ac:spMkLst>
        </pc:spChg>
        <pc:picChg chg="add mod modCrop">
          <ac:chgData name="Claudia Lissette Gutiérrez Díaz" userId="8cd99136cfcc98d8" providerId="LiveId" clId="{DCEBE035-E261-4E92-863D-1F32B3CF1C9B}" dt="2025-05-24T06:21:39.453" v="4699" actId="1440"/>
          <ac:picMkLst>
            <pc:docMk/>
            <pc:sldMk cId="2852194177" sldId="342"/>
            <ac:picMk id="4" creationId="{43196255-701E-1555-284A-7692B5C3432B}"/>
          </ac:picMkLst>
        </pc:picChg>
      </pc:sldChg>
      <pc:sldChg chg="delSp modSp add mod ord modAnim">
        <pc:chgData name="Claudia Lissette Gutiérrez Díaz" userId="8cd99136cfcc98d8" providerId="LiveId" clId="{DCEBE035-E261-4E92-863D-1F32B3CF1C9B}" dt="2025-05-30T20:27:09.399" v="10637"/>
        <pc:sldMkLst>
          <pc:docMk/>
          <pc:sldMk cId="2806057376" sldId="343"/>
        </pc:sldMkLst>
        <pc:spChg chg="mod">
          <ac:chgData name="Claudia Lissette Gutiérrez Díaz" userId="8cd99136cfcc98d8" providerId="LiveId" clId="{DCEBE035-E261-4E92-863D-1F32B3CF1C9B}" dt="2025-05-24T05:23:36.498" v="2711" actId="20577"/>
          <ac:spMkLst>
            <pc:docMk/>
            <pc:sldMk cId="2806057376" sldId="343"/>
            <ac:spMk id="4" creationId="{6C4FD9DB-1041-FC3A-274F-9D471817219C}"/>
          </ac:spMkLst>
        </pc:spChg>
        <pc:spChg chg="mod">
          <ac:chgData name="Claudia Lissette Gutiérrez Díaz" userId="8cd99136cfcc98d8" providerId="LiveId" clId="{DCEBE035-E261-4E92-863D-1F32B3CF1C9B}" dt="2025-05-24T05:32:00.128" v="3675" actId="14100"/>
          <ac:spMkLst>
            <pc:docMk/>
            <pc:sldMk cId="2806057376" sldId="343"/>
            <ac:spMk id="2845" creationId="{79DCC75A-0186-1282-7036-F83393535DFA}"/>
          </ac:spMkLst>
        </pc:spChg>
      </pc:sldChg>
      <pc:sldChg chg="modSp add del mod ord modAnim">
        <pc:chgData name="Claudia Lissette Gutiérrez Díaz" userId="8cd99136cfcc98d8" providerId="LiveId" clId="{DCEBE035-E261-4E92-863D-1F32B3CF1C9B}" dt="2025-05-30T20:27:23.744" v="10641"/>
        <pc:sldMkLst>
          <pc:docMk/>
          <pc:sldMk cId="1835755262" sldId="344"/>
        </pc:sldMkLst>
        <pc:spChg chg="mod">
          <ac:chgData name="Claudia Lissette Gutiérrez Díaz" userId="8cd99136cfcc98d8" providerId="LiveId" clId="{DCEBE035-E261-4E92-863D-1F32B3CF1C9B}" dt="2025-05-30T18:43:42.804" v="9881" actId="20577"/>
          <ac:spMkLst>
            <pc:docMk/>
            <pc:sldMk cId="1835755262" sldId="344"/>
            <ac:spMk id="4" creationId="{E6878418-FD9F-2257-1BB6-B236EC21D29C}"/>
          </ac:spMkLst>
        </pc:spChg>
        <pc:spChg chg="mod">
          <ac:chgData name="Claudia Lissette Gutiérrez Díaz" userId="8cd99136cfcc98d8" providerId="LiveId" clId="{DCEBE035-E261-4E92-863D-1F32B3CF1C9B}" dt="2025-05-24T05:31:47.547" v="3674" actId="14100"/>
          <ac:spMkLst>
            <pc:docMk/>
            <pc:sldMk cId="1835755262" sldId="344"/>
            <ac:spMk id="2845" creationId="{7C10ED6E-7DB4-C652-D0EA-A8475140930E}"/>
          </ac:spMkLst>
        </pc:spChg>
      </pc:sldChg>
      <pc:sldChg chg="addSp delSp modSp add del mod ord">
        <pc:chgData name="Claudia Lissette Gutiérrez Díaz" userId="8cd99136cfcc98d8" providerId="LiveId" clId="{DCEBE035-E261-4E92-863D-1F32B3CF1C9B}" dt="2025-05-24T05:33:09.212" v="3704" actId="47"/>
        <pc:sldMkLst>
          <pc:docMk/>
          <pc:sldMk cId="1009595377" sldId="345"/>
        </pc:sldMkLst>
      </pc:sldChg>
      <pc:sldChg chg="modSp add mod ord modAnim">
        <pc:chgData name="Claudia Lissette Gutiérrez Díaz" userId="8cd99136cfcc98d8" providerId="LiveId" clId="{DCEBE035-E261-4E92-863D-1F32B3CF1C9B}" dt="2025-05-30T20:14:14.167" v="10515"/>
        <pc:sldMkLst>
          <pc:docMk/>
          <pc:sldMk cId="1832288871" sldId="345"/>
        </pc:sldMkLst>
        <pc:spChg chg="mod">
          <ac:chgData name="Claudia Lissette Gutiérrez Díaz" userId="8cd99136cfcc98d8" providerId="LiveId" clId="{DCEBE035-E261-4E92-863D-1F32B3CF1C9B}" dt="2025-05-24T05:33:36.249" v="3719" actId="20577"/>
          <ac:spMkLst>
            <pc:docMk/>
            <pc:sldMk cId="1832288871" sldId="345"/>
            <ac:spMk id="2274" creationId="{A374AF09-823A-E9A7-A1DB-82D59D6757A0}"/>
          </ac:spMkLst>
        </pc:spChg>
        <pc:spChg chg="mod">
          <ac:chgData name="Claudia Lissette Gutiérrez Díaz" userId="8cd99136cfcc98d8" providerId="LiveId" clId="{DCEBE035-E261-4E92-863D-1F32B3CF1C9B}" dt="2025-05-24T05:33:32.720" v="3709" actId="20577"/>
          <ac:spMkLst>
            <pc:docMk/>
            <pc:sldMk cId="1832288871" sldId="345"/>
            <ac:spMk id="2276" creationId="{4BE8749A-8A8F-D590-A6E7-C07020FA2B79}"/>
          </ac:spMkLst>
        </pc:spChg>
      </pc:sldChg>
      <pc:sldChg chg="modSp add mod modAnim">
        <pc:chgData name="Claudia Lissette Gutiérrez Díaz" userId="8cd99136cfcc98d8" providerId="LiveId" clId="{DCEBE035-E261-4E92-863D-1F32B3CF1C9B}" dt="2025-05-30T20:27:37.744" v="10645"/>
        <pc:sldMkLst>
          <pc:docMk/>
          <pc:sldMk cId="3507279307" sldId="346"/>
        </pc:sldMkLst>
        <pc:spChg chg="mod">
          <ac:chgData name="Claudia Lissette Gutiérrez Díaz" userId="8cd99136cfcc98d8" providerId="LiveId" clId="{DCEBE035-E261-4E92-863D-1F32B3CF1C9B}" dt="2025-05-24T06:14:55.811" v="3748" actId="20577"/>
          <ac:spMkLst>
            <pc:docMk/>
            <pc:sldMk cId="3507279307" sldId="346"/>
            <ac:spMk id="4" creationId="{669CFB09-2BE3-1618-90B9-76702B6C95E4}"/>
          </ac:spMkLst>
        </pc:spChg>
        <pc:spChg chg="mod">
          <ac:chgData name="Claudia Lissette Gutiérrez Díaz" userId="8cd99136cfcc98d8" providerId="LiveId" clId="{DCEBE035-E261-4E92-863D-1F32B3CF1C9B}" dt="2025-05-24T06:19:40.608" v="4660" actId="20577"/>
          <ac:spMkLst>
            <pc:docMk/>
            <pc:sldMk cId="3507279307" sldId="346"/>
            <ac:spMk id="2845" creationId="{4B5C38FB-47CB-18E7-C0A9-E2221BE324A3}"/>
          </ac:spMkLst>
        </pc:spChg>
      </pc:sldChg>
      <pc:sldChg chg="addSp delSp modSp add mod ord modAnim">
        <pc:chgData name="Claudia Lissette Gutiérrez Díaz" userId="8cd99136cfcc98d8" providerId="LiveId" clId="{DCEBE035-E261-4E92-863D-1F32B3CF1C9B}" dt="2025-05-30T20:28:08.777" v="10649"/>
        <pc:sldMkLst>
          <pc:docMk/>
          <pc:sldMk cId="2473820224" sldId="347"/>
        </pc:sldMkLst>
        <pc:spChg chg="mod">
          <ac:chgData name="Claudia Lissette Gutiérrez Díaz" userId="8cd99136cfcc98d8" providerId="LiveId" clId="{DCEBE035-E261-4E92-863D-1F32B3CF1C9B}" dt="2025-05-24T06:20:27.897" v="4685" actId="20577"/>
          <ac:spMkLst>
            <pc:docMk/>
            <pc:sldMk cId="2473820224" sldId="347"/>
            <ac:spMk id="4" creationId="{3AED71DC-D1A1-6F93-EBA5-65F78F08532F}"/>
          </ac:spMkLst>
        </pc:spChg>
        <pc:spChg chg="mod">
          <ac:chgData name="Claudia Lissette Gutiérrez Díaz" userId="8cd99136cfcc98d8" providerId="LiveId" clId="{DCEBE035-E261-4E92-863D-1F32B3CF1C9B}" dt="2025-05-24T06:24:05.598" v="4955" actId="20577"/>
          <ac:spMkLst>
            <pc:docMk/>
            <pc:sldMk cId="2473820224" sldId="347"/>
            <ac:spMk id="15" creationId="{1D95FCCA-2D8B-7BAF-1545-DA7788AC7A01}"/>
          </ac:spMkLst>
        </pc:spChg>
        <pc:picChg chg="add mod">
          <ac:chgData name="Claudia Lissette Gutiérrez Díaz" userId="8cd99136cfcc98d8" providerId="LiveId" clId="{DCEBE035-E261-4E92-863D-1F32B3CF1C9B}" dt="2025-05-24T06:24:14.772" v="4956" actId="14100"/>
          <ac:picMkLst>
            <pc:docMk/>
            <pc:sldMk cId="2473820224" sldId="347"/>
            <ac:picMk id="3" creationId="{E82FC51D-CDAA-0038-A111-3C1B06EF9EAB}"/>
          </ac:picMkLst>
        </pc:picChg>
      </pc:sldChg>
      <pc:sldChg chg="addSp delSp modSp add mod ord modAnim">
        <pc:chgData name="Claudia Lissette Gutiérrez Díaz" userId="8cd99136cfcc98d8" providerId="LiveId" clId="{DCEBE035-E261-4E92-863D-1F32B3CF1C9B}" dt="2025-05-30T20:28:22.208" v="10653"/>
        <pc:sldMkLst>
          <pc:docMk/>
          <pc:sldMk cId="3239142732" sldId="348"/>
        </pc:sldMkLst>
        <pc:spChg chg="mod">
          <ac:chgData name="Claudia Lissette Gutiérrez Díaz" userId="8cd99136cfcc98d8" providerId="LiveId" clId="{DCEBE035-E261-4E92-863D-1F32B3CF1C9B}" dt="2025-05-24T06:26:34.206" v="4995" actId="20577"/>
          <ac:spMkLst>
            <pc:docMk/>
            <pc:sldMk cId="3239142732" sldId="348"/>
            <ac:spMk id="4" creationId="{563A8687-5AA5-D695-9934-C3021B3AD3E5}"/>
          </ac:spMkLst>
        </pc:spChg>
        <pc:spChg chg="mod">
          <ac:chgData name="Claudia Lissette Gutiérrez Díaz" userId="8cd99136cfcc98d8" providerId="LiveId" clId="{DCEBE035-E261-4E92-863D-1F32B3CF1C9B}" dt="2025-05-24T06:30:18.733" v="5252" actId="20577"/>
          <ac:spMkLst>
            <pc:docMk/>
            <pc:sldMk cId="3239142732" sldId="348"/>
            <ac:spMk id="2845" creationId="{5B77164F-AA8D-D802-54B0-6FAFE3CE913E}"/>
          </ac:spMkLst>
        </pc:spChg>
        <pc:picChg chg="add mod">
          <ac:chgData name="Claudia Lissette Gutiérrez Díaz" userId="8cd99136cfcc98d8" providerId="LiveId" clId="{DCEBE035-E261-4E92-863D-1F32B3CF1C9B}" dt="2025-05-24T06:26:03.600" v="4967" actId="14100"/>
          <ac:picMkLst>
            <pc:docMk/>
            <pc:sldMk cId="3239142732" sldId="348"/>
            <ac:picMk id="3" creationId="{1A02952A-00DC-2629-BA89-8F2502E08D27}"/>
          </ac:picMkLst>
        </pc:picChg>
      </pc:sldChg>
      <pc:sldChg chg="addSp delSp modSp add mod ord modAnim">
        <pc:chgData name="Claudia Lissette Gutiérrez Díaz" userId="8cd99136cfcc98d8" providerId="LiveId" clId="{DCEBE035-E261-4E92-863D-1F32B3CF1C9B}" dt="2025-05-30T20:28:33.810" v="10657"/>
        <pc:sldMkLst>
          <pc:docMk/>
          <pc:sldMk cId="2098987286" sldId="349"/>
        </pc:sldMkLst>
        <pc:spChg chg="add mod">
          <ac:chgData name="Claudia Lissette Gutiérrez Díaz" userId="8cd99136cfcc98d8" providerId="LiveId" clId="{DCEBE035-E261-4E92-863D-1F32B3CF1C9B}" dt="2025-05-24T06:57:53.517" v="6532" actId="20577"/>
          <ac:spMkLst>
            <pc:docMk/>
            <pc:sldMk cId="2098987286" sldId="349"/>
            <ac:spMk id="2" creationId="{A12FBA2E-0FBC-CFA6-CE67-92F0CF61C827}"/>
          </ac:spMkLst>
        </pc:spChg>
        <pc:spChg chg="mod">
          <ac:chgData name="Claudia Lissette Gutiérrez Díaz" userId="8cd99136cfcc98d8" providerId="LiveId" clId="{DCEBE035-E261-4E92-863D-1F32B3CF1C9B}" dt="2025-05-24T06:31:47.869" v="5301" actId="20577"/>
          <ac:spMkLst>
            <pc:docMk/>
            <pc:sldMk cId="2098987286" sldId="349"/>
            <ac:spMk id="4" creationId="{6129FA2E-D02D-5502-5386-6A2F46AD47E3}"/>
          </ac:spMkLst>
        </pc:spChg>
        <pc:picChg chg="add mod">
          <ac:chgData name="Claudia Lissette Gutiérrez Díaz" userId="8cd99136cfcc98d8" providerId="LiveId" clId="{DCEBE035-E261-4E92-863D-1F32B3CF1C9B}" dt="2025-05-24T06:32:33.642" v="5313" actId="1440"/>
          <ac:picMkLst>
            <pc:docMk/>
            <pc:sldMk cId="2098987286" sldId="349"/>
            <ac:picMk id="6" creationId="{E0988011-7A62-CA34-9EF7-C0E77A0609FC}"/>
          </ac:picMkLst>
        </pc:picChg>
      </pc:sldChg>
      <pc:sldChg chg="addSp delSp modSp add mod ord modAnim">
        <pc:chgData name="Claudia Lissette Gutiérrez Díaz" userId="8cd99136cfcc98d8" providerId="LiveId" clId="{DCEBE035-E261-4E92-863D-1F32B3CF1C9B}" dt="2025-05-30T20:28:46.538" v="10661"/>
        <pc:sldMkLst>
          <pc:docMk/>
          <pc:sldMk cId="2350970524" sldId="350"/>
        </pc:sldMkLst>
        <pc:spChg chg="mod">
          <ac:chgData name="Claudia Lissette Gutiérrez Díaz" userId="8cd99136cfcc98d8" providerId="LiveId" clId="{DCEBE035-E261-4E92-863D-1F32B3CF1C9B}" dt="2025-05-24T06:43:41.061" v="5818" actId="20577"/>
          <ac:spMkLst>
            <pc:docMk/>
            <pc:sldMk cId="2350970524" sldId="350"/>
            <ac:spMk id="4" creationId="{7CDF3049-8466-0A03-639E-304A038F8236}"/>
          </ac:spMkLst>
        </pc:spChg>
        <pc:spChg chg="mod">
          <ac:chgData name="Claudia Lissette Gutiérrez Díaz" userId="8cd99136cfcc98d8" providerId="LiveId" clId="{DCEBE035-E261-4E92-863D-1F32B3CF1C9B}" dt="2025-05-24T06:47:46.312" v="6168" actId="20577"/>
          <ac:spMkLst>
            <pc:docMk/>
            <pc:sldMk cId="2350970524" sldId="350"/>
            <ac:spMk id="15" creationId="{4FC958DA-4023-4C2C-B3BE-561A891E2D1B}"/>
          </ac:spMkLst>
        </pc:spChg>
        <pc:picChg chg="add mod">
          <ac:chgData name="Claudia Lissette Gutiérrez Díaz" userId="8cd99136cfcc98d8" providerId="LiveId" clId="{DCEBE035-E261-4E92-863D-1F32B3CF1C9B}" dt="2025-05-24T06:44:09.551" v="5823" actId="1440"/>
          <ac:picMkLst>
            <pc:docMk/>
            <pc:sldMk cId="2350970524" sldId="350"/>
            <ac:picMk id="5" creationId="{1FC0BBE9-90B3-C5E8-454B-8E1509894E16}"/>
          </ac:picMkLst>
        </pc:picChg>
      </pc:sldChg>
      <pc:sldChg chg="addSp delSp modSp add mod ord modAnim">
        <pc:chgData name="Claudia Lissette Gutiérrez Díaz" userId="8cd99136cfcc98d8" providerId="LiveId" clId="{DCEBE035-E261-4E92-863D-1F32B3CF1C9B}" dt="2025-05-30T20:29:00.211" v="10665"/>
        <pc:sldMkLst>
          <pc:docMk/>
          <pc:sldMk cId="1262489013" sldId="351"/>
        </pc:sldMkLst>
        <pc:spChg chg="mod">
          <ac:chgData name="Claudia Lissette Gutiérrez Díaz" userId="8cd99136cfcc98d8" providerId="LiveId" clId="{DCEBE035-E261-4E92-863D-1F32B3CF1C9B}" dt="2025-05-24T06:49:05.947" v="6206" actId="20577"/>
          <ac:spMkLst>
            <pc:docMk/>
            <pc:sldMk cId="1262489013" sldId="351"/>
            <ac:spMk id="4" creationId="{3E60E7B0-D61C-F796-41BE-D8BE5B9101A0}"/>
          </ac:spMkLst>
        </pc:spChg>
        <pc:spChg chg="mod">
          <ac:chgData name="Claudia Lissette Gutiérrez Díaz" userId="8cd99136cfcc98d8" providerId="LiveId" clId="{DCEBE035-E261-4E92-863D-1F32B3CF1C9B}" dt="2025-05-24T06:54:28.951" v="6222" actId="20577"/>
          <ac:spMkLst>
            <pc:docMk/>
            <pc:sldMk cId="1262489013" sldId="351"/>
            <ac:spMk id="2845" creationId="{A9DE09E7-D69D-9ACE-8006-1987114F88F1}"/>
          </ac:spMkLst>
        </pc:spChg>
        <pc:picChg chg="add mod">
          <ac:chgData name="Claudia Lissette Gutiérrez Díaz" userId="8cd99136cfcc98d8" providerId="LiveId" clId="{DCEBE035-E261-4E92-863D-1F32B3CF1C9B}" dt="2025-05-24T06:48:52.666" v="6178" actId="14100"/>
          <ac:picMkLst>
            <pc:docMk/>
            <pc:sldMk cId="1262489013" sldId="351"/>
            <ac:picMk id="5" creationId="{6A8B3975-1D9F-9955-846C-71DE486012D1}"/>
          </ac:picMkLst>
        </pc:picChg>
      </pc:sldChg>
      <pc:sldChg chg="addSp delSp modSp add mod ord modAnim">
        <pc:chgData name="Claudia Lissette Gutiérrez Díaz" userId="8cd99136cfcc98d8" providerId="LiveId" clId="{DCEBE035-E261-4E92-863D-1F32B3CF1C9B}" dt="2025-05-30T20:30:00.888" v="10669"/>
        <pc:sldMkLst>
          <pc:docMk/>
          <pc:sldMk cId="3785962759" sldId="352"/>
        </pc:sldMkLst>
        <pc:spChg chg="mod">
          <ac:chgData name="Claudia Lissette Gutiérrez Díaz" userId="8cd99136cfcc98d8" providerId="LiveId" clId="{DCEBE035-E261-4E92-863D-1F32B3CF1C9B}" dt="2025-05-24T06:59:41.374" v="6781" actId="20577"/>
          <ac:spMkLst>
            <pc:docMk/>
            <pc:sldMk cId="3785962759" sldId="352"/>
            <ac:spMk id="2" creationId="{609C9244-9AF6-BD60-1219-FB8FAEEE394A}"/>
          </ac:spMkLst>
        </pc:spChg>
        <pc:spChg chg="mod">
          <ac:chgData name="Claudia Lissette Gutiérrez Díaz" userId="8cd99136cfcc98d8" providerId="LiveId" clId="{DCEBE035-E261-4E92-863D-1F32B3CF1C9B}" dt="2025-05-24T06:55:30.883" v="6303" actId="14100"/>
          <ac:spMkLst>
            <pc:docMk/>
            <pc:sldMk cId="3785962759" sldId="352"/>
            <ac:spMk id="4" creationId="{87C8CCF1-ED65-45ED-1AE2-36AC481554E5}"/>
          </ac:spMkLst>
        </pc:spChg>
        <pc:picChg chg="add mod">
          <ac:chgData name="Claudia Lissette Gutiérrez Díaz" userId="8cd99136cfcc98d8" providerId="LiveId" clId="{DCEBE035-E261-4E92-863D-1F32B3CF1C9B}" dt="2025-05-24T06:55:54.488" v="6307" actId="1440"/>
          <ac:picMkLst>
            <pc:docMk/>
            <pc:sldMk cId="3785962759" sldId="352"/>
            <ac:picMk id="5" creationId="{A48F5A94-2808-83DE-79FE-C4A8C38DE3C3}"/>
          </ac:picMkLst>
        </pc:picChg>
      </pc:sldChg>
      <pc:sldChg chg="addSp delSp modSp add mod ord modAnim">
        <pc:chgData name="Claudia Lissette Gutiérrez Díaz" userId="8cd99136cfcc98d8" providerId="LiveId" clId="{DCEBE035-E261-4E92-863D-1F32B3CF1C9B}" dt="2025-05-30T23:28:24.048" v="10882" actId="20577"/>
        <pc:sldMkLst>
          <pc:docMk/>
          <pc:sldMk cId="2709326267" sldId="353"/>
        </pc:sldMkLst>
        <pc:spChg chg="mod">
          <ac:chgData name="Claudia Lissette Gutiérrez Díaz" userId="8cd99136cfcc98d8" providerId="LiveId" clId="{DCEBE035-E261-4E92-863D-1F32B3CF1C9B}" dt="2025-05-24T07:00:37.462" v="6846" actId="14100"/>
          <ac:spMkLst>
            <pc:docMk/>
            <pc:sldMk cId="2709326267" sldId="353"/>
            <ac:spMk id="4" creationId="{30FA3B95-5396-8E99-EEBF-278D14C844FC}"/>
          </ac:spMkLst>
        </pc:spChg>
        <pc:spChg chg="mod">
          <ac:chgData name="Claudia Lissette Gutiérrez Díaz" userId="8cd99136cfcc98d8" providerId="LiveId" clId="{DCEBE035-E261-4E92-863D-1F32B3CF1C9B}" dt="2025-05-30T23:28:24.048" v="10882" actId="20577"/>
          <ac:spMkLst>
            <pc:docMk/>
            <pc:sldMk cId="2709326267" sldId="353"/>
            <ac:spMk id="15" creationId="{6A9EB5C6-1FF8-A8C4-2409-99DC3D8F938B}"/>
          </ac:spMkLst>
        </pc:spChg>
        <pc:picChg chg="add mod">
          <ac:chgData name="Claudia Lissette Gutiérrez Díaz" userId="8cd99136cfcc98d8" providerId="LiveId" clId="{DCEBE035-E261-4E92-863D-1F32B3CF1C9B}" dt="2025-05-24T07:01:04.100" v="6855" actId="14100"/>
          <ac:picMkLst>
            <pc:docMk/>
            <pc:sldMk cId="2709326267" sldId="353"/>
            <ac:picMk id="3" creationId="{DBC63A20-CC09-4482-500A-836682601DD1}"/>
          </ac:picMkLst>
        </pc:picChg>
      </pc:sldChg>
      <pc:sldChg chg="addSp delSp modSp add mod ord modAnim">
        <pc:chgData name="Claudia Lissette Gutiérrez Díaz" userId="8cd99136cfcc98d8" providerId="LiveId" clId="{DCEBE035-E261-4E92-863D-1F32B3CF1C9B}" dt="2025-05-30T20:38:11.575" v="10682"/>
        <pc:sldMkLst>
          <pc:docMk/>
          <pc:sldMk cId="1577975345" sldId="354"/>
        </pc:sldMkLst>
        <pc:spChg chg="mod">
          <ac:chgData name="Claudia Lissette Gutiérrez Díaz" userId="8cd99136cfcc98d8" providerId="LiveId" clId="{DCEBE035-E261-4E92-863D-1F32B3CF1C9B}" dt="2025-05-24T07:08:59.304" v="7536" actId="14100"/>
          <ac:spMkLst>
            <pc:docMk/>
            <pc:sldMk cId="1577975345" sldId="354"/>
            <ac:spMk id="2" creationId="{33BF853C-738F-E3BC-E110-5E8511AD8493}"/>
          </ac:spMkLst>
        </pc:spChg>
        <pc:spChg chg="mod">
          <ac:chgData name="Claudia Lissette Gutiérrez Díaz" userId="8cd99136cfcc98d8" providerId="LiveId" clId="{DCEBE035-E261-4E92-863D-1F32B3CF1C9B}" dt="2025-05-24T07:08:01.223" v="7357" actId="20577"/>
          <ac:spMkLst>
            <pc:docMk/>
            <pc:sldMk cId="1577975345" sldId="354"/>
            <ac:spMk id="4" creationId="{E3106542-D6C3-168B-D784-784625853D5A}"/>
          </ac:spMkLst>
        </pc:spChg>
        <pc:picChg chg="add mod">
          <ac:chgData name="Claudia Lissette Gutiérrez Díaz" userId="8cd99136cfcc98d8" providerId="LiveId" clId="{DCEBE035-E261-4E92-863D-1F32B3CF1C9B}" dt="2025-05-24T07:07:43.116" v="7349" actId="1440"/>
          <ac:picMkLst>
            <pc:docMk/>
            <pc:sldMk cId="1577975345" sldId="354"/>
            <ac:picMk id="6" creationId="{736B6405-72EC-18B1-3F20-D1007F943A56}"/>
          </ac:picMkLst>
        </pc:picChg>
      </pc:sldChg>
      <pc:sldChg chg="addSp delSp modSp add mod ord modAnim">
        <pc:chgData name="Claudia Lissette Gutiérrez Díaz" userId="8cd99136cfcc98d8" providerId="LiveId" clId="{DCEBE035-E261-4E92-863D-1F32B3CF1C9B}" dt="2025-05-30T20:37:50.822" v="10678"/>
        <pc:sldMkLst>
          <pc:docMk/>
          <pc:sldMk cId="534553556" sldId="355"/>
        </pc:sldMkLst>
        <pc:spChg chg="mod">
          <ac:chgData name="Claudia Lissette Gutiérrez Díaz" userId="8cd99136cfcc98d8" providerId="LiveId" clId="{DCEBE035-E261-4E92-863D-1F32B3CF1C9B}" dt="2025-05-24T07:05:26.793" v="7172" actId="20577"/>
          <ac:spMkLst>
            <pc:docMk/>
            <pc:sldMk cId="534553556" sldId="355"/>
            <ac:spMk id="4" creationId="{C4EF4FE9-78A5-728B-1E87-0D8CF6A1312B}"/>
          </ac:spMkLst>
        </pc:spChg>
        <pc:spChg chg="mod">
          <ac:chgData name="Claudia Lissette Gutiérrez Díaz" userId="8cd99136cfcc98d8" providerId="LiveId" clId="{DCEBE035-E261-4E92-863D-1F32B3CF1C9B}" dt="2025-05-24T07:07:04.299" v="7339" actId="20577"/>
          <ac:spMkLst>
            <pc:docMk/>
            <pc:sldMk cId="534553556" sldId="355"/>
            <ac:spMk id="2845" creationId="{BA94AC79-7968-2CE6-F994-6FD32350676D}"/>
          </ac:spMkLst>
        </pc:spChg>
        <pc:picChg chg="add mod">
          <ac:chgData name="Claudia Lissette Gutiérrez Díaz" userId="8cd99136cfcc98d8" providerId="LiveId" clId="{DCEBE035-E261-4E92-863D-1F32B3CF1C9B}" dt="2025-05-24T07:05:34.294" v="7175" actId="1076"/>
          <ac:picMkLst>
            <pc:docMk/>
            <pc:sldMk cId="534553556" sldId="355"/>
            <ac:picMk id="3" creationId="{77953BB3-A903-4498-0C0C-A75D91FCB6DE}"/>
          </ac:picMkLst>
        </pc:picChg>
      </pc:sldChg>
      <pc:sldChg chg="modSp add mod ord modAnim">
        <pc:chgData name="Claudia Lissette Gutiérrez Díaz" userId="8cd99136cfcc98d8" providerId="LiveId" clId="{DCEBE035-E261-4E92-863D-1F32B3CF1C9B}" dt="2025-05-30T20:14:26.084" v="10517"/>
        <pc:sldMkLst>
          <pc:docMk/>
          <pc:sldMk cId="4221604167" sldId="356"/>
        </pc:sldMkLst>
        <pc:spChg chg="mod">
          <ac:chgData name="Claudia Lissette Gutiérrez Díaz" userId="8cd99136cfcc98d8" providerId="LiveId" clId="{DCEBE035-E261-4E92-863D-1F32B3CF1C9B}" dt="2025-05-24T07:17:36.041" v="7553" actId="20577"/>
          <ac:spMkLst>
            <pc:docMk/>
            <pc:sldMk cId="4221604167" sldId="356"/>
            <ac:spMk id="2274" creationId="{165B4826-969B-AFF6-279C-1ABF3F426E76}"/>
          </ac:spMkLst>
        </pc:spChg>
        <pc:spChg chg="mod">
          <ac:chgData name="Claudia Lissette Gutiérrez Díaz" userId="8cd99136cfcc98d8" providerId="LiveId" clId="{DCEBE035-E261-4E92-863D-1F32B3CF1C9B}" dt="2025-05-24T07:17:31.842" v="7541" actId="20577"/>
          <ac:spMkLst>
            <pc:docMk/>
            <pc:sldMk cId="4221604167" sldId="356"/>
            <ac:spMk id="2276" creationId="{EB7E6705-904D-4705-12D8-214D12176AB0}"/>
          </ac:spMkLst>
        </pc:spChg>
      </pc:sldChg>
      <pc:sldChg chg="delSp modSp add mod ord modAnim">
        <pc:chgData name="Claudia Lissette Gutiérrez Díaz" userId="8cd99136cfcc98d8" providerId="LiveId" clId="{DCEBE035-E261-4E92-863D-1F32B3CF1C9B}" dt="2025-05-30T23:31:33.917" v="10883" actId="20577"/>
        <pc:sldMkLst>
          <pc:docMk/>
          <pc:sldMk cId="436326021" sldId="357"/>
        </pc:sldMkLst>
        <pc:spChg chg="mod">
          <ac:chgData name="Claudia Lissette Gutiérrez Díaz" userId="8cd99136cfcc98d8" providerId="LiveId" clId="{DCEBE035-E261-4E92-863D-1F32B3CF1C9B}" dt="2025-05-30T23:31:33.917" v="10883" actId="20577"/>
          <ac:spMkLst>
            <pc:docMk/>
            <pc:sldMk cId="436326021" sldId="357"/>
            <ac:spMk id="2" creationId="{A6CC9C1B-20D5-FBF8-8C67-9FB87B9B5CF0}"/>
          </ac:spMkLst>
        </pc:spChg>
        <pc:spChg chg="mod">
          <ac:chgData name="Claudia Lissette Gutiérrez Díaz" userId="8cd99136cfcc98d8" providerId="LiveId" clId="{DCEBE035-E261-4E92-863D-1F32B3CF1C9B}" dt="2025-05-24T07:18:04.776" v="7568" actId="20577"/>
          <ac:spMkLst>
            <pc:docMk/>
            <pc:sldMk cId="436326021" sldId="357"/>
            <ac:spMk id="4" creationId="{A1DF5CB7-EDA6-E124-8398-1A05BB5EA5A2}"/>
          </ac:spMkLst>
        </pc:spChg>
      </pc:sldChg>
      <pc:sldChg chg="addSp delSp modSp add mod modAnim">
        <pc:chgData name="Claudia Lissette Gutiérrez Díaz" userId="8cd99136cfcc98d8" providerId="LiveId" clId="{DCEBE035-E261-4E92-863D-1F32B3CF1C9B}" dt="2025-05-30T20:38:40.502" v="10689"/>
        <pc:sldMkLst>
          <pc:docMk/>
          <pc:sldMk cId="232781759" sldId="358"/>
        </pc:sldMkLst>
        <pc:spChg chg="del mod">
          <ac:chgData name="Claudia Lissette Gutiérrez Díaz" userId="8cd99136cfcc98d8" providerId="LiveId" clId="{DCEBE035-E261-4E92-863D-1F32B3CF1C9B}" dt="2025-05-30T20:00:45.834" v="10035" actId="478"/>
          <ac:spMkLst>
            <pc:docMk/>
            <pc:sldMk cId="232781759" sldId="358"/>
            <ac:spMk id="2" creationId="{A1B25F50-6AC1-567A-A21B-209E448D412D}"/>
          </ac:spMkLst>
        </pc:spChg>
        <pc:spChg chg="del mod">
          <ac:chgData name="Claudia Lissette Gutiérrez Díaz" userId="8cd99136cfcc98d8" providerId="LiveId" clId="{DCEBE035-E261-4E92-863D-1F32B3CF1C9B}" dt="2025-05-30T20:00:45.834" v="10035" actId="478"/>
          <ac:spMkLst>
            <pc:docMk/>
            <pc:sldMk cId="232781759" sldId="358"/>
            <ac:spMk id="4" creationId="{3E68B0DA-50FF-3827-B934-024882D58C89}"/>
          </ac:spMkLst>
        </pc:spChg>
        <pc:spChg chg="add del mod">
          <ac:chgData name="Claudia Lissette Gutiérrez Díaz" userId="8cd99136cfcc98d8" providerId="LiveId" clId="{DCEBE035-E261-4E92-863D-1F32B3CF1C9B}" dt="2025-05-30T20:04:32.607" v="10449" actId="478"/>
          <ac:spMkLst>
            <pc:docMk/>
            <pc:sldMk cId="232781759" sldId="358"/>
            <ac:spMk id="5" creationId="{79C1AD4F-15D0-50C6-94D4-DD51E13F5619}"/>
          </ac:spMkLst>
        </pc:spChg>
        <pc:spChg chg="add mod">
          <ac:chgData name="Claudia Lissette Gutiérrez Díaz" userId="8cd99136cfcc98d8" providerId="LiveId" clId="{DCEBE035-E261-4E92-863D-1F32B3CF1C9B}" dt="2025-05-30T20:04:59.227" v="10475" actId="1076"/>
          <ac:spMkLst>
            <pc:docMk/>
            <pc:sldMk cId="232781759" sldId="358"/>
            <ac:spMk id="6" creationId="{A6658C46-57BE-5952-E97B-DD1703FA2DE4}"/>
          </ac:spMkLst>
        </pc:spChg>
        <pc:spChg chg="add mod">
          <ac:chgData name="Claudia Lissette Gutiérrez Díaz" userId="8cd99136cfcc98d8" providerId="LiveId" clId="{DCEBE035-E261-4E92-863D-1F32B3CF1C9B}" dt="2025-05-30T20:04:25.441" v="10448"/>
          <ac:spMkLst>
            <pc:docMk/>
            <pc:sldMk cId="232781759" sldId="358"/>
            <ac:spMk id="7" creationId="{B4AE50DA-9CE7-2436-85C5-9D45B2B04D16}"/>
          </ac:spMkLst>
        </pc:spChg>
        <pc:spChg chg="add mod">
          <ac:chgData name="Claudia Lissette Gutiérrez Díaz" userId="8cd99136cfcc98d8" providerId="LiveId" clId="{DCEBE035-E261-4E92-863D-1F32B3CF1C9B}" dt="2025-05-30T20:04:42.907" v="10461" actId="20577"/>
          <ac:spMkLst>
            <pc:docMk/>
            <pc:sldMk cId="232781759" sldId="358"/>
            <ac:spMk id="8" creationId="{28092DC7-3BDF-ACE8-247A-1DB47435F983}"/>
          </ac:spMkLst>
        </pc:spChg>
      </pc:sldChg>
      <pc:sldChg chg="modSp add mod modAnim">
        <pc:chgData name="Claudia Lissette Gutiérrez Díaz" userId="8cd99136cfcc98d8" providerId="LiveId" clId="{DCEBE035-E261-4E92-863D-1F32B3CF1C9B}" dt="2025-05-30T20:39:04.488" v="10697"/>
        <pc:sldMkLst>
          <pc:docMk/>
          <pc:sldMk cId="4248137738" sldId="359"/>
        </pc:sldMkLst>
        <pc:spChg chg="mod">
          <ac:chgData name="Claudia Lissette Gutiérrez Díaz" userId="8cd99136cfcc98d8" providerId="LiveId" clId="{DCEBE035-E261-4E92-863D-1F32B3CF1C9B}" dt="2025-05-24T07:27:28.710" v="9049" actId="20577"/>
          <ac:spMkLst>
            <pc:docMk/>
            <pc:sldMk cId="4248137738" sldId="359"/>
            <ac:spMk id="2" creationId="{F9DEC0DA-78AA-AAE4-3EA0-847212069462}"/>
          </ac:spMkLst>
        </pc:spChg>
        <pc:spChg chg="mod">
          <ac:chgData name="Claudia Lissette Gutiérrez Díaz" userId="8cd99136cfcc98d8" providerId="LiveId" clId="{DCEBE035-E261-4E92-863D-1F32B3CF1C9B}" dt="2025-05-24T07:25:59.400" v="8752" actId="20577"/>
          <ac:spMkLst>
            <pc:docMk/>
            <pc:sldMk cId="4248137738" sldId="359"/>
            <ac:spMk id="4" creationId="{4C4362D1-EB8C-D495-D260-6D007FD72104}"/>
          </ac:spMkLst>
        </pc:spChg>
      </pc:sldChg>
      <pc:sldChg chg="modSp add mod ord modAnim">
        <pc:chgData name="Claudia Lissette Gutiérrez Díaz" userId="8cd99136cfcc98d8" providerId="LiveId" clId="{DCEBE035-E261-4E92-863D-1F32B3CF1C9B}" dt="2025-05-30T20:14:38.796" v="10519"/>
        <pc:sldMkLst>
          <pc:docMk/>
          <pc:sldMk cId="193415356" sldId="360"/>
        </pc:sldMkLst>
        <pc:spChg chg="mod">
          <ac:chgData name="Claudia Lissette Gutiérrez Díaz" userId="8cd99136cfcc98d8" providerId="LiveId" clId="{DCEBE035-E261-4E92-863D-1F32B3CF1C9B}" dt="2025-05-29T19:15:05.776" v="9811" actId="1076"/>
          <ac:spMkLst>
            <pc:docMk/>
            <pc:sldMk cId="193415356" sldId="360"/>
            <ac:spMk id="2274" creationId="{78D559B8-137F-13B0-A3C7-64A7FC2FD14E}"/>
          </ac:spMkLst>
        </pc:spChg>
        <pc:spChg chg="mod">
          <ac:chgData name="Claudia Lissette Gutiérrez Díaz" userId="8cd99136cfcc98d8" providerId="LiveId" clId="{DCEBE035-E261-4E92-863D-1F32B3CF1C9B}" dt="2025-05-29T19:14:40.838" v="9782" actId="5793"/>
          <ac:spMkLst>
            <pc:docMk/>
            <pc:sldMk cId="193415356" sldId="360"/>
            <ac:spMk id="2276" creationId="{5D5FEA7D-9FEF-5459-833D-D34285E8D857}"/>
          </ac:spMkLst>
        </pc:spChg>
      </pc:sldChg>
      <pc:sldChg chg="addSp delSp modSp add mod modAnim">
        <pc:chgData name="Claudia Lissette Gutiérrez Díaz" userId="8cd99136cfcc98d8" providerId="LiveId" clId="{DCEBE035-E261-4E92-863D-1F32B3CF1C9B}" dt="2025-05-30T20:38:51.970" v="10693"/>
        <pc:sldMkLst>
          <pc:docMk/>
          <pc:sldMk cId="354448341" sldId="361"/>
        </pc:sldMkLst>
        <pc:spChg chg="mod">
          <ac:chgData name="Claudia Lissette Gutiérrez Díaz" userId="8cd99136cfcc98d8" providerId="LiveId" clId="{DCEBE035-E261-4E92-863D-1F32B3CF1C9B}" dt="2025-05-30T20:05:05.025" v="10476" actId="1076"/>
          <ac:spMkLst>
            <pc:docMk/>
            <pc:sldMk cId="354448341" sldId="361"/>
            <ac:spMk id="2" creationId="{33F76123-F920-93E0-A92F-5157FBAB606D}"/>
          </ac:spMkLst>
        </pc:spChg>
        <pc:spChg chg="del mod">
          <ac:chgData name="Claudia Lissette Gutiérrez Díaz" userId="8cd99136cfcc98d8" providerId="LiveId" clId="{DCEBE035-E261-4E92-863D-1F32B3CF1C9B}" dt="2025-05-30T20:04:36.532" v="10450" actId="478"/>
          <ac:spMkLst>
            <pc:docMk/>
            <pc:sldMk cId="354448341" sldId="361"/>
            <ac:spMk id="4" creationId="{7561926B-7227-9BAA-D726-DD0011C0B6D1}"/>
          </ac:spMkLst>
        </pc:spChg>
        <pc:spChg chg="del">
          <ac:chgData name="Claudia Lissette Gutiérrez Díaz" userId="8cd99136cfcc98d8" providerId="LiveId" clId="{DCEBE035-E261-4E92-863D-1F32B3CF1C9B}" dt="2025-05-30T20:03:33.643" v="10443" actId="478"/>
          <ac:spMkLst>
            <pc:docMk/>
            <pc:sldMk cId="354448341" sldId="361"/>
            <ac:spMk id="5" creationId="{D9192AEB-7206-6540-F962-54305F2431DF}"/>
          </ac:spMkLst>
        </pc:spChg>
        <pc:spChg chg="del">
          <ac:chgData name="Claudia Lissette Gutiérrez Díaz" userId="8cd99136cfcc98d8" providerId="LiveId" clId="{DCEBE035-E261-4E92-863D-1F32B3CF1C9B}" dt="2025-05-30T20:03:33.643" v="10443" actId="478"/>
          <ac:spMkLst>
            <pc:docMk/>
            <pc:sldMk cId="354448341" sldId="361"/>
            <ac:spMk id="6" creationId="{538047B0-2549-1D4E-EF4B-2048FE1734F7}"/>
          </ac:spMkLst>
        </pc:spChg>
        <pc:spChg chg="add mod">
          <ac:chgData name="Claudia Lissette Gutiérrez Díaz" userId="8cd99136cfcc98d8" providerId="LiveId" clId="{DCEBE035-E261-4E92-863D-1F32B3CF1C9B}" dt="2025-05-30T20:04:49.223" v="10474" actId="20577"/>
          <ac:spMkLst>
            <pc:docMk/>
            <pc:sldMk cId="354448341" sldId="361"/>
            <ac:spMk id="7" creationId="{2990C147-A52F-4AE8-EFF4-2E5891163ECA}"/>
          </ac:spMkLst>
        </pc:spChg>
      </pc:sldChg>
      <pc:sldChg chg="modSp add mod ord modAnim">
        <pc:chgData name="Claudia Lissette Gutiérrez Díaz" userId="8cd99136cfcc98d8" providerId="LiveId" clId="{DCEBE035-E261-4E92-863D-1F32B3CF1C9B}" dt="2025-05-30T20:14:47.927" v="10521"/>
        <pc:sldMkLst>
          <pc:docMk/>
          <pc:sldMk cId="4273932085" sldId="362"/>
        </pc:sldMkLst>
        <pc:spChg chg="mod">
          <ac:chgData name="Claudia Lissette Gutiérrez Díaz" userId="8cd99136cfcc98d8" providerId="LiveId" clId="{DCEBE035-E261-4E92-863D-1F32B3CF1C9B}" dt="2025-05-30T20:05:26.872" v="10487" actId="20577"/>
          <ac:spMkLst>
            <pc:docMk/>
            <pc:sldMk cId="4273932085" sldId="362"/>
            <ac:spMk id="2274" creationId="{D5DDFB0C-F797-6AF2-30B9-9C98984CFEF0}"/>
          </ac:spMkLst>
        </pc:spChg>
        <pc:spChg chg="mod">
          <ac:chgData name="Claudia Lissette Gutiérrez Díaz" userId="8cd99136cfcc98d8" providerId="LiveId" clId="{DCEBE035-E261-4E92-863D-1F32B3CF1C9B}" dt="2025-05-30T20:05:22.809" v="10481" actId="20577"/>
          <ac:spMkLst>
            <pc:docMk/>
            <pc:sldMk cId="4273932085" sldId="362"/>
            <ac:spMk id="2276" creationId="{5CD9E6D8-E782-403A-C3A3-1B7C3D7F7614}"/>
          </ac:spMkLst>
        </pc:spChg>
      </pc:sldChg>
      <pc:sldMasterChg chg="modSp mod delSldLayout modSldLayout">
        <pc:chgData name="Claudia Lissette Gutiérrez Díaz" userId="8cd99136cfcc98d8" providerId="LiveId" clId="{DCEBE035-E261-4E92-863D-1F32B3CF1C9B}" dt="2025-05-29T19:12:46.366" v="9733"/>
        <pc:sldMasterMkLst>
          <pc:docMk/>
          <pc:sldMasterMk cId="0" sldId="2147483678"/>
        </pc:sldMasterMkLst>
        <pc:spChg chg="mod">
          <ac:chgData name="Claudia Lissette Gutiérrez Díaz" userId="8cd99136cfcc98d8" providerId="LiveId" clId="{DCEBE035-E261-4E92-863D-1F32B3CF1C9B}" dt="2025-05-29T19:11:55.997" v="9722" actId="121"/>
          <ac:spMkLst>
            <pc:docMk/>
            <pc:sldMasterMk cId="0" sldId="2147483678"/>
            <ac:spMk id="3" creationId="{7302AD75-5F6C-8D04-FEDA-47F6268EF603}"/>
          </ac:spMkLst>
        </pc:spChg>
        <pc:sldLayoutChg chg="addSp modSp">
          <pc:chgData name="Claudia Lissette Gutiérrez Díaz" userId="8cd99136cfcc98d8" providerId="LiveId" clId="{DCEBE035-E261-4E92-863D-1F32B3CF1C9B}" dt="2025-05-29T19:11:21.942" v="9717" actId="108"/>
          <pc:sldLayoutMkLst>
            <pc:docMk/>
            <pc:sldMasterMk cId="0" sldId="2147483678"/>
            <pc:sldLayoutMk cId="0" sldId="2147483648"/>
          </pc:sldLayoutMkLst>
          <pc:spChg chg="add mod">
            <ac:chgData name="Claudia Lissette Gutiérrez Díaz" userId="8cd99136cfcc98d8" providerId="LiveId" clId="{DCEBE035-E261-4E92-863D-1F32B3CF1C9B}" dt="2025-05-29T19:11:21.942" v="9717" actId="108"/>
            <ac:spMkLst>
              <pc:docMk/>
              <pc:sldMasterMk cId="0" sldId="2147483678"/>
              <pc:sldLayoutMk cId="0" sldId="2147483648"/>
              <ac:spMk id="2" creationId="{765ABCA2-562C-5CC5-3652-1DEB12A18B98}"/>
            </ac:spMkLst>
          </pc:spChg>
        </pc:sldLayoutChg>
        <pc:sldLayoutChg chg="addSp delSp modSp mod">
          <pc:chgData name="Claudia Lissette Gutiérrez Díaz" userId="8cd99136cfcc98d8" providerId="LiveId" clId="{DCEBE035-E261-4E92-863D-1F32B3CF1C9B}" dt="2025-05-29T19:11:24.647" v="9718" actId="108"/>
          <pc:sldLayoutMkLst>
            <pc:docMk/>
            <pc:sldMasterMk cId="0" sldId="2147483678"/>
            <pc:sldLayoutMk cId="0" sldId="2147483649"/>
          </pc:sldLayoutMkLst>
          <pc:spChg chg="add del mod">
            <ac:chgData name="Claudia Lissette Gutiérrez Díaz" userId="8cd99136cfcc98d8" providerId="LiveId" clId="{DCEBE035-E261-4E92-863D-1F32B3CF1C9B}" dt="2025-05-29T19:11:24.647" v="9718" actId="108"/>
            <ac:spMkLst>
              <pc:docMk/>
              <pc:sldMasterMk cId="0" sldId="2147483678"/>
              <pc:sldLayoutMk cId="0" sldId="2147483649"/>
              <ac:spMk id="2" creationId="{D4CB5DBE-30CE-BDBF-6E36-0F04DA43EB0B}"/>
            </ac:spMkLst>
          </pc:spChg>
          <pc:spChg chg="add mod">
            <ac:chgData name="Claudia Lissette Gutiérrez Díaz" userId="8cd99136cfcc98d8" providerId="LiveId" clId="{DCEBE035-E261-4E92-863D-1F32B3CF1C9B}" dt="2025-05-29T19:11:11.703" v="9716"/>
            <ac:spMkLst>
              <pc:docMk/>
              <pc:sldMasterMk cId="0" sldId="2147483678"/>
              <pc:sldLayoutMk cId="0" sldId="2147483649"/>
              <ac:spMk id="3" creationId="{F7DCAF3B-109A-5685-E1F5-816C968F46A9}"/>
            </ac:spMkLst>
          </pc:spChg>
        </pc:sldLayoutChg>
        <pc:sldLayoutChg chg="del">
          <pc:chgData name="Claudia Lissette Gutiérrez Díaz" userId="8cd99136cfcc98d8" providerId="LiveId" clId="{DCEBE035-E261-4E92-863D-1F32B3CF1C9B}" dt="2025-05-24T07:27:52.389" v="9062" actId="47"/>
          <pc:sldLayoutMkLst>
            <pc:docMk/>
            <pc:sldMasterMk cId="0" sldId="2147483678"/>
            <pc:sldLayoutMk cId="0" sldId="2147483650"/>
          </pc:sldLayoutMkLst>
        </pc:sldLayoutChg>
        <pc:sldLayoutChg chg="del">
          <pc:chgData name="Claudia Lissette Gutiérrez Díaz" userId="8cd99136cfcc98d8" providerId="LiveId" clId="{DCEBE035-E261-4E92-863D-1F32B3CF1C9B}" dt="2025-05-24T07:27:53.066" v="9066" actId="47"/>
          <pc:sldLayoutMkLst>
            <pc:docMk/>
            <pc:sldMasterMk cId="0" sldId="2147483678"/>
            <pc:sldLayoutMk cId="0" sldId="2147483651"/>
          </pc:sldLayoutMkLst>
        </pc:sldLayoutChg>
        <pc:sldLayoutChg chg="addSp modSp mod">
          <pc:chgData name="Claudia Lissette Gutiérrez Díaz" userId="8cd99136cfcc98d8" providerId="LiveId" clId="{DCEBE035-E261-4E92-863D-1F32B3CF1C9B}" dt="2025-05-29T19:10:45.530" v="9712" actId="403"/>
          <pc:sldLayoutMkLst>
            <pc:docMk/>
            <pc:sldMasterMk cId="0" sldId="2147483678"/>
            <pc:sldLayoutMk cId="0" sldId="2147483652"/>
          </pc:sldLayoutMkLst>
          <pc:spChg chg="add mod">
            <ac:chgData name="Claudia Lissette Gutiérrez Díaz" userId="8cd99136cfcc98d8" providerId="LiveId" clId="{DCEBE035-E261-4E92-863D-1F32B3CF1C9B}" dt="2025-05-29T19:10:45.530" v="9712" actId="403"/>
            <ac:spMkLst>
              <pc:docMk/>
              <pc:sldMasterMk cId="0" sldId="2147483678"/>
              <pc:sldLayoutMk cId="0" sldId="2147483652"/>
              <ac:spMk id="2" creationId="{FFEA4690-BC1A-A34C-398C-D68933A1B728}"/>
            </ac:spMkLst>
          </pc:spChg>
        </pc:sldLayoutChg>
        <pc:sldLayoutChg chg="addSp modSp">
          <pc:chgData name="Claudia Lissette Gutiérrez Díaz" userId="8cd99136cfcc98d8" providerId="LiveId" clId="{DCEBE035-E261-4E92-863D-1F32B3CF1C9B}" dt="2025-05-29T19:12:08.512" v="9723"/>
          <pc:sldLayoutMkLst>
            <pc:docMk/>
            <pc:sldMasterMk cId="0" sldId="2147483678"/>
            <pc:sldLayoutMk cId="0" sldId="2147483653"/>
          </pc:sldLayoutMkLst>
          <pc:spChg chg="add mod">
            <ac:chgData name="Claudia Lissette Gutiérrez Díaz" userId="8cd99136cfcc98d8" providerId="LiveId" clId="{DCEBE035-E261-4E92-863D-1F32B3CF1C9B}" dt="2025-05-29T19:12:08.512" v="9723"/>
            <ac:spMkLst>
              <pc:docMk/>
              <pc:sldMasterMk cId="0" sldId="2147483678"/>
              <pc:sldLayoutMk cId="0" sldId="2147483653"/>
              <ac:spMk id="2" creationId="{B53988A2-3823-D88E-2361-4F335E7A2343}"/>
            </ac:spMkLst>
          </pc:spChg>
        </pc:sldLayoutChg>
        <pc:sldLayoutChg chg="del">
          <pc:chgData name="Claudia Lissette Gutiérrez Díaz" userId="8cd99136cfcc98d8" providerId="LiveId" clId="{DCEBE035-E261-4E92-863D-1F32B3CF1C9B}" dt="2025-05-24T07:27:51.421" v="9057" actId="47"/>
          <pc:sldLayoutMkLst>
            <pc:docMk/>
            <pc:sldMasterMk cId="0" sldId="2147483678"/>
            <pc:sldLayoutMk cId="0" sldId="2147483654"/>
          </pc:sldLayoutMkLst>
        </pc:sldLayoutChg>
        <pc:sldLayoutChg chg="addSp modSp">
          <pc:chgData name="Claudia Lissette Gutiérrez Díaz" userId="8cd99136cfcc98d8" providerId="LiveId" clId="{DCEBE035-E261-4E92-863D-1F32B3CF1C9B}" dt="2025-05-29T19:12:21.146" v="9724"/>
          <pc:sldLayoutMkLst>
            <pc:docMk/>
            <pc:sldMasterMk cId="0" sldId="2147483678"/>
            <pc:sldLayoutMk cId="0" sldId="2147483655"/>
          </pc:sldLayoutMkLst>
          <pc:spChg chg="add mod">
            <ac:chgData name="Claudia Lissette Gutiérrez Díaz" userId="8cd99136cfcc98d8" providerId="LiveId" clId="{DCEBE035-E261-4E92-863D-1F32B3CF1C9B}" dt="2025-05-29T19:12:21.146" v="9724"/>
            <ac:spMkLst>
              <pc:docMk/>
              <pc:sldMasterMk cId="0" sldId="2147483678"/>
              <pc:sldLayoutMk cId="0" sldId="2147483655"/>
              <ac:spMk id="2" creationId="{80A8C318-F5E2-BC58-04D2-FFD15986F51C}"/>
            </ac:spMkLst>
          </pc:spChg>
        </pc:sldLayoutChg>
        <pc:sldLayoutChg chg="del">
          <pc:chgData name="Claudia Lissette Gutiérrez Díaz" userId="8cd99136cfcc98d8" providerId="LiveId" clId="{DCEBE035-E261-4E92-863D-1F32B3CF1C9B}" dt="2025-05-24T07:27:51.171" v="9056" actId="47"/>
          <pc:sldLayoutMkLst>
            <pc:docMk/>
            <pc:sldMasterMk cId="0" sldId="2147483678"/>
            <pc:sldLayoutMk cId="0" sldId="2147483656"/>
          </pc:sldLayoutMkLst>
        </pc:sldLayoutChg>
        <pc:sldLayoutChg chg="del">
          <pc:chgData name="Claudia Lissette Gutiérrez Díaz" userId="8cd99136cfcc98d8" providerId="LiveId" clId="{DCEBE035-E261-4E92-863D-1F32B3CF1C9B}" dt="2025-05-24T07:27:50.295" v="9053" actId="47"/>
          <pc:sldLayoutMkLst>
            <pc:docMk/>
            <pc:sldMasterMk cId="0" sldId="2147483678"/>
            <pc:sldLayoutMk cId="0" sldId="2147483657"/>
          </pc:sldLayoutMkLst>
        </pc:sldLayoutChg>
        <pc:sldLayoutChg chg="addSp modSp">
          <pc:chgData name="Claudia Lissette Gutiérrez Díaz" userId="8cd99136cfcc98d8" providerId="LiveId" clId="{DCEBE035-E261-4E92-863D-1F32B3CF1C9B}" dt="2025-05-29T19:12:24.016" v="9725"/>
          <pc:sldLayoutMkLst>
            <pc:docMk/>
            <pc:sldMasterMk cId="0" sldId="2147483678"/>
            <pc:sldLayoutMk cId="0" sldId="2147483658"/>
          </pc:sldLayoutMkLst>
          <pc:spChg chg="add mod">
            <ac:chgData name="Claudia Lissette Gutiérrez Díaz" userId="8cd99136cfcc98d8" providerId="LiveId" clId="{DCEBE035-E261-4E92-863D-1F32B3CF1C9B}" dt="2025-05-29T19:12:24.016" v="9725"/>
            <ac:spMkLst>
              <pc:docMk/>
              <pc:sldMasterMk cId="0" sldId="2147483678"/>
              <pc:sldLayoutMk cId="0" sldId="2147483658"/>
              <ac:spMk id="2" creationId="{1B986B10-D85A-B9BC-53F7-D1215ADD3C08}"/>
            </ac:spMkLst>
          </pc:spChg>
        </pc:sldLayoutChg>
        <pc:sldLayoutChg chg="addSp modSp">
          <pc:chgData name="Claudia Lissette Gutiérrez Díaz" userId="8cd99136cfcc98d8" providerId="LiveId" clId="{DCEBE035-E261-4E92-863D-1F32B3CF1C9B}" dt="2025-05-29T19:12:26.012" v="9726"/>
          <pc:sldLayoutMkLst>
            <pc:docMk/>
            <pc:sldMasterMk cId="0" sldId="2147483678"/>
            <pc:sldLayoutMk cId="0" sldId="2147483659"/>
          </pc:sldLayoutMkLst>
          <pc:spChg chg="add mod">
            <ac:chgData name="Claudia Lissette Gutiérrez Díaz" userId="8cd99136cfcc98d8" providerId="LiveId" clId="{DCEBE035-E261-4E92-863D-1F32B3CF1C9B}" dt="2025-05-29T19:12:26.012" v="9726"/>
            <ac:spMkLst>
              <pc:docMk/>
              <pc:sldMasterMk cId="0" sldId="2147483678"/>
              <pc:sldLayoutMk cId="0" sldId="2147483659"/>
              <ac:spMk id="2" creationId="{C7153777-2E00-00F1-0C68-08F238753C06}"/>
            </ac:spMkLst>
          </pc:spChg>
        </pc:sldLayoutChg>
        <pc:sldLayoutChg chg="del">
          <pc:chgData name="Claudia Lissette Gutiérrez Díaz" userId="8cd99136cfcc98d8" providerId="LiveId" clId="{DCEBE035-E261-4E92-863D-1F32B3CF1C9B}" dt="2025-05-24T07:27:55.861" v="9068" actId="47"/>
          <pc:sldLayoutMkLst>
            <pc:docMk/>
            <pc:sldMasterMk cId="0" sldId="2147483678"/>
            <pc:sldLayoutMk cId="0" sldId="2147483660"/>
          </pc:sldLayoutMkLst>
        </pc:sldLayoutChg>
        <pc:sldLayoutChg chg="del">
          <pc:chgData name="Claudia Lissette Gutiérrez Díaz" userId="8cd99136cfcc98d8" providerId="LiveId" clId="{DCEBE035-E261-4E92-863D-1F32B3CF1C9B}" dt="2025-05-24T07:27:57.298" v="9075" actId="47"/>
          <pc:sldLayoutMkLst>
            <pc:docMk/>
            <pc:sldMasterMk cId="0" sldId="2147483678"/>
            <pc:sldLayoutMk cId="0" sldId="2147483661"/>
          </pc:sldLayoutMkLst>
        </pc:sldLayoutChg>
        <pc:sldLayoutChg chg="del">
          <pc:chgData name="Claudia Lissette Gutiérrez Díaz" userId="8cd99136cfcc98d8" providerId="LiveId" clId="{DCEBE035-E261-4E92-863D-1F32B3CF1C9B}" dt="2025-05-24T07:27:56.274" v="9070" actId="47"/>
          <pc:sldLayoutMkLst>
            <pc:docMk/>
            <pc:sldMasterMk cId="0" sldId="2147483678"/>
            <pc:sldLayoutMk cId="0" sldId="2147483662"/>
          </pc:sldLayoutMkLst>
        </pc:sldLayoutChg>
        <pc:sldLayoutChg chg="del">
          <pc:chgData name="Claudia Lissette Gutiérrez Díaz" userId="8cd99136cfcc98d8" providerId="LiveId" clId="{DCEBE035-E261-4E92-863D-1F32B3CF1C9B}" dt="2025-05-24T07:27:49.803" v="9052" actId="47"/>
          <pc:sldLayoutMkLst>
            <pc:docMk/>
            <pc:sldMasterMk cId="0" sldId="2147483678"/>
            <pc:sldLayoutMk cId="0" sldId="2147483663"/>
          </pc:sldLayoutMkLst>
        </pc:sldLayoutChg>
        <pc:sldLayoutChg chg="addSp modSp">
          <pc:chgData name="Claudia Lissette Gutiérrez Díaz" userId="8cd99136cfcc98d8" providerId="LiveId" clId="{DCEBE035-E261-4E92-863D-1F32B3CF1C9B}" dt="2025-05-29T19:12:29.944" v="9727"/>
          <pc:sldLayoutMkLst>
            <pc:docMk/>
            <pc:sldMasterMk cId="0" sldId="2147483678"/>
            <pc:sldLayoutMk cId="0" sldId="2147483664"/>
          </pc:sldLayoutMkLst>
          <pc:spChg chg="add mod">
            <ac:chgData name="Claudia Lissette Gutiérrez Díaz" userId="8cd99136cfcc98d8" providerId="LiveId" clId="{DCEBE035-E261-4E92-863D-1F32B3CF1C9B}" dt="2025-05-29T19:12:29.944" v="9727"/>
            <ac:spMkLst>
              <pc:docMk/>
              <pc:sldMasterMk cId="0" sldId="2147483678"/>
              <pc:sldLayoutMk cId="0" sldId="2147483664"/>
              <ac:spMk id="2" creationId="{F188A431-0738-41D4-A284-9A848F4E9FAA}"/>
            </ac:spMkLst>
          </pc:spChg>
        </pc:sldLayoutChg>
        <pc:sldLayoutChg chg="del">
          <pc:chgData name="Claudia Lissette Gutiérrez Díaz" userId="8cd99136cfcc98d8" providerId="LiveId" clId="{DCEBE035-E261-4E92-863D-1F32B3CF1C9B}" dt="2025-05-24T07:27:56.892" v="9073" actId="47"/>
          <pc:sldLayoutMkLst>
            <pc:docMk/>
            <pc:sldMasterMk cId="0" sldId="2147483678"/>
            <pc:sldLayoutMk cId="0" sldId="2147483665"/>
          </pc:sldLayoutMkLst>
        </pc:sldLayoutChg>
        <pc:sldLayoutChg chg="del">
          <pc:chgData name="Claudia Lissette Gutiérrez Díaz" userId="8cd99136cfcc98d8" providerId="LiveId" clId="{DCEBE035-E261-4E92-863D-1F32B3CF1C9B}" dt="2025-05-24T07:27:57.694" v="9077" actId="47"/>
          <pc:sldLayoutMkLst>
            <pc:docMk/>
            <pc:sldMasterMk cId="0" sldId="2147483678"/>
            <pc:sldLayoutMk cId="0" sldId="2147483666"/>
          </pc:sldLayoutMkLst>
        </pc:sldLayoutChg>
        <pc:sldLayoutChg chg="addSp modSp">
          <pc:chgData name="Claudia Lissette Gutiérrez Díaz" userId="8cd99136cfcc98d8" providerId="LiveId" clId="{DCEBE035-E261-4E92-863D-1F32B3CF1C9B}" dt="2025-05-29T19:12:31.786" v="9728"/>
          <pc:sldLayoutMkLst>
            <pc:docMk/>
            <pc:sldMasterMk cId="0" sldId="2147483678"/>
            <pc:sldLayoutMk cId="0" sldId="2147483667"/>
          </pc:sldLayoutMkLst>
          <pc:spChg chg="add mod">
            <ac:chgData name="Claudia Lissette Gutiérrez Díaz" userId="8cd99136cfcc98d8" providerId="LiveId" clId="{DCEBE035-E261-4E92-863D-1F32B3CF1C9B}" dt="2025-05-29T19:12:31.786" v="9728"/>
            <ac:spMkLst>
              <pc:docMk/>
              <pc:sldMasterMk cId="0" sldId="2147483678"/>
              <pc:sldLayoutMk cId="0" sldId="2147483667"/>
              <ac:spMk id="2" creationId="{481F1418-B594-CE11-7465-5C920876E1E6}"/>
            </ac:spMkLst>
          </pc:spChg>
        </pc:sldLayoutChg>
        <pc:sldLayoutChg chg="addSp modSp">
          <pc:chgData name="Claudia Lissette Gutiérrez Díaz" userId="8cd99136cfcc98d8" providerId="LiveId" clId="{DCEBE035-E261-4E92-863D-1F32B3CF1C9B}" dt="2025-05-29T19:12:36.146" v="9729"/>
          <pc:sldLayoutMkLst>
            <pc:docMk/>
            <pc:sldMasterMk cId="0" sldId="2147483678"/>
            <pc:sldLayoutMk cId="0" sldId="2147483668"/>
          </pc:sldLayoutMkLst>
          <pc:spChg chg="add mod">
            <ac:chgData name="Claudia Lissette Gutiérrez Díaz" userId="8cd99136cfcc98d8" providerId="LiveId" clId="{DCEBE035-E261-4E92-863D-1F32B3CF1C9B}" dt="2025-05-29T19:12:36.146" v="9729"/>
            <ac:spMkLst>
              <pc:docMk/>
              <pc:sldMasterMk cId="0" sldId="2147483678"/>
              <pc:sldLayoutMk cId="0" sldId="2147483668"/>
              <ac:spMk id="2" creationId="{475558AC-6CE3-55D5-8C26-016191FD82D6}"/>
            </ac:spMkLst>
          </pc:spChg>
        </pc:sldLayoutChg>
        <pc:sldLayoutChg chg="del">
          <pc:chgData name="Claudia Lissette Gutiérrez Díaz" userId="8cd99136cfcc98d8" providerId="LiveId" clId="{DCEBE035-E261-4E92-863D-1F32B3CF1C9B}" dt="2025-05-24T07:27:51.850" v="9059" actId="47"/>
          <pc:sldLayoutMkLst>
            <pc:docMk/>
            <pc:sldMasterMk cId="0" sldId="2147483678"/>
            <pc:sldLayoutMk cId="0" sldId="2147483669"/>
          </pc:sldLayoutMkLst>
        </pc:sldLayoutChg>
        <pc:sldLayoutChg chg="del">
          <pc:chgData name="Claudia Lissette Gutiérrez Díaz" userId="8cd99136cfcc98d8" providerId="LiveId" clId="{DCEBE035-E261-4E92-863D-1F32B3CF1C9B}" dt="2025-05-24T07:27:56.441" v="9071" actId="47"/>
          <pc:sldLayoutMkLst>
            <pc:docMk/>
            <pc:sldMasterMk cId="0" sldId="2147483678"/>
            <pc:sldLayoutMk cId="0" sldId="2147483670"/>
          </pc:sldLayoutMkLst>
        </pc:sldLayoutChg>
        <pc:sldLayoutChg chg="addSp modSp">
          <pc:chgData name="Claudia Lissette Gutiérrez Díaz" userId="8cd99136cfcc98d8" providerId="LiveId" clId="{DCEBE035-E261-4E92-863D-1F32B3CF1C9B}" dt="2025-05-29T19:12:38.620" v="9730"/>
          <pc:sldLayoutMkLst>
            <pc:docMk/>
            <pc:sldMasterMk cId="0" sldId="2147483678"/>
            <pc:sldLayoutMk cId="0" sldId="2147483671"/>
          </pc:sldLayoutMkLst>
          <pc:spChg chg="add mod">
            <ac:chgData name="Claudia Lissette Gutiérrez Díaz" userId="8cd99136cfcc98d8" providerId="LiveId" clId="{DCEBE035-E261-4E92-863D-1F32B3CF1C9B}" dt="2025-05-29T19:12:38.620" v="9730"/>
            <ac:spMkLst>
              <pc:docMk/>
              <pc:sldMasterMk cId="0" sldId="2147483678"/>
              <pc:sldLayoutMk cId="0" sldId="2147483671"/>
              <ac:spMk id="2" creationId="{FA6F59C1-9524-3AE5-CC36-6EC2291039BA}"/>
            </ac:spMkLst>
          </pc:spChg>
        </pc:sldLayoutChg>
        <pc:sldLayoutChg chg="addSp modSp">
          <pc:chgData name="Claudia Lissette Gutiérrez Díaz" userId="8cd99136cfcc98d8" providerId="LiveId" clId="{DCEBE035-E261-4E92-863D-1F32B3CF1C9B}" dt="2025-05-29T19:12:41.676" v="9731"/>
          <pc:sldLayoutMkLst>
            <pc:docMk/>
            <pc:sldMasterMk cId="0" sldId="2147483678"/>
            <pc:sldLayoutMk cId="0" sldId="2147483672"/>
          </pc:sldLayoutMkLst>
          <pc:spChg chg="add mod">
            <ac:chgData name="Claudia Lissette Gutiérrez Díaz" userId="8cd99136cfcc98d8" providerId="LiveId" clId="{DCEBE035-E261-4E92-863D-1F32B3CF1C9B}" dt="2025-05-29T19:12:41.676" v="9731"/>
            <ac:spMkLst>
              <pc:docMk/>
              <pc:sldMasterMk cId="0" sldId="2147483678"/>
              <pc:sldLayoutMk cId="0" sldId="2147483672"/>
              <ac:spMk id="2" creationId="{D5A9C9F5-2ED6-B478-ED82-BBEF1B05B78F}"/>
            </ac:spMkLst>
          </pc:spChg>
        </pc:sldLayoutChg>
        <pc:sldLayoutChg chg="del">
          <pc:chgData name="Claudia Lissette Gutiérrez Díaz" userId="8cd99136cfcc98d8" providerId="LiveId" clId="{DCEBE035-E261-4E92-863D-1F32B3CF1C9B}" dt="2025-05-24T07:27:57.079" v="9074" actId="47"/>
          <pc:sldLayoutMkLst>
            <pc:docMk/>
            <pc:sldMasterMk cId="0" sldId="2147483678"/>
            <pc:sldLayoutMk cId="0" sldId="2147483673"/>
          </pc:sldLayoutMkLst>
        </pc:sldLayoutChg>
        <pc:sldLayoutChg chg="addSp modSp">
          <pc:chgData name="Claudia Lissette Gutiérrez Díaz" userId="8cd99136cfcc98d8" providerId="LiveId" clId="{DCEBE035-E261-4E92-863D-1F32B3CF1C9B}" dt="2025-05-29T19:12:44.101" v="9732"/>
          <pc:sldLayoutMkLst>
            <pc:docMk/>
            <pc:sldMasterMk cId="0" sldId="2147483678"/>
            <pc:sldLayoutMk cId="0" sldId="2147483674"/>
          </pc:sldLayoutMkLst>
          <pc:spChg chg="add mod">
            <ac:chgData name="Claudia Lissette Gutiérrez Díaz" userId="8cd99136cfcc98d8" providerId="LiveId" clId="{DCEBE035-E261-4E92-863D-1F32B3CF1C9B}" dt="2025-05-29T19:12:44.101" v="9732"/>
            <ac:spMkLst>
              <pc:docMk/>
              <pc:sldMasterMk cId="0" sldId="2147483678"/>
              <pc:sldLayoutMk cId="0" sldId="2147483674"/>
              <ac:spMk id="2" creationId="{2EA46BB9-5ACE-1095-8C59-E66B9D6035EC}"/>
            </ac:spMkLst>
          </pc:spChg>
        </pc:sldLayoutChg>
        <pc:sldLayoutChg chg="addSp modSp">
          <pc:chgData name="Claudia Lissette Gutiérrez Díaz" userId="8cd99136cfcc98d8" providerId="LiveId" clId="{DCEBE035-E261-4E92-863D-1F32B3CF1C9B}" dt="2025-05-29T19:12:46.366" v="9733"/>
          <pc:sldLayoutMkLst>
            <pc:docMk/>
            <pc:sldMasterMk cId="0" sldId="2147483678"/>
            <pc:sldLayoutMk cId="0" sldId="2147483675"/>
          </pc:sldLayoutMkLst>
          <pc:spChg chg="add mod">
            <ac:chgData name="Claudia Lissette Gutiérrez Díaz" userId="8cd99136cfcc98d8" providerId="LiveId" clId="{DCEBE035-E261-4E92-863D-1F32B3CF1C9B}" dt="2025-05-29T19:12:46.366" v="9733"/>
            <ac:spMkLst>
              <pc:docMk/>
              <pc:sldMasterMk cId="0" sldId="2147483678"/>
              <pc:sldLayoutMk cId="0" sldId="2147483675"/>
              <ac:spMk id="2" creationId="{3D960E48-F45A-9E3F-8B85-79510AB19275}"/>
            </ac:spMkLst>
          </pc:spChg>
        </pc:sldLayoutChg>
      </pc:sldMasterChg>
      <pc:sldMasterChg chg="add del addSldLayout delSldLayout">
        <pc:chgData name="Claudia Lissette Gutiérrez Díaz" userId="8cd99136cfcc98d8" providerId="LiveId" clId="{DCEBE035-E261-4E92-863D-1F32B3CF1C9B}" dt="2025-05-29T19:15:07.745" v="9812" actId="47"/>
        <pc:sldMasterMkLst>
          <pc:docMk/>
          <pc:sldMasterMk cId="0" sldId="2147483679"/>
        </pc:sldMasterMkLst>
        <pc:sldLayoutChg chg="add del">
          <pc:chgData name="Claudia Lissette Gutiérrez Díaz" userId="8cd99136cfcc98d8" providerId="LiveId" clId="{DCEBE035-E261-4E92-863D-1F32B3CF1C9B}" dt="2025-05-29T19:15:07.745" v="9812" actId="47"/>
          <pc:sldLayoutMkLst>
            <pc:docMk/>
            <pc:sldMasterMk cId="0" sldId="2147483679"/>
            <pc:sldLayoutMk cId="0" sldId="2147483676"/>
          </pc:sldLayoutMkLst>
        </pc:sldLayoutChg>
        <pc:sldLayoutChg chg="del">
          <pc:chgData name="Claudia Lissette Gutiérrez Díaz" userId="8cd99136cfcc98d8" providerId="LiveId" clId="{DCEBE035-E261-4E92-863D-1F32B3CF1C9B}" dt="2025-05-24T07:28:02.602" v="9094" actId="47"/>
          <pc:sldLayoutMkLst>
            <pc:docMk/>
            <pc:sldMasterMk cId="0" sldId="2147483679"/>
            <pc:sldLayoutMk cId="0" sldId="2147483677"/>
          </pc:sldLayoutMkLst>
        </pc:sldLayoutChg>
      </pc:sldMaster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741421-2C09-423E-A462-2BDF6BA25DBF}" type="doc">
      <dgm:prSet loTypeId="urn:microsoft.com/office/officeart/2005/8/layout/vList6" loCatId="process" qsTypeId="urn:microsoft.com/office/officeart/2005/8/quickstyle/simple2" qsCatId="simple" csTypeId="urn:microsoft.com/office/officeart/2005/8/colors/accent1_2" csCatId="accent1" phldr="1"/>
      <dgm:spPr/>
      <dgm:t>
        <a:bodyPr/>
        <a:lstStyle/>
        <a:p>
          <a:endParaRPr lang="en-US"/>
        </a:p>
      </dgm:t>
    </dgm:pt>
    <dgm:pt modelId="{C6B7C876-6342-4EAA-A394-14B2F99F4105}">
      <dgm:prSet phldrT="[Text]"/>
      <dgm:spPr/>
      <dgm:t>
        <a:bodyPr/>
        <a:lstStyle/>
        <a:p>
          <a:r>
            <a:rPr lang="es-MX" dirty="0"/>
            <a:t>Modelos físicos </a:t>
          </a:r>
        </a:p>
        <a:p>
          <a:r>
            <a:rPr lang="en-US" dirty="0"/>
            <a:t>(Paoli et al., 2010)</a:t>
          </a:r>
        </a:p>
      </dgm:t>
    </dgm:pt>
    <dgm:pt modelId="{AB2F0D5D-8F73-473F-AEC3-6AB915B0939E}" type="parTrans" cxnId="{FD534BB0-6EFB-433E-8047-1E05EE16B7C0}">
      <dgm:prSet/>
      <dgm:spPr/>
      <dgm:t>
        <a:bodyPr/>
        <a:lstStyle/>
        <a:p>
          <a:endParaRPr lang="en-US"/>
        </a:p>
      </dgm:t>
    </dgm:pt>
    <dgm:pt modelId="{E165E24E-0BD8-4C9B-A6D6-735E436FC60E}" type="sibTrans" cxnId="{FD534BB0-6EFB-433E-8047-1E05EE16B7C0}">
      <dgm:prSet/>
      <dgm:spPr/>
      <dgm:t>
        <a:bodyPr/>
        <a:lstStyle/>
        <a:p>
          <a:endParaRPr lang="en-US"/>
        </a:p>
      </dgm:t>
    </dgm:pt>
    <dgm:pt modelId="{8CBE9AD8-050D-411B-A04C-F244C5BE6165}">
      <dgm:prSet phldrT="[Text]"/>
      <dgm:spPr/>
      <dgm:t>
        <a:bodyPr/>
        <a:lstStyle/>
        <a:p>
          <a:r>
            <a:rPr lang="es-MX" dirty="0"/>
            <a:t>Modelos estadísticos </a:t>
          </a:r>
        </a:p>
        <a:p>
          <a:r>
            <a:rPr lang="en-US" dirty="0"/>
            <a:t>(Mellit y Kalogirou, 2008)</a:t>
          </a:r>
        </a:p>
      </dgm:t>
    </dgm:pt>
    <dgm:pt modelId="{528B4542-EDDA-4E3A-9A3F-5572253E127E}" type="parTrans" cxnId="{EAEE2B97-40AB-4D3F-9B94-8E1FC78572A3}">
      <dgm:prSet/>
      <dgm:spPr/>
      <dgm:t>
        <a:bodyPr/>
        <a:lstStyle/>
        <a:p>
          <a:endParaRPr lang="en-US"/>
        </a:p>
      </dgm:t>
    </dgm:pt>
    <dgm:pt modelId="{1DF27C6B-2E31-4704-85E1-7FE4DA8CC007}" type="sibTrans" cxnId="{EAEE2B97-40AB-4D3F-9B94-8E1FC78572A3}">
      <dgm:prSet/>
      <dgm:spPr/>
      <dgm:t>
        <a:bodyPr/>
        <a:lstStyle/>
        <a:p>
          <a:endParaRPr lang="en-US"/>
        </a:p>
      </dgm:t>
    </dgm:pt>
    <dgm:pt modelId="{690B7B84-AD92-4F13-A6AC-0A91FDD45A9C}">
      <dgm:prSet phldrT="[Text]"/>
      <dgm:spPr/>
      <dgm:t>
        <a:bodyPr/>
        <a:lstStyle/>
        <a:p>
          <a:r>
            <a:rPr lang="es-MX" dirty="0"/>
            <a:t>Modelos de aprendizaje automático </a:t>
          </a:r>
        </a:p>
        <a:p>
          <a:r>
            <a:rPr lang="es-MX" dirty="0"/>
            <a:t>(</a:t>
          </a:r>
          <a:r>
            <a:rPr lang="es-MX" dirty="0" err="1"/>
            <a:t>Voyant</a:t>
          </a:r>
          <a:r>
            <a:rPr lang="es-MX" dirty="0"/>
            <a:t> et al., 2017)</a:t>
          </a:r>
          <a:endParaRPr lang="en-US" dirty="0"/>
        </a:p>
      </dgm:t>
    </dgm:pt>
    <dgm:pt modelId="{7CBBEEFD-56A5-4D2F-9807-7DDBC9CC6743}" type="parTrans" cxnId="{1F7ADA35-1DD4-4F10-899A-FA321EDE4161}">
      <dgm:prSet/>
      <dgm:spPr/>
      <dgm:t>
        <a:bodyPr/>
        <a:lstStyle/>
        <a:p>
          <a:endParaRPr lang="en-US"/>
        </a:p>
      </dgm:t>
    </dgm:pt>
    <dgm:pt modelId="{3F54BA10-0D46-4CA2-A778-E66DBAFF5C4D}" type="sibTrans" cxnId="{1F7ADA35-1DD4-4F10-899A-FA321EDE4161}">
      <dgm:prSet/>
      <dgm:spPr/>
      <dgm:t>
        <a:bodyPr/>
        <a:lstStyle/>
        <a:p>
          <a:endParaRPr lang="en-US"/>
        </a:p>
      </dgm:t>
    </dgm:pt>
    <dgm:pt modelId="{C1DA275F-9CC9-4D7B-A45C-99366879B41D}">
      <dgm:prSet phldrT="[Text]"/>
      <dgm:spPr/>
      <dgm:t>
        <a:bodyPr/>
        <a:lstStyle/>
        <a:p>
          <a:pPr>
            <a:buFontTx/>
            <a:buBlip>
              <a:blip xmlns:r="http://schemas.openxmlformats.org/officeDocument/2006/relationships" r:embed="rId1"/>
            </a:buBlip>
          </a:pPr>
          <a:r>
            <a:rPr lang="es-MX" dirty="0"/>
            <a:t> </a:t>
          </a:r>
          <a:r>
            <a:rPr lang="es-MX" dirty="0" err="1"/>
            <a:t>Random</a:t>
          </a:r>
          <a:r>
            <a:rPr lang="es-MX" dirty="0"/>
            <a:t> Forest, </a:t>
          </a:r>
          <a:r>
            <a:rPr lang="es-MX" dirty="0" err="1"/>
            <a:t>XGBoost</a:t>
          </a:r>
          <a:r>
            <a:rPr lang="es-MX" dirty="0"/>
            <a:t>, etc.</a:t>
          </a:r>
          <a:endParaRPr lang="en-US" dirty="0"/>
        </a:p>
      </dgm:t>
    </dgm:pt>
    <dgm:pt modelId="{98EF2742-AEC1-494A-958A-9BB898BCB286}" type="parTrans" cxnId="{BC10D234-114A-4F78-AA13-DEAA3584F89C}">
      <dgm:prSet/>
      <dgm:spPr/>
      <dgm:t>
        <a:bodyPr/>
        <a:lstStyle/>
        <a:p>
          <a:endParaRPr lang="en-US"/>
        </a:p>
      </dgm:t>
    </dgm:pt>
    <dgm:pt modelId="{09FFF141-702D-4366-975E-C394A857FF9F}" type="sibTrans" cxnId="{BC10D234-114A-4F78-AA13-DEAA3584F89C}">
      <dgm:prSet/>
      <dgm:spPr/>
      <dgm:t>
        <a:bodyPr/>
        <a:lstStyle/>
        <a:p>
          <a:endParaRPr lang="en-US"/>
        </a:p>
      </dgm:t>
    </dgm:pt>
    <dgm:pt modelId="{9A1C34F3-F433-4AD5-A543-AE5FF7C33E08}">
      <dgm:prSet phldrT="[Text]"/>
      <dgm:spPr/>
      <dgm:t>
        <a:bodyPr/>
        <a:lstStyle/>
        <a:p>
          <a:pPr>
            <a:buFontTx/>
            <a:buBlip>
              <a:blip xmlns:r="http://schemas.openxmlformats.org/officeDocument/2006/relationships" r:embed="rId1"/>
            </a:buBlip>
          </a:pPr>
          <a:r>
            <a:rPr lang="es-MX" dirty="0"/>
            <a:t> Basados en posición solar, nubosidad y fórmulas determinadas.</a:t>
          </a:r>
          <a:endParaRPr lang="en-US" dirty="0"/>
        </a:p>
      </dgm:t>
    </dgm:pt>
    <dgm:pt modelId="{BB439B5D-3899-483A-9A6B-3D40EE8B4E12}" type="parTrans" cxnId="{24CB710A-6EF8-4A71-B3D1-79C8A4C2D8ED}">
      <dgm:prSet/>
      <dgm:spPr/>
      <dgm:t>
        <a:bodyPr/>
        <a:lstStyle/>
        <a:p>
          <a:endParaRPr lang="en-US"/>
        </a:p>
      </dgm:t>
    </dgm:pt>
    <dgm:pt modelId="{B3E42291-ADD6-4D87-BA81-855AB6F40202}" type="sibTrans" cxnId="{24CB710A-6EF8-4A71-B3D1-79C8A4C2D8ED}">
      <dgm:prSet/>
      <dgm:spPr/>
      <dgm:t>
        <a:bodyPr/>
        <a:lstStyle/>
        <a:p>
          <a:endParaRPr lang="en-US"/>
        </a:p>
      </dgm:t>
    </dgm:pt>
    <dgm:pt modelId="{086816EE-37CB-4438-A8D3-02EA38A54574}">
      <dgm:prSet phldrT="[Text]"/>
      <dgm:spPr/>
      <dgm:t>
        <a:bodyPr/>
        <a:lstStyle/>
        <a:p>
          <a:pPr>
            <a:buFontTx/>
            <a:buBlip>
              <a:blip xmlns:r="http://schemas.openxmlformats.org/officeDocument/2006/relationships" r:embed="rId1"/>
            </a:buBlip>
          </a:pPr>
          <a:r>
            <a:rPr lang="es-MX" dirty="0"/>
            <a:t> Series de tiempo, regresiones lineales.</a:t>
          </a:r>
          <a:endParaRPr lang="en-US" dirty="0"/>
        </a:p>
      </dgm:t>
    </dgm:pt>
    <dgm:pt modelId="{6EFA5B4D-28CD-4E0C-8C38-16C10F5BE39B}" type="parTrans" cxnId="{2214F35F-1FDB-47F2-B60B-00876E8C42A9}">
      <dgm:prSet/>
      <dgm:spPr/>
      <dgm:t>
        <a:bodyPr/>
        <a:lstStyle/>
        <a:p>
          <a:endParaRPr lang="en-US"/>
        </a:p>
      </dgm:t>
    </dgm:pt>
    <dgm:pt modelId="{5ACAF4CC-7689-4FBD-9A70-387D28003B34}" type="sibTrans" cxnId="{2214F35F-1FDB-47F2-B60B-00876E8C42A9}">
      <dgm:prSet/>
      <dgm:spPr/>
      <dgm:t>
        <a:bodyPr/>
        <a:lstStyle/>
        <a:p>
          <a:endParaRPr lang="en-US"/>
        </a:p>
      </dgm:t>
    </dgm:pt>
    <dgm:pt modelId="{A38A9D9F-9529-495D-9BFD-7FCEDF1C0AB9}">
      <dgm:prSet phldrT="[Text]"/>
      <dgm:spPr/>
      <dgm:t>
        <a:bodyPr/>
        <a:lstStyle/>
        <a:p>
          <a:pPr>
            <a:buFontTx/>
            <a:buBlip>
              <a:blip xmlns:r="http://schemas.openxmlformats.org/officeDocument/2006/relationships" r:embed="rId1"/>
            </a:buBlip>
          </a:pPr>
          <a:r>
            <a:rPr lang="es-MX" dirty="0"/>
            <a:t> Mejora con datos históricos, pero no capta fenómenos complejos.</a:t>
          </a:r>
          <a:endParaRPr lang="en-US" dirty="0"/>
        </a:p>
      </dgm:t>
    </dgm:pt>
    <dgm:pt modelId="{0E3EE7E2-9C8E-487F-AB10-C1FF9B66120C}" type="parTrans" cxnId="{4D34F990-343F-44E7-A058-E028A8B5C857}">
      <dgm:prSet/>
      <dgm:spPr/>
      <dgm:t>
        <a:bodyPr/>
        <a:lstStyle/>
        <a:p>
          <a:endParaRPr lang="en-US"/>
        </a:p>
      </dgm:t>
    </dgm:pt>
    <dgm:pt modelId="{C4FDC7E2-B0AE-46FC-96B5-46BA27A67B13}" type="sibTrans" cxnId="{4D34F990-343F-44E7-A058-E028A8B5C857}">
      <dgm:prSet/>
      <dgm:spPr/>
      <dgm:t>
        <a:bodyPr/>
        <a:lstStyle/>
        <a:p>
          <a:endParaRPr lang="en-US"/>
        </a:p>
      </dgm:t>
    </dgm:pt>
    <dgm:pt modelId="{5472C8E0-39A2-4E85-A7BA-0C6BA5863361}">
      <dgm:prSet phldrT="[Text]"/>
      <dgm:spPr/>
      <dgm:t>
        <a:bodyPr/>
        <a:lstStyle/>
        <a:p>
          <a:pPr>
            <a:buFontTx/>
            <a:buBlip>
              <a:blip xmlns:r="http://schemas.openxmlformats.org/officeDocument/2006/relationships" r:embed="rId1"/>
            </a:buBlip>
          </a:pPr>
          <a:r>
            <a:rPr lang="es-MX" dirty="0"/>
            <a:t> Capacidad de modelar relaciones no lineales.</a:t>
          </a:r>
          <a:endParaRPr lang="en-US" dirty="0"/>
        </a:p>
      </dgm:t>
    </dgm:pt>
    <dgm:pt modelId="{384F825E-5FBF-4327-8A2C-3C2EDFA70565}" type="parTrans" cxnId="{BE0DBA52-0870-4917-BC6F-5B392F5EECA3}">
      <dgm:prSet/>
      <dgm:spPr/>
      <dgm:t>
        <a:bodyPr/>
        <a:lstStyle/>
        <a:p>
          <a:endParaRPr lang="en-US"/>
        </a:p>
      </dgm:t>
    </dgm:pt>
    <dgm:pt modelId="{0140D721-BA9A-4197-8ECE-2E0F3E5B5333}" type="sibTrans" cxnId="{BE0DBA52-0870-4917-BC6F-5B392F5EECA3}">
      <dgm:prSet/>
      <dgm:spPr/>
      <dgm:t>
        <a:bodyPr/>
        <a:lstStyle/>
        <a:p>
          <a:endParaRPr lang="en-US"/>
        </a:p>
      </dgm:t>
    </dgm:pt>
    <dgm:pt modelId="{586AF6EB-EFCA-4CD8-88A6-36C91A244512}">
      <dgm:prSet phldrT="[Text]"/>
      <dgm:spPr/>
      <dgm:t>
        <a:bodyPr/>
        <a:lstStyle/>
        <a:p>
          <a:r>
            <a:rPr lang="es-MX" dirty="0"/>
            <a:t>Redes neuronales avanzadas </a:t>
          </a:r>
        </a:p>
        <a:p>
          <a:r>
            <a:rPr lang="es-MX" dirty="0"/>
            <a:t>(Shi et al., 2015)</a:t>
          </a:r>
          <a:endParaRPr lang="en-US" dirty="0"/>
        </a:p>
      </dgm:t>
    </dgm:pt>
    <dgm:pt modelId="{99FEF230-87CF-4202-867E-00133DB11F3D}" type="parTrans" cxnId="{7E5182FF-CE6E-4196-9110-ADCC22D401C3}">
      <dgm:prSet/>
      <dgm:spPr/>
      <dgm:t>
        <a:bodyPr/>
        <a:lstStyle/>
        <a:p>
          <a:endParaRPr lang="en-US"/>
        </a:p>
      </dgm:t>
    </dgm:pt>
    <dgm:pt modelId="{E4A01E87-998F-4815-8C45-FB0932B34F11}" type="sibTrans" cxnId="{7E5182FF-CE6E-4196-9110-ADCC22D401C3}">
      <dgm:prSet/>
      <dgm:spPr/>
      <dgm:t>
        <a:bodyPr/>
        <a:lstStyle/>
        <a:p>
          <a:endParaRPr lang="en-US"/>
        </a:p>
      </dgm:t>
    </dgm:pt>
    <dgm:pt modelId="{40288D1E-FB58-4BA9-B7FF-C789FA4BAB5E}">
      <dgm:prSet phldrT="[Text]"/>
      <dgm:spPr/>
      <dgm:t>
        <a:bodyPr/>
        <a:lstStyle/>
        <a:p>
          <a:pPr>
            <a:buFontTx/>
            <a:buBlip>
              <a:blip xmlns:r="http://schemas.openxmlformats.org/officeDocument/2006/relationships" r:embed="rId1"/>
            </a:buBlip>
          </a:pPr>
          <a:r>
            <a:rPr lang="es-MX" dirty="0"/>
            <a:t> CNN para patrones espaciales y LSTM para series temporales.</a:t>
          </a:r>
          <a:endParaRPr lang="en-US" dirty="0"/>
        </a:p>
      </dgm:t>
    </dgm:pt>
    <dgm:pt modelId="{174EEAA6-B08B-4FF4-8E7D-41A747A2F2C0}" type="parTrans" cxnId="{72152B5C-A87B-4E30-9FFF-1F04B0AD9857}">
      <dgm:prSet/>
      <dgm:spPr/>
      <dgm:t>
        <a:bodyPr/>
        <a:lstStyle/>
        <a:p>
          <a:endParaRPr lang="en-US"/>
        </a:p>
      </dgm:t>
    </dgm:pt>
    <dgm:pt modelId="{23A04F16-0370-4FB1-90E3-12C1636CBF5C}" type="sibTrans" cxnId="{72152B5C-A87B-4E30-9FFF-1F04B0AD9857}">
      <dgm:prSet/>
      <dgm:spPr/>
      <dgm:t>
        <a:bodyPr/>
        <a:lstStyle/>
        <a:p>
          <a:endParaRPr lang="en-US"/>
        </a:p>
      </dgm:t>
    </dgm:pt>
    <dgm:pt modelId="{E1B54C0F-E7F5-4E19-ABDA-978E8C11EEC2}">
      <dgm:prSet phldrT="[Text]"/>
      <dgm:spPr/>
      <dgm:t>
        <a:bodyPr/>
        <a:lstStyle/>
        <a:p>
          <a:pPr>
            <a:buFontTx/>
            <a:buBlip>
              <a:blip xmlns:r="http://schemas.openxmlformats.org/officeDocument/2006/relationships" r:embed="rId1"/>
            </a:buBlip>
          </a:pPr>
          <a:r>
            <a:rPr lang="es-MX" dirty="0"/>
            <a:t> Alta precisión en predicciones.</a:t>
          </a:r>
          <a:endParaRPr lang="en-US" dirty="0"/>
        </a:p>
      </dgm:t>
    </dgm:pt>
    <dgm:pt modelId="{E74006E9-8BB2-4BC4-9304-AA7ED01C2218}" type="parTrans" cxnId="{CD3EF1CE-A627-46FD-B880-225EE78F168C}">
      <dgm:prSet/>
      <dgm:spPr/>
      <dgm:t>
        <a:bodyPr/>
        <a:lstStyle/>
        <a:p>
          <a:endParaRPr lang="en-US"/>
        </a:p>
      </dgm:t>
    </dgm:pt>
    <dgm:pt modelId="{26E0E9BC-4315-4F80-BBCB-C584550E4A4C}" type="sibTrans" cxnId="{CD3EF1CE-A627-46FD-B880-225EE78F168C}">
      <dgm:prSet/>
      <dgm:spPr/>
      <dgm:t>
        <a:bodyPr/>
        <a:lstStyle/>
        <a:p>
          <a:endParaRPr lang="en-US"/>
        </a:p>
      </dgm:t>
    </dgm:pt>
    <dgm:pt modelId="{5AAB3AF6-A9BF-4682-B5AB-AB58EF1A5667}">
      <dgm:prSet phldrT="[Text]"/>
      <dgm:spPr/>
      <dgm:t>
        <a:bodyPr/>
        <a:lstStyle/>
        <a:p>
          <a:r>
            <a:rPr lang="es-MX" dirty="0"/>
            <a:t>Modelos híbridos </a:t>
          </a:r>
        </a:p>
        <a:p>
          <a:r>
            <a:rPr lang="es-MX" dirty="0"/>
            <a:t>(Chin et al., 2021)</a:t>
          </a:r>
          <a:endParaRPr lang="en-US" dirty="0"/>
        </a:p>
      </dgm:t>
    </dgm:pt>
    <dgm:pt modelId="{9D21CE8E-B8C2-4AB0-9EF2-C330D9A937F0}" type="parTrans" cxnId="{2F2C06C0-1A18-4E93-B43C-6AD5DDAC8AA4}">
      <dgm:prSet/>
      <dgm:spPr/>
      <dgm:t>
        <a:bodyPr/>
        <a:lstStyle/>
        <a:p>
          <a:endParaRPr lang="en-US"/>
        </a:p>
      </dgm:t>
    </dgm:pt>
    <dgm:pt modelId="{573CBE26-15A2-4ACB-AFEE-95DC893D6519}" type="sibTrans" cxnId="{2F2C06C0-1A18-4E93-B43C-6AD5DDAC8AA4}">
      <dgm:prSet/>
      <dgm:spPr/>
      <dgm:t>
        <a:bodyPr/>
        <a:lstStyle/>
        <a:p>
          <a:endParaRPr lang="en-US"/>
        </a:p>
      </dgm:t>
    </dgm:pt>
    <dgm:pt modelId="{4BF82436-5870-4CA8-AA4A-0CDCEE2CAC56}">
      <dgm:prSet phldrT="[Text]"/>
      <dgm:spPr/>
      <dgm:t>
        <a:bodyPr/>
        <a:lstStyle/>
        <a:p>
          <a:pPr>
            <a:buFontTx/>
            <a:buBlip>
              <a:blip xmlns:r="http://schemas.openxmlformats.org/officeDocument/2006/relationships" r:embed="rId1"/>
            </a:buBlip>
          </a:pPr>
          <a:r>
            <a:rPr lang="es-MX" dirty="0"/>
            <a:t> Combinan física, estadística e IA.</a:t>
          </a:r>
          <a:endParaRPr lang="en-US" dirty="0"/>
        </a:p>
      </dgm:t>
    </dgm:pt>
    <dgm:pt modelId="{0F664381-F3D2-4078-9888-BABB5A1ED1AB}" type="parTrans" cxnId="{75731406-E409-4DEE-90F3-BF3BA9C22C10}">
      <dgm:prSet/>
      <dgm:spPr/>
      <dgm:t>
        <a:bodyPr/>
        <a:lstStyle/>
        <a:p>
          <a:endParaRPr lang="en-US"/>
        </a:p>
      </dgm:t>
    </dgm:pt>
    <dgm:pt modelId="{70C2414C-2F07-4C96-AE83-2CF62E370910}" type="sibTrans" cxnId="{75731406-E409-4DEE-90F3-BF3BA9C22C10}">
      <dgm:prSet/>
      <dgm:spPr/>
      <dgm:t>
        <a:bodyPr/>
        <a:lstStyle/>
        <a:p>
          <a:endParaRPr lang="en-US"/>
        </a:p>
      </dgm:t>
    </dgm:pt>
    <dgm:pt modelId="{BA5749E1-AC49-45A6-9D12-B2796D68D8BF}">
      <dgm:prSet phldrT="[Text]"/>
      <dgm:spPr/>
      <dgm:t>
        <a:bodyPr/>
        <a:lstStyle/>
        <a:p>
          <a:pPr>
            <a:buFontTx/>
            <a:buBlip>
              <a:blip xmlns:r="http://schemas.openxmlformats.org/officeDocument/2006/relationships" r:embed="rId1"/>
            </a:buBlip>
          </a:pPr>
          <a:r>
            <a:rPr lang="es-MX" dirty="0"/>
            <a:t> Usan múltiples fuentes para mayor precisión.</a:t>
          </a:r>
          <a:endParaRPr lang="en-US" dirty="0"/>
        </a:p>
      </dgm:t>
    </dgm:pt>
    <dgm:pt modelId="{C50BDB65-5504-4CE7-8E1B-6335B6354824}" type="parTrans" cxnId="{836FE888-0CD6-43E1-943B-416A5ECCC760}">
      <dgm:prSet/>
      <dgm:spPr/>
      <dgm:t>
        <a:bodyPr/>
        <a:lstStyle/>
        <a:p>
          <a:endParaRPr lang="en-US"/>
        </a:p>
      </dgm:t>
    </dgm:pt>
    <dgm:pt modelId="{7A198122-9B3D-4866-9D7E-F86631D27E3B}" type="sibTrans" cxnId="{836FE888-0CD6-43E1-943B-416A5ECCC760}">
      <dgm:prSet/>
      <dgm:spPr/>
      <dgm:t>
        <a:bodyPr/>
        <a:lstStyle/>
        <a:p>
          <a:endParaRPr lang="en-US"/>
        </a:p>
      </dgm:t>
    </dgm:pt>
    <dgm:pt modelId="{5962EF2D-A944-4173-A866-1799D5EF0DF4}">
      <dgm:prSet phldrT="[Text]"/>
      <dgm:spPr/>
      <dgm:t>
        <a:bodyPr/>
        <a:lstStyle/>
        <a:p>
          <a:pPr>
            <a:buFontTx/>
            <a:buBlip>
              <a:blip xmlns:r="http://schemas.openxmlformats.org/officeDocument/2006/relationships" r:embed="rId1"/>
            </a:buBlip>
          </a:pPr>
          <a:r>
            <a:rPr lang="es-MX" dirty="0"/>
            <a:t> Limitaciones ante sistemas no lineales.</a:t>
          </a:r>
          <a:endParaRPr lang="en-US" dirty="0"/>
        </a:p>
      </dgm:t>
    </dgm:pt>
    <dgm:pt modelId="{59603D6B-762D-4725-8589-94A3555619EA}" type="parTrans" cxnId="{C2213E6A-BB7C-472A-B7E4-D7904A48C566}">
      <dgm:prSet/>
      <dgm:spPr/>
      <dgm:t>
        <a:bodyPr/>
        <a:lstStyle/>
        <a:p>
          <a:endParaRPr lang="en-US"/>
        </a:p>
      </dgm:t>
    </dgm:pt>
    <dgm:pt modelId="{F4F2A73E-056F-40BA-AA5F-174D642E916E}" type="sibTrans" cxnId="{C2213E6A-BB7C-472A-B7E4-D7904A48C566}">
      <dgm:prSet/>
      <dgm:spPr/>
      <dgm:t>
        <a:bodyPr/>
        <a:lstStyle/>
        <a:p>
          <a:endParaRPr lang="en-US"/>
        </a:p>
      </dgm:t>
    </dgm:pt>
    <dgm:pt modelId="{BD636454-5F7C-416C-A2C5-7BF783AED331}" type="pres">
      <dgm:prSet presAssocID="{5A741421-2C09-423E-A462-2BDF6BA25DBF}" presName="Name0" presStyleCnt="0">
        <dgm:presLayoutVars>
          <dgm:dir/>
          <dgm:animLvl val="lvl"/>
          <dgm:resizeHandles/>
        </dgm:presLayoutVars>
      </dgm:prSet>
      <dgm:spPr/>
    </dgm:pt>
    <dgm:pt modelId="{9A7F48E3-487E-4291-B883-5C4A6DED919E}" type="pres">
      <dgm:prSet presAssocID="{C6B7C876-6342-4EAA-A394-14B2F99F4105}" presName="linNode" presStyleCnt="0"/>
      <dgm:spPr/>
    </dgm:pt>
    <dgm:pt modelId="{45957BCB-26B1-4CB1-BF2A-DF1254F74247}" type="pres">
      <dgm:prSet presAssocID="{C6B7C876-6342-4EAA-A394-14B2F99F4105}" presName="parentShp" presStyleLbl="node1" presStyleIdx="0" presStyleCnt="5">
        <dgm:presLayoutVars>
          <dgm:bulletEnabled val="1"/>
        </dgm:presLayoutVars>
      </dgm:prSet>
      <dgm:spPr/>
    </dgm:pt>
    <dgm:pt modelId="{F5D6F627-1B71-4905-9DB0-14FB598819DE}" type="pres">
      <dgm:prSet presAssocID="{C6B7C876-6342-4EAA-A394-14B2F99F4105}" presName="childShp" presStyleLbl="bgAccFollowNode1" presStyleIdx="0" presStyleCnt="5">
        <dgm:presLayoutVars>
          <dgm:bulletEnabled val="1"/>
        </dgm:presLayoutVars>
      </dgm:prSet>
      <dgm:spPr/>
    </dgm:pt>
    <dgm:pt modelId="{E7817C5B-AA66-4ED2-850E-1E7C036DC166}" type="pres">
      <dgm:prSet presAssocID="{E165E24E-0BD8-4C9B-A6D6-735E436FC60E}" presName="spacing" presStyleCnt="0"/>
      <dgm:spPr/>
    </dgm:pt>
    <dgm:pt modelId="{28554335-AE49-460E-9A8F-F8673B093D3A}" type="pres">
      <dgm:prSet presAssocID="{8CBE9AD8-050D-411B-A04C-F244C5BE6165}" presName="linNode" presStyleCnt="0"/>
      <dgm:spPr/>
    </dgm:pt>
    <dgm:pt modelId="{D9EFDD8A-E0D0-463F-A591-8F6FD0E6EB53}" type="pres">
      <dgm:prSet presAssocID="{8CBE9AD8-050D-411B-A04C-F244C5BE6165}" presName="parentShp" presStyleLbl="node1" presStyleIdx="1" presStyleCnt="5">
        <dgm:presLayoutVars>
          <dgm:bulletEnabled val="1"/>
        </dgm:presLayoutVars>
      </dgm:prSet>
      <dgm:spPr/>
    </dgm:pt>
    <dgm:pt modelId="{3F4D4980-6011-44A5-A494-CAD1F3107CD5}" type="pres">
      <dgm:prSet presAssocID="{8CBE9AD8-050D-411B-A04C-F244C5BE6165}" presName="childShp" presStyleLbl="bgAccFollowNode1" presStyleIdx="1" presStyleCnt="5">
        <dgm:presLayoutVars>
          <dgm:bulletEnabled val="1"/>
        </dgm:presLayoutVars>
      </dgm:prSet>
      <dgm:spPr/>
    </dgm:pt>
    <dgm:pt modelId="{D05E9288-4D10-48AA-B76C-D526873243E3}" type="pres">
      <dgm:prSet presAssocID="{1DF27C6B-2E31-4704-85E1-7FE4DA8CC007}" presName="spacing" presStyleCnt="0"/>
      <dgm:spPr/>
    </dgm:pt>
    <dgm:pt modelId="{D91321F3-7611-4A45-AC5D-251A260F6BCC}" type="pres">
      <dgm:prSet presAssocID="{690B7B84-AD92-4F13-A6AC-0A91FDD45A9C}" presName="linNode" presStyleCnt="0"/>
      <dgm:spPr/>
    </dgm:pt>
    <dgm:pt modelId="{8EAF2947-DD24-4084-AEA5-712822E1F53D}" type="pres">
      <dgm:prSet presAssocID="{690B7B84-AD92-4F13-A6AC-0A91FDD45A9C}" presName="parentShp" presStyleLbl="node1" presStyleIdx="2" presStyleCnt="5">
        <dgm:presLayoutVars>
          <dgm:bulletEnabled val="1"/>
        </dgm:presLayoutVars>
      </dgm:prSet>
      <dgm:spPr/>
    </dgm:pt>
    <dgm:pt modelId="{E96A2331-3C1D-4A74-BCBD-E3369033BEDE}" type="pres">
      <dgm:prSet presAssocID="{690B7B84-AD92-4F13-A6AC-0A91FDD45A9C}" presName="childShp" presStyleLbl="bgAccFollowNode1" presStyleIdx="2" presStyleCnt="5">
        <dgm:presLayoutVars>
          <dgm:bulletEnabled val="1"/>
        </dgm:presLayoutVars>
      </dgm:prSet>
      <dgm:spPr/>
    </dgm:pt>
    <dgm:pt modelId="{0E27D86F-43E3-444A-A5F8-C183A388D7C8}" type="pres">
      <dgm:prSet presAssocID="{3F54BA10-0D46-4CA2-A778-E66DBAFF5C4D}" presName="spacing" presStyleCnt="0"/>
      <dgm:spPr/>
    </dgm:pt>
    <dgm:pt modelId="{945B19A7-A780-428E-AC85-DDE25E501140}" type="pres">
      <dgm:prSet presAssocID="{586AF6EB-EFCA-4CD8-88A6-36C91A244512}" presName="linNode" presStyleCnt="0"/>
      <dgm:spPr/>
    </dgm:pt>
    <dgm:pt modelId="{0EE911C5-A1F1-4695-90B7-D643FBE554A0}" type="pres">
      <dgm:prSet presAssocID="{586AF6EB-EFCA-4CD8-88A6-36C91A244512}" presName="parentShp" presStyleLbl="node1" presStyleIdx="3" presStyleCnt="5">
        <dgm:presLayoutVars>
          <dgm:bulletEnabled val="1"/>
        </dgm:presLayoutVars>
      </dgm:prSet>
      <dgm:spPr/>
    </dgm:pt>
    <dgm:pt modelId="{365FD1D1-A512-40E0-BB12-8575A8C1E413}" type="pres">
      <dgm:prSet presAssocID="{586AF6EB-EFCA-4CD8-88A6-36C91A244512}" presName="childShp" presStyleLbl="bgAccFollowNode1" presStyleIdx="3" presStyleCnt="5">
        <dgm:presLayoutVars>
          <dgm:bulletEnabled val="1"/>
        </dgm:presLayoutVars>
      </dgm:prSet>
      <dgm:spPr/>
    </dgm:pt>
    <dgm:pt modelId="{FAA666C6-1B96-4A35-988A-C9BBD6CD672B}" type="pres">
      <dgm:prSet presAssocID="{E4A01E87-998F-4815-8C45-FB0932B34F11}" presName="spacing" presStyleCnt="0"/>
      <dgm:spPr/>
    </dgm:pt>
    <dgm:pt modelId="{51B8E944-4ED1-462B-8878-AC57F51C700D}" type="pres">
      <dgm:prSet presAssocID="{5AAB3AF6-A9BF-4682-B5AB-AB58EF1A5667}" presName="linNode" presStyleCnt="0"/>
      <dgm:spPr/>
    </dgm:pt>
    <dgm:pt modelId="{6CD8D979-F69E-423E-BF08-D7A5FB688B0D}" type="pres">
      <dgm:prSet presAssocID="{5AAB3AF6-A9BF-4682-B5AB-AB58EF1A5667}" presName="parentShp" presStyleLbl="node1" presStyleIdx="4" presStyleCnt="5">
        <dgm:presLayoutVars>
          <dgm:bulletEnabled val="1"/>
        </dgm:presLayoutVars>
      </dgm:prSet>
      <dgm:spPr/>
    </dgm:pt>
    <dgm:pt modelId="{6A6B7DC6-77E1-4504-A823-A301DDE87A5A}" type="pres">
      <dgm:prSet presAssocID="{5AAB3AF6-A9BF-4682-B5AB-AB58EF1A5667}" presName="childShp" presStyleLbl="bgAccFollowNode1" presStyleIdx="4" presStyleCnt="5">
        <dgm:presLayoutVars>
          <dgm:bulletEnabled val="1"/>
        </dgm:presLayoutVars>
      </dgm:prSet>
      <dgm:spPr/>
    </dgm:pt>
  </dgm:ptLst>
  <dgm:cxnLst>
    <dgm:cxn modelId="{0BF30404-9DAF-4816-A5A7-27211FC7D6AD}" type="presOf" srcId="{C6B7C876-6342-4EAA-A394-14B2F99F4105}" destId="{45957BCB-26B1-4CB1-BF2A-DF1254F74247}" srcOrd="0" destOrd="0" presId="urn:microsoft.com/office/officeart/2005/8/layout/vList6"/>
    <dgm:cxn modelId="{75731406-E409-4DEE-90F3-BF3BA9C22C10}" srcId="{5AAB3AF6-A9BF-4682-B5AB-AB58EF1A5667}" destId="{4BF82436-5870-4CA8-AA4A-0CDCEE2CAC56}" srcOrd="0" destOrd="0" parTransId="{0F664381-F3D2-4078-9888-BABB5A1ED1AB}" sibTransId="{70C2414C-2F07-4C96-AE83-2CF62E370910}"/>
    <dgm:cxn modelId="{24CB710A-6EF8-4A71-B3D1-79C8A4C2D8ED}" srcId="{C6B7C876-6342-4EAA-A394-14B2F99F4105}" destId="{9A1C34F3-F433-4AD5-A543-AE5FF7C33E08}" srcOrd="0" destOrd="0" parTransId="{BB439B5D-3899-483A-9A6B-3D40EE8B4E12}" sibTransId="{B3E42291-ADD6-4D87-BA81-855AB6F40202}"/>
    <dgm:cxn modelId="{6E3ADC1E-F6A9-4E1F-B924-E5D86562F123}" type="presOf" srcId="{690B7B84-AD92-4F13-A6AC-0A91FDD45A9C}" destId="{8EAF2947-DD24-4084-AEA5-712822E1F53D}" srcOrd="0" destOrd="0" presId="urn:microsoft.com/office/officeart/2005/8/layout/vList6"/>
    <dgm:cxn modelId="{7886422C-CE10-4E90-A162-10F7E97E3013}" type="presOf" srcId="{5A741421-2C09-423E-A462-2BDF6BA25DBF}" destId="{BD636454-5F7C-416C-A2C5-7BF783AED331}" srcOrd="0" destOrd="0" presId="urn:microsoft.com/office/officeart/2005/8/layout/vList6"/>
    <dgm:cxn modelId="{BC10D234-114A-4F78-AA13-DEAA3584F89C}" srcId="{690B7B84-AD92-4F13-A6AC-0A91FDD45A9C}" destId="{C1DA275F-9CC9-4D7B-A45C-99366879B41D}" srcOrd="0" destOrd="0" parTransId="{98EF2742-AEC1-494A-958A-9BB898BCB286}" sibTransId="{09FFF141-702D-4366-975E-C394A857FF9F}"/>
    <dgm:cxn modelId="{1F7ADA35-1DD4-4F10-899A-FA321EDE4161}" srcId="{5A741421-2C09-423E-A462-2BDF6BA25DBF}" destId="{690B7B84-AD92-4F13-A6AC-0A91FDD45A9C}" srcOrd="2" destOrd="0" parTransId="{7CBBEEFD-56A5-4D2F-9807-7DDBC9CC6743}" sibTransId="{3F54BA10-0D46-4CA2-A778-E66DBAFF5C4D}"/>
    <dgm:cxn modelId="{AA0D4340-8254-4213-A0FA-4A7B90507EE6}" type="presOf" srcId="{E1B54C0F-E7F5-4E19-ABDA-978E8C11EEC2}" destId="{365FD1D1-A512-40E0-BB12-8575A8C1E413}" srcOrd="0" destOrd="1" presId="urn:microsoft.com/office/officeart/2005/8/layout/vList6"/>
    <dgm:cxn modelId="{72152B5C-A87B-4E30-9FFF-1F04B0AD9857}" srcId="{586AF6EB-EFCA-4CD8-88A6-36C91A244512}" destId="{40288D1E-FB58-4BA9-B7FF-C789FA4BAB5E}" srcOrd="0" destOrd="0" parTransId="{174EEAA6-B08B-4FF4-8E7D-41A747A2F2C0}" sibTransId="{23A04F16-0370-4FB1-90E3-12C1636CBF5C}"/>
    <dgm:cxn modelId="{F103635F-747E-40D0-B080-D0089000BD34}" type="presOf" srcId="{5962EF2D-A944-4173-A866-1799D5EF0DF4}" destId="{F5D6F627-1B71-4905-9DB0-14FB598819DE}" srcOrd="0" destOrd="1" presId="urn:microsoft.com/office/officeart/2005/8/layout/vList6"/>
    <dgm:cxn modelId="{2214F35F-1FDB-47F2-B60B-00876E8C42A9}" srcId="{8CBE9AD8-050D-411B-A04C-F244C5BE6165}" destId="{086816EE-37CB-4438-A8D3-02EA38A54574}" srcOrd="0" destOrd="0" parTransId="{6EFA5B4D-28CD-4E0C-8C38-16C10F5BE39B}" sibTransId="{5ACAF4CC-7689-4FBD-9A70-387D28003B34}"/>
    <dgm:cxn modelId="{AFA35449-A98E-4F2E-93FB-DF1FB2FA7C57}" type="presOf" srcId="{586AF6EB-EFCA-4CD8-88A6-36C91A244512}" destId="{0EE911C5-A1F1-4695-90B7-D643FBE554A0}" srcOrd="0" destOrd="0" presId="urn:microsoft.com/office/officeart/2005/8/layout/vList6"/>
    <dgm:cxn modelId="{68E8D149-20F2-4860-8615-3A17BF4003A9}" type="presOf" srcId="{BA5749E1-AC49-45A6-9D12-B2796D68D8BF}" destId="{6A6B7DC6-77E1-4504-A823-A301DDE87A5A}" srcOrd="0" destOrd="1" presId="urn:microsoft.com/office/officeart/2005/8/layout/vList6"/>
    <dgm:cxn modelId="{C2213E6A-BB7C-472A-B7E4-D7904A48C566}" srcId="{C6B7C876-6342-4EAA-A394-14B2F99F4105}" destId="{5962EF2D-A944-4173-A866-1799D5EF0DF4}" srcOrd="1" destOrd="0" parTransId="{59603D6B-762D-4725-8589-94A3555619EA}" sibTransId="{F4F2A73E-056F-40BA-AA5F-174D642E916E}"/>
    <dgm:cxn modelId="{C1579E72-4944-419B-A175-AA4B511EC2F3}" type="presOf" srcId="{4BF82436-5870-4CA8-AA4A-0CDCEE2CAC56}" destId="{6A6B7DC6-77E1-4504-A823-A301DDE87A5A}" srcOrd="0" destOrd="0" presId="urn:microsoft.com/office/officeart/2005/8/layout/vList6"/>
    <dgm:cxn modelId="{BE0DBA52-0870-4917-BC6F-5B392F5EECA3}" srcId="{690B7B84-AD92-4F13-A6AC-0A91FDD45A9C}" destId="{5472C8E0-39A2-4E85-A7BA-0C6BA5863361}" srcOrd="1" destOrd="0" parTransId="{384F825E-5FBF-4327-8A2C-3C2EDFA70565}" sibTransId="{0140D721-BA9A-4197-8ECE-2E0F3E5B5333}"/>
    <dgm:cxn modelId="{836FE888-0CD6-43E1-943B-416A5ECCC760}" srcId="{5AAB3AF6-A9BF-4682-B5AB-AB58EF1A5667}" destId="{BA5749E1-AC49-45A6-9D12-B2796D68D8BF}" srcOrd="1" destOrd="0" parTransId="{C50BDB65-5504-4CE7-8E1B-6335B6354824}" sibTransId="{7A198122-9B3D-4866-9D7E-F86631D27E3B}"/>
    <dgm:cxn modelId="{4D34F990-343F-44E7-A058-E028A8B5C857}" srcId="{8CBE9AD8-050D-411B-A04C-F244C5BE6165}" destId="{A38A9D9F-9529-495D-9BFD-7FCEDF1C0AB9}" srcOrd="1" destOrd="0" parTransId="{0E3EE7E2-9C8E-487F-AB10-C1FF9B66120C}" sibTransId="{C4FDC7E2-B0AE-46FC-96B5-46BA27A67B13}"/>
    <dgm:cxn modelId="{EAEE2B97-40AB-4D3F-9B94-8E1FC78572A3}" srcId="{5A741421-2C09-423E-A462-2BDF6BA25DBF}" destId="{8CBE9AD8-050D-411B-A04C-F244C5BE6165}" srcOrd="1" destOrd="0" parTransId="{528B4542-EDDA-4E3A-9A3F-5572253E127E}" sibTransId="{1DF27C6B-2E31-4704-85E1-7FE4DA8CC007}"/>
    <dgm:cxn modelId="{310653A0-23E1-4C0B-8CAE-DCFCB41A4C75}" type="presOf" srcId="{A38A9D9F-9529-495D-9BFD-7FCEDF1C0AB9}" destId="{3F4D4980-6011-44A5-A494-CAD1F3107CD5}" srcOrd="0" destOrd="1" presId="urn:microsoft.com/office/officeart/2005/8/layout/vList6"/>
    <dgm:cxn modelId="{67AE39AB-BDCE-44AD-9A2D-B158C12E1080}" type="presOf" srcId="{9A1C34F3-F433-4AD5-A543-AE5FF7C33E08}" destId="{F5D6F627-1B71-4905-9DB0-14FB598819DE}" srcOrd="0" destOrd="0" presId="urn:microsoft.com/office/officeart/2005/8/layout/vList6"/>
    <dgm:cxn modelId="{FDECA6AB-9457-4F34-B326-1D8C1354340A}" type="presOf" srcId="{8CBE9AD8-050D-411B-A04C-F244C5BE6165}" destId="{D9EFDD8A-E0D0-463F-A591-8F6FD0E6EB53}" srcOrd="0" destOrd="0" presId="urn:microsoft.com/office/officeart/2005/8/layout/vList6"/>
    <dgm:cxn modelId="{B0E93DAE-EAEB-4123-8617-855A4A272219}" type="presOf" srcId="{40288D1E-FB58-4BA9-B7FF-C789FA4BAB5E}" destId="{365FD1D1-A512-40E0-BB12-8575A8C1E413}" srcOrd="0" destOrd="0" presId="urn:microsoft.com/office/officeart/2005/8/layout/vList6"/>
    <dgm:cxn modelId="{FD534BB0-6EFB-433E-8047-1E05EE16B7C0}" srcId="{5A741421-2C09-423E-A462-2BDF6BA25DBF}" destId="{C6B7C876-6342-4EAA-A394-14B2F99F4105}" srcOrd="0" destOrd="0" parTransId="{AB2F0D5D-8F73-473F-AEC3-6AB915B0939E}" sibTransId="{E165E24E-0BD8-4C9B-A6D6-735E436FC60E}"/>
    <dgm:cxn modelId="{9CD16AB4-4EA1-4BBC-96B6-1F2B16B25311}" type="presOf" srcId="{5472C8E0-39A2-4E85-A7BA-0C6BA5863361}" destId="{E96A2331-3C1D-4A74-BCBD-E3369033BEDE}" srcOrd="0" destOrd="1" presId="urn:microsoft.com/office/officeart/2005/8/layout/vList6"/>
    <dgm:cxn modelId="{2F2C06C0-1A18-4E93-B43C-6AD5DDAC8AA4}" srcId="{5A741421-2C09-423E-A462-2BDF6BA25DBF}" destId="{5AAB3AF6-A9BF-4682-B5AB-AB58EF1A5667}" srcOrd="4" destOrd="0" parTransId="{9D21CE8E-B8C2-4AB0-9EF2-C330D9A937F0}" sibTransId="{573CBE26-15A2-4ACB-AFEE-95DC893D6519}"/>
    <dgm:cxn modelId="{4CE4D4CC-F3ED-476A-A0FD-CEF94908F128}" type="presOf" srcId="{086816EE-37CB-4438-A8D3-02EA38A54574}" destId="{3F4D4980-6011-44A5-A494-CAD1F3107CD5}" srcOrd="0" destOrd="0" presId="urn:microsoft.com/office/officeart/2005/8/layout/vList6"/>
    <dgm:cxn modelId="{CD3EF1CE-A627-46FD-B880-225EE78F168C}" srcId="{586AF6EB-EFCA-4CD8-88A6-36C91A244512}" destId="{E1B54C0F-E7F5-4E19-ABDA-978E8C11EEC2}" srcOrd="1" destOrd="0" parTransId="{E74006E9-8BB2-4BC4-9304-AA7ED01C2218}" sibTransId="{26E0E9BC-4315-4F80-BBCB-C584550E4A4C}"/>
    <dgm:cxn modelId="{E7B259D9-0E1A-448E-B1A5-D1B61FA8CA23}" type="presOf" srcId="{5AAB3AF6-A9BF-4682-B5AB-AB58EF1A5667}" destId="{6CD8D979-F69E-423E-BF08-D7A5FB688B0D}" srcOrd="0" destOrd="0" presId="urn:microsoft.com/office/officeart/2005/8/layout/vList6"/>
    <dgm:cxn modelId="{571438DA-33DE-4F27-924C-1857056D31CA}" type="presOf" srcId="{C1DA275F-9CC9-4D7B-A45C-99366879B41D}" destId="{E96A2331-3C1D-4A74-BCBD-E3369033BEDE}" srcOrd="0" destOrd="0" presId="urn:microsoft.com/office/officeart/2005/8/layout/vList6"/>
    <dgm:cxn modelId="{7E5182FF-CE6E-4196-9110-ADCC22D401C3}" srcId="{5A741421-2C09-423E-A462-2BDF6BA25DBF}" destId="{586AF6EB-EFCA-4CD8-88A6-36C91A244512}" srcOrd="3" destOrd="0" parTransId="{99FEF230-87CF-4202-867E-00133DB11F3D}" sibTransId="{E4A01E87-998F-4815-8C45-FB0932B34F11}"/>
    <dgm:cxn modelId="{E388C842-C865-4CFE-8BC0-13DF3F573370}" type="presParOf" srcId="{BD636454-5F7C-416C-A2C5-7BF783AED331}" destId="{9A7F48E3-487E-4291-B883-5C4A6DED919E}" srcOrd="0" destOrd="0" presId="urn:microsoft.com/office/officeart/2005/8/layout/vList6"/>
    <dgm:cxn modelId="{990556EA-9446-4766-A46A-2A20E5BC0741}" type="presParOf" srcId="{9A7F48E3-487E-4291-B883-5C4A6DED919E}" destId="{45957BCB-26B1-4CB1-BF2A-DF1254F74247}" srcOrd="0" destOrd="0" presId="urn:microsoft.com/office/officeart/2005/8/layout/vList6"/>
    <dgm:cxn modelId="{969A9E73-7F83-4C5A-BD81-C6257D73DC56}" type="presParOf" srcId="{9A7F48E3-487E-4291-B883-5C4A6DED919E}" destId="{F5D6F627-1B71-4905-9DB0-14FB598819DE}" srcOrd="1" destOrd="0" presId="urn:microsoft.com/office/officeart/2005/8/layout/vList6"/>
    <dgm:cxn modelId="{70D18534-B1C2-43B9-A923-558CA7254102}" type="presParOf" srcId="{BD636454-5F7C-416C-A2C5-7BF783AED331}" destId="{E7817C5B-AA66-4ED2-850E-1E7C036DC166}" srcOrd="1" destOrd="0" presId="urn:microsoft.com/office/officeart/2005/8/layout/vList6"/>
    <dgm:cxn modelId="{4B3CF2C3-A332-4CB7-922A-94DF0E9AB8FB}" type="presParOf" srcId="{BD636454-5F7C-416C-A2C5-7BF783AED331}" destId="{28554335-AE49-460E-9A8F-F8673B093D3A}" srcOrd="2" destOrd="0" presId="urn:microsoft.com/office/officeart/2005/8/layout/vList6"/>
    <dgm:cxn modelId="{85B79A90-7ADB-4278-9BAB-70B8A9CE6E7C}" type="presParOf" srcId="{28554335-AE49-460E-9A8F-F8673B093D3A}" destId="{D9EFDD8A-E0D0-463F-A591-8F6FD0E6EB53}" srcOrd="0" destOrd="0" presId="urn:microsoft.com/office/officeart/2005/8/layout/vList6"/>
    <dgm:cxn modelId="{49535DD4-8C32-49F5-BEB5-1DA81117D652}" type="presParOf" srcId="{28554335-AE49-460E-9A8F-F8673B093D3A}" destId="{3F4D4980-6011-44A5-A494-CAD1F3107CD5}" srcOrd="1" destOrd="0" presId="urn:microsoft.com/office/officeart/2005/8/layout/vList6"/>
    <dgm:cxn modelId="{6F545291-6E68-41F4-9B66-8D7E7FD2CDFE}" type="presParOf" srcId="{BD636454-5F7C-416C-A2C5-7BF783AED331}" destId="{D05E9288-4D10-48AA-B76C-D526873243E3}" srcOrd="3" destOrd="0" presId="urn:microsoft.com/office/officeart/2005/8/layout/vList6"/>
    <dgm:cxn modelId="{EFF871EB-BACA-49A9-8824-2051DC87EA86}" type="presParOf" srcId="{BD636454-5F7C-416C-A2C5-7BF783AED331}" destId="{D91321F3-7611-4A45-AC5D-251A260F6BCC}" srcOrd="4" destOrd="0" presId="urn:microsoft.com/office/officeart/2005/8/layout/vList6"/>
    <dgm:cxn modelId="{EA854071-85E4-49A6-BC2C-721DCCEE3EF4}" type="presParOf" srcId="{D91321F3-7611-4A45-AC5D-251A260F6BCC}" destId="{8EAF2947-DD24-4084-AEA5-712822E1F53D}" srcOrd="0" destOrd="0" presId="urn:microsoft.com/office/officeart/2005/8/layout/vList6"/>
    <dgm:cxn modelId="{1F724339-5CEF-4CAC-9CB9-2EC66EAFEB1B}" type="presParOf" srcId="{D91321F3-7611-4A45-AC5D-251A260F6BCC}" destId="{E96A2331-3C1D-4A74-BCBD-E3369033BEDE}" srcOrd="1" destOrd="0" presId="urn:microsoft.com/office/officeart/2005/8/layout/vList6"/>
    <dgm:cxn modelId="{0E62F64A-7F14-4C8A-AFFF-75FC98CE82C2}" type="presParOf" srcId="{BD636454-5F7C-416C-A2C5-7BF783AED331}" destId="{0E27D86F-43E3-444A-A5F8-C183A388D7C8}" srcOrd="5" destOrd="0" presId="urn:microsoft.com/office/officeart/2005/8/layout/vList6"/>
    <dgm:cxn modelId="{DEBE63D1-8284-41E6-A22A-694F24E12C83}" type="presParOf" srcId="{BD636454-5F7C-416C-A2C5-7BF783AED331}" destId="{945B19A7-A780-428E-AC85-DDE25E501140}" srcOrd="6" destOrd="0" presId="urn:microsoft.com/office/officeart/2005/8/layout/vList6"/>
    <dgm:cxn modelId="{6AB7AD36-4A31-4618-9C6B-0C52F85933F4}" type="presParOf" srcId="{945B19A7-A780-428E-AC85-DDE25E501140}" destId="{0EE911C5-A1F1-4695-90B7-D643FBE554A0}" srcOrd="0" destOrd="0" presId="urn:microsoft.com/office/officeart/2005/8/layout/vList6"/>
    <dgm:cxn modelId="{3D820081-2DB1-4858-91DF-D72F2770F259}" type="presParOf" srcId="{945B19A7-A780-428E-AC85-DDE25E501140}" destId="{365FD1D1-A512-40E0-BB12-8575A8C1E413}" srcOrd="1" destOrd="0" presId="urn:microsoft.com/office/officeart/2005/8/layout/vList6"/>
    <dgm:cxn modelId="{47C46C02-A499-4D7B-993D-C9FC285B7EF9}" type="presParOf" srcId="{BD636454-5F7C-416C-A2C5-7BF783AED331}" destId="{FAA666C6-1B96-4A35-988A-C9BBD6CD672B}" srcOrd="7" destOrd="0" presId="urn:microsoft.com/office/officeart/2005/8/layout/vList6"/>
    <dgm:cxn modelId="{C54593D1-132D-4DC2-B198-2286D9DFE115}" type="presParOf" srcId="{BD636454-5F7C-416C-A2C5-7BF783AED331}" destId="{51B8E944-4ED1-462B-8878-AC57F51C700D}" srcOrd="8" destOrd="0" presId="urn:microsoft.com/office/officeart/2005/8/layout/vList6"/>
    <dgm:cxn modelId="{8E97DED0-2335-48C2-AA46-22E6E57BCBFB}" type="presParOf" srcId="{51B8E944-4ED1-462B-8878-AC57F51C700D}" destId="{6CD8D979-F69E-423E-BF08-D7A5FB688B0D}" srcOrd="0" destOrd="0" presId="urn:microsoft.com/office/officeart/2005/8/layout/vList6"/>
    <dgm:cxn modelId="{A2E60592-7913-411D-B9FC-C363BFBF79B5}" type="presParOf" srcId="{51B8E944-4ED1-462B-8878-AC57F51C700D}" destId="{6A6B7DC6-77E1-4504-A823-A301DDE87A5A}"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D6F627-1B71-4905-9DB0-14FB598819DE}">
      <dsp:nvSpPr>
        <dsp:cNvPr id="0" name=""/>
        <dsp:cNvSpPr/>
      </dsp:nvSpPr>
      <dsp:spPr>
        <a:xfrm>
          <a:off x="3513796" y="1389"/>
          <a:ext cx="5270695" cy="752078"/>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Basados en posición solar, nubosidad y fórmulas determinadas.</a:t>
          </a:r>
          <a:endParaRPr lang="en-US" sz="1300" kern="1200" dirty="0"/>
        </a:p>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Limitaciones ante sistemas no lineales.</a:t>
          </a:r>
          <a:endParaRPr lang="en-US" sz="1300" kern="1200" dirty="0"/>
        </a:p>
      </dsp:txBody>
      <dsp:txXfrm>
        <a:off x="3513796" y="95399"/>
        <a:ext cx="4988666" cy="564058"/>
      </dsp:txXfrm>
    </dsp:sp>
    <dsp:sp modelId="{45957BCB-26B1-4CB1-BF2A-DF1254F74247}">
      <dsp:nvSpPr>
        <dsp:cNvPr id="0" name=""/>
        <dsp:cNvSpPr/>
      </dsp:nvSpPr>
      <dsp:spPr>
        <a:xfrm>
          <a:off x="0" y="1389"/>
          <a:ext cx="3513796" cy="752078"/>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s-MX" sz="1600" kern="1200" dirty="0"/>
            <a:t>Modelos físicos </a:t>
          </a:r>
        </a:p>
        <a:p>
          <a:pPr marL="0" lvl="0" indent="0" algn="ctr" defTabSz="711200">
            <a:lnSpc>
              <a:spcPct val="90000"/>
            </a:lnSpc>
            <a:spcBef>
              <a:spcPct val="0"/>
            </a:spcBef>
            <a:spcAft>
              <a:spcPct val="35000"/>
            </a:spcAft>
            <a:buNone/>
          </a:pPr>
          <a:r>
            <a:rPr lang="en-US" sz="1600" kern="1200" dirty="0"/>
            <a:t>(Paoli et al., 2010)</a:t>
          </a:r>
        </a:p>
      </dsp:txBody>
      <dsp:txXfrm>
        <a:off x="36713" y="38102"/>
        <a:ext cx="3440370" cy="678652"/>
      </dsp:txXfrm>
    </dsp:sp>
    <dsp:sp modelId="{3F4D4980-6011-44A5-A494-CAD1F3107CD5}">
      <dsp:nvSpPr>
        <dsp:cNvPr id="0" name=""/>
        <dsp:cNvSpPr/>
      </dsp:nvSpPr>
      <dsp:spPr>
        <a:xfrm>
          <a:off x="3513796" y="828675"/>
          <a:ext cx="5270695" cy="752078"/>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Series de tiempo, regresiones lineales.</a:t>
          </a:r>
          <a:endParaRPr lang="en-US" sz="1300" kern="1200" dirty="0"/>
        </a:p>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Mejora con datos históricos, pero no capta fenómenos complejos.</a:t>
          </a:r>
          <a:endParaRPr lang="en-US" sz="1300" kern="1200" dirty="0"/>
        </a:p>
      </dsp:txBody>
      <dsp:txXfrm>
        <a:off x="3513796" y="922685"/>
        <a:ext cx="4988666" cy="564058"/>
      </dsp:txXfrm>
    </dsp:sp>
    <dsp:sp modelId="{D9EFDD8A-E0D0-463F-A591-8F6FD0E6EB53}">
      <dsp:nvSpPr>
        <dsp:cNvPr id="0" name=""/>
        <dsp:cNvSpPr/>
      </dsp:nvSpPr>
      <dsp:spPr>
        <a:xfrm>
          <a:off x="0" y="828675"/>
          <a:ext cx="3513796" cy="752078"/>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s-MX" sz="1600" kern="1200" dirty="0"/>
            <a:t>Modelos estadísticos </a:t>
          </a:r>
        </a:p>
        <a:p>
          <a:pPr marL="0" lvl="0" indent="0" algn="ctr" defTabSz="711200">
            <a:lnSpc>
              <a:spcPct val="90000"/>
            </a:lnSpc>
            <a:spcBef>
              <a:spcPct val="0"/>
            </a:spcBef>
            <a:spcAft>
              <a:spcPct val="35000"/>
            </a:spcAft>
            <a:buNone/>
          </a:pPr>
          <a:r>
            <a:rPr lang="en-US" sz="1600" kern="1200" dirty="0"/>
            <a:t>(Mellit y Kalogirou, 2008)</a:t>
          </a:r>
        </a:p>
      </dsp:txBody>
      <dsp:txXfrm>
        <a:off x="36713" y="865388"/>
        <a:ext cx="3440370" cy="678652"/>
      </dsp:txXfrm>
    </dsp:sp>
    <dsp:sp modelId="{E96A2331-3C1D-4A74-BCBD-E3369033BEDE}">
      <dsp:nvSpPr>
        <dsp:cNvPr id="0" name=""/>
        <dsp:cNvSpPr/>
      </dsp:nvSpPr>
      <dsp:spPr>
        <a:xfrm>
          <a:off x="3513796" y="1655960"/>
          <a:ext cx="5270695" cy="752078"/>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a:t>
          </a:r>
          <a:r>
            <a:rPr lang="es-MX" sz="1300" kern="1200" dirty="0" err="1"/>
            <a:t>Random</a:t>
          </a:r>
          <a:r>
            <a:rPr lang="es-MX" sz="1300" kern="1200" dirty="0"/>
            <a:t> Forest, </a:t>
          </a:r>
          <a:r>
            <a:rPr lang="es-MX" sz="1300" kern="1200" dirty="0" err="1"/>
            <a:t>XGBoost</a:t>
          </a:r>
          <a:r>
            <a:rPr lang="es-MX" sz="1300" kern="1200" dirty="0"/>
            <a:t>, etc.</a:t>
          </a:r>
          <a:endParaRPr lang="en-US" sz="1300" kern="1200" dirty="0"/>
        </a:p>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Capacidad de modelar relaciones no lineales.</a:t>
          </a:r>
          <a:endParaRPr lang="en-US" sz="1300" kern="1200" dirty="0"/>
        </a:p>
      </dsp:txBody>
      <dsp:txXfrm>
        <a:off x="3513796" y="1749970"/>
        <a:ext cx="4988666" cy="564058"/>
      </dsp:txXfrm>
    </dsp:sp>
    <dsp:sp modelId="{8EAF2947-DD24-4084-AEA5-712822E1F53D}">
      <dsp:nvSpPr>
        <dsp:cNvPr id="0" name=""/>
        <dsp:cNvSpPr/>
      </dsp:nvSpPr>
      <dsp:spPr>
        <a:xfrm>
          <a:off x="0" y="1655960"/>
          <a:ext cx="3513796" cy="752078"/>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s-MX" sz="1600" kern="1200" dirty="0"/>
            <a:t>Modelos de aprendizaje automático </a:t>
          </a:r>
        </a:p>
        <a:p>
          <a:pPr marL="0" lvl="0" indent="0" algn="ctr" defTabSz="711200">
            <a:lnSpc>
              <a:spcPct val="90000"/>
            </a:lnSpc>
            <a:spcBef>
              <a:spcPct val="0"/>
            </a:spcBef>
            <a:spcAft>
              <a:spcPct val="35000"/>
            </a:spcAft>
            <a:buNone/>
          </a:pPr>
          <a:r>
            <a:rPr lang="es-MX" sz="1600" kern="1200" dirty="0"/>
            <a:t>(</a:t>
          </a:r>
          <a:r>
            <a:rPr lang="es-MX" sz="1600" kern="1200" dirty="0" err="1"/>
            <a:t>Voyant</a:t>
          </a:r>
          <a:r>
            <a:rPr lang="es-MX" sz="1600" kern="1200" dirty="0"/>
            <a:t> et al., 2017)</a:t>
          </a:r>
          <a:endParaRPr lang="en-US" sz="1600" kern="1200" dirty="0"/>
        </a:p>
      </dsp:txBody>
      <dsp:txXfrm>
        <a:off x="36713" y="1692673"/>
        <a:ext cx="3440370" cy="678652"/>
      </dsp:txXfrm>
    </dsp:sp>
    <dsp:sp modelId="{365FD1D1-A512-40E0-BB12-8575A8C1E413}">
      <dsp:nvSpPr>
        <dsp:cNvPr id="0" name=""/>
        <dsp:cNvSpPr/>
      </dsp:nvSpPr>
      <dsp:spPr>
        <a:xfrm>
          <a:off x="3513796" y="2483246"/>
          <a:ext cx="5270695" cy="752078"/>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CNN para patrones espaciales y LSTM para series temporales.</a:t>
          </a:r>
          <a:endParaRPr lang="en-US" sz="1300" kern="1200" dirty="0"/>
        </a:p>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Alta precisión en predicciones.</a:t>
          </a:r>
          <a:endParaRPr lang="en-US" sz="1300" kern="1200" dirty="0"/>
        </a:p>
      </dsp:txBody>
      <dsp:txXfrm>
        <a:off x="3513796" y="2577256"/>
        <a:ext cx="4988666" cy="564058"/>
      </dsp:txXfrm>
    </dsp:sp>
    <dsp:sp modelId="{0EE911C5-A1F1-4695-90B7-D643FBE554A0}">
      <dsp:nvSpPr>
        <dsp:cNvPr id="0" name=""/>
        <dsp:cNvSpPr/>
      </dsp:nvSpPr>
      <dsp:spPr>
        <a:xfrm>
          <a:off x="0" y="2483246"/>
          <a:ext cx="3513796" cy="752078"/>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s-MX" sz="1600" kern="1200" dirty="0"/>
            <a:t>Redes neuronales avanzadas </a:t>
          </a:r>
        </a:p>
        <a:p>
          <a:pPr marL="0" lvl="0" indent="0" algn="ctr" defTabSz="711200">
            <a:lnSpc>
              <a:spcPct val="90000"/>
            </a:lnSpc>
            <a:spcBef>
              <a:spcPct val="0"/>
            </a:spcBef>
            <a:spcAft>
              <a:spcPct val="35000"/>
            </a:spcAft>
            <a:buNone/>
          </a:pPr>
          <a:r>
            <a:rPr lang="es-MX" sz="1600" kern="1200" dirty="0"/>
            <a:t>(Shi et al., 2015)</a:t>
          </a:r>
          <a:endParaRPr lang="en-US" sz="1600" kern="1200" dirty="0"/>
        </a:p>
      </dsp:txBody>
      <dsp:txXfrm>
        <a:off x="36713" y="2519959"/>
        <a:ext cx="3440370" cy="678652"/>
      </dsp:txXfrm>
    </dsp:sp>
    <dsp:sp modelId="{6A6B7DC6-77E1-4504-A823-A301DDE87A5A}">
      <dsp:nvSpPr>
        <dsp:cNvPr id="0" name=""/>
        <dsp:cNvSpPr/>
      </dsp:nvSpPr>
      <dsp:spPr>
        <a:xfrm>
          <a:off x="3513796" y="3310532"/>
          <a:ext cx="5270695" cy="752078"/>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Combinan física, estadística e IA.</a:t>
          </a:r>
          <a:endParaRPr lang="en-US" sz="1300" kern="1200" dirty="0"/>
        </a:p>
        <a:p>
          <a:pPr marL="114300" lvl="1" indent="-114300" algn="l" defTabSz="577850">
            <a:lnSpc>
              <a:spcPct val="90000"/>
            </a:lnSpc>
            <a:spcBef>
              <a:spcPct val="0"/>
            </a:spcBef>
            <a:spcAft>
              <a:spcPct val="15000"/>
            </a:spcAft>
            <a:buFontTx/>
            <a:buBlip>
              <a:blip xmlns:r="http://schemas.openxmlformats.org/officeDocument/2006/relationships" r:embed="rId1"/>
            </a:buBlip>
          </a:pPr>
          <a:r>
            <a:rPr lang="es-MX" sz="1300" kern="1200" dirty="0"/>
            <a:t> Usan múltiples fuentes para mayor precisión.</a:t>
          </a:r>
          <a:endParaRPr lang="en-US" sz="1300" kern="1200" dirty="0"/>
        </a:p>
      </dsp:txBody>
      <dsp:txXfrm>
        <a:off x="3513796" y="3404542"/>
        <a:ext cx="4988666" cy="564058"/>
      </dsp:txXfrm>
    </dsp:sp>
    <dsp:sp modelId="{6CD8D979-F69E-423E-BF08-D7A5FB688B0D}">
      <dsp:nvSpPr>
        <dsp:cNvPr id="0" name=""/>
        <dsp:cNvSpPr/>
      </dsp:nvSpPr>
      <dsp:spPr>
        <a:xfrm>
          <a:off x="0" y="3310532"/>
          <a:ext cx="3513796" cy="752078"/>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s-MX" sz="1600" kern="1200" dirty="0"/>
            <a:t>Modelos híbridos </a:t>
          </a:r>
        </a:p>
        <a:p>
          <a:pPr marL="0" lvl="0" indent="0" algn="ctr" defTabSz="711200">
            <a:lnSpc>
              <a:spcPct val="90000"/>
            </a:lnSpc>
            <a:spcBef>
              <a:spcPct val="0"/>
            </a:spcBef>
            <a:spcAft>
              <a:spcPct val="35000"/>
            </a:spcAft>
            <a:buNone/>
          </a:pPr>
          <a:r>
            <a:rPr lang="es-MX" sz="1600" kern="1200" dirty="0"/>
            <a:t>(Chin et al., 2021)</a:t>
          </a:r>
          <a:endParaRPr lang="en-US" sz="1600" kern="1200" dirty="0"/>
        </a:p>
      </dsp:txBody>
      <dsp:txXfrm>
        <a:off x="36713" y="3347245"/>
        <a:ext cx="3440370" cy="678652"/>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6"/>
        <p:cNvGrpSpPr/>
        <p:nvPr/>
      </p:nvGrpSpPr>
      <p:grpSpPr>
        <a:xfrm>
          <a:off x="0" y="0"/>
          <a:ext cx="0" cy="0"/>
          <a:chOff x="0" y="0"/>
          <a:chExt cx="0" cy="0"/>
        </a:xfrm>
      </p:grpSpPr>
      <p:sp>
        <p:nvSpPr>
          <p:cNvPr id="2017" name="Google Shape;201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8" name="Google Shape;201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7"/>
        <p:cNvGrpSpPr/>
        <p:nvPr/>
      </p:nvGrpSpPr>
      <p:grpSpPr>
        <a:xfrm>
          <a:off x="0" y="0"/>
          <a:ext cx="0" cy="0"/>
          <a:chOff x="0" y="0"/>
          <a:chExt cx="0" cy="0"/>
        </a:xfrm>
      </p:grpSpPr>
      <p:sp>
        <p:nvSpPr>
          <p:cNvPr id="2248" name="Google Shape;224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9" name="Google Shape;224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p:cNvGrpSpPr/>
        <p:nvPr/>
      </p:nvGrpSpPr>
      <p:grpSpPr>
        <a:xfrm>
          <a:off x="0" y="0"/>
          <a:ext cx="0" cy="0"/>
          <a:chOff x="0" y="0"/>
          <a:chExt cx="0" cy="0"/>
        </a:xfrm>
      </p:grpSpPr>
      <p:sp>
        <p:nvSpPr>
          <p:cNvPr id="2271" name="Google Shape;2271;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p:cNvGrpSpPr/>
        <p:nvPr/>
      </p:nvGrpSpPr>
      <p:grpSpPr>
        <a:xfrm>
          <a:off x="0" y="0"/>
          <a:ext cx="0" cy="0"/>
          <a:chOff x="0" y="0"/>
          <a:chExt cx="0" cy="0"/>
        </a:xfrm>
      </p:grpSpPr>
      <p:sp>
        <p:nvSpPr>
          <p:cNvPr id="2840" name="Google Shape;2840;g1dd46dd1d67_2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A256A0BD-2657-E22F-A3A9-96F154382170}"/>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20A013AD-429C-2CC7-D797-A8FEDF7B14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0B46EFB0-C73A-C81F-4261-E503D5F66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795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3BC85A92-C6CB-7798-A8D3-A476AEBAC19C}"/>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16CC07FE-5866-784B-39A5-03D9227F3B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DDBC88BD-393A-C923-74E5-88937DB9F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648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B7E7324F-C332-F095-7A3D-15E7FE7B6177}"/>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02E82A21-FE2F-E68F-389F-314B6EE67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B9D5605B-4FFA-682A-3E40-CD0A0B4E55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2924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5"/>
        <p:cNvGrpSpPr/>
        <p:nvPr/>
      </p:nvGrpSpPr>
      <p:grpSpPr>
        <a:xfrm>
          <a:off x="0" y="0"/>
          <a:ext cx="0" cy="0"/>
          <a:chOff x="0" y="0"/>
          <a:chExt cx="0" cy="0"/>
        </a:xfrm>
      </p:grpSpPr>
      <p:sp>
        <p:nvSpPr>
          <p:cNvPr id="2536" name="Google Shape;2536;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7" name="Google Shape;2537;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841DA2AC-E308-CFDE-1FE1-AAFAA19D5458}"/>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9841DE1E-7738-10F6-3A89-D977AD2918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9B23A0CE-23DC-ED16-48E3-A80E98FCD7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4976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9">
          <a:extLst>
            <a:ext uri="{FF2B5EF4-FFF2-40B4-BE49-F238E27FC236}">
              <a16:creationId xmlns:a16="http://schemas.microsoft.com/office/drawing/2014/main" id="{712284DB-04BC-645E-3949-D34490A93D67}"/>
            </a:ext>
          </a:extLst>
        </p:cNvPr>
        <p:cNvGrpSpPr/>
        <p:nvPr/>
      </p:nvGrpSpPr>
      <p:grpSpPr>
        <a:xfrm>
          <a:off x="0" y="0"/>
          <a:ext cx="0" cy="0"/>
          <a:chOff x="0" y="0"/>
          <a:chExt cx="0" cy="0"/>
        </a:xfrm>
      </p:grpSpPr>
      <p:sp>
        <p:nvSpPr>
          <p:cNvPr id="2830" name="Google Shape;2830;g26812ec2d87_0_371:notes">
            <a:extLst>
              <a:ext uri="{FF2B5EF4-FFF2-40B4-BE49-F238E27FC236}">
                <a16:creationId xmlns:a16="http://schemas.microsoft.com/office/drawing/2014/main" id="{6E2417C3-0F19-A7B8-30A2-42B9186B98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1" name="Google Shape;2831;g26812ec2d87_0_371:notes">
            <a:extLst>
              <a:ext uri="{FF2B5EF4-FFF2-40B4-BE49-F238E27FC236}">
                <a16:creationId xmlns:a16="http://schemas.microsoft.com/office/drawing/2014/main" id="{62ECFF06-87BB-D9B1-FA9C-0CC251B964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541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15C87ABF-82B9-5E89-7398-8AAC0735C7B4}"/>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201B60D5-D32C-AAEF-C576-F84455851E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0F86FABF-2E2E-0B13-7784-2B4000C4A8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5517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23265426-92A0-EF2C-35EA-6C2BCFB71908}"/>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0BFEFFCD-8156-5CD2-2899-1CF649C217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0E3168E4-A0A9-21D2-071E-2D988A78BB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6608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p:cNvGrpSpPr/>
        <p:nvPr/>
      </p:nvGrpSpPr>
      <p:grpSpPr>
        <a:xfrm>
          <a:off x="0" y="0"/>
          <a:ext cx="0" cy="0"/>
          <a:chOff x="0" y="0"/>
          <a:chExt cx="0" cy="0"/>
        </a:xfrm>
      </p:grpSpPr>
      <p:sp>
        <p:nvSpPr>
          <p:cNvPr id="3147" name="Google Shape;314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C6A35D4C-1EEF-BD68-76C5-1BDB59DFE088}"/>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BACD2E99-D08D-A1D5-98A9-37CFC2F22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C15DBB6E-0677-1027-6882-5EED116E76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6356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7">
          <a:extLst>
            <a:ext uri="{FF2B5EF4-FFF2-40B4-BE49-F238E27FC236}">
              <a16:creationId xmlns:a16="http://schemas.microsoft.com/office/drawing/2014/main" id="{903FD8EB-24B9-A0EE-B8C8-8BD51474880F}"/>
            </a:ext>
          </a:extLst>
        </p:cNvPr>
        <p:cNvGrpSpPr/>
        <p:nvPr/>
      </p:nvGrpSpPr>
      <p:grpSpPr>
        <a:xfrm>
          <a:off x="0" y="0"/>
          <a:ext cx="0" cy="0"/>
          <a:chOff x="0" y="0"/>
          <a:chExt cx="0" cy="0"/>
        </a:xfrm>
      </p:grpSpPr>
      <p:sp>
        <p:nvSpPr>
          <p:cNvPr id="3188" name="Google Shape;3188;g1dd46dd1d67_2_512:notes">
            <a:extLst>
              <a:ext uri="{FF2B5EF4-FFF2-40B4-BE49-F238E27FC236}">
                <a16:creationId xmlns:a16="http://schemas.microsoft.com/office/drawing/2014/main" id="{471EF4C4-1AAF-BCBC-E60A-B92E7DA973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9" name="Google Shape;3189;g1dd46dd1d67_2_512:notes">
            <a:extLst>
              <a:ext uri="{FF2B5EF4-FFF2-40B4-BE49-F238E27FC236}">
                <a16:creationId xmlns:a16="http://schemas.microsoft.com/office/drawing/2014/main" id="{29B6816B-A577-F579-B93C-060A220699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314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3837F2A4-2EC1-BB11-FAD8-CEB9AB36685A}"/>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AA754FB7-E5A6-A464-FCDD-37BBD0DDE1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6EB4E686-EB56-A137-20FA-16CB56FBC5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1384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a:extLst>
            <a:ext uri="{FF2B5EF4-FFF2-40B4-BE49-F238E27FC236}">
              <a16:creationId xmlns:a16="http://schemas.microsoft.com/office/drawing/2014/main" id="{43A60F49-1D34-D030-3DA3-68421858DD18}"/>
            </a:ext>
          </a:extLst>
        </p:cNvPr>
        <p:cNvGrpSpPr/>
        <p:nvPr/>
      </p:nvGrpSpPr>
      <p:grpSpPr>
        <a:xfrm>
          <a:off x="0" y="0"/>
          <a:ext cx="0" cy="0"/>
          <a:chOff x="0" y="0"/>
          <a:chExt cx="0" cy="0"/>
        </a:xfrm>
      </p:grpSpPr>
      <p:sp>
        <p:nvSpPr>
          <p:cNvPr id="3147" name="Google Shape;3147;g54dda1946d_6_344:notes">
            <a:extLst>
              <a:ext uri="{FF2B5EF4-FFF2-40B4-BE49-F238E27FC236}">
                <a16:creationId xmlns:a16="http://schemas.microsoft.com/office/drawing/2014/main" id="{1675D073-8412-37ED-A3C4-D56E813769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a:extLst>
              <a:ext uri="{FF2B5EF4-FFF2-40B4-BE49-F238E27FC236}">
                <a16:creationId xmlns:a16="http://schemas.microsoft.com/office/drawing/2014/main" id="{EAEE039E-3896-74B9-8F7F-BAF7580CF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99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5F190A21-8923-DB0B-9F28-E9EE2CB30B9A}"/>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6452D491-1492-BC48-78D6-E2254C1EB9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4B325CE7-9FA5-F77F-2C9D-92188888F0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16627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1449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1399884F-8A41-941C-3EAB-0A64C8FD7DFF}"/>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D65C18CA-0B5A-5D10-A08C-DF1CFB3546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D5A1EC96-45E4-56EE-E69F-DC67E57C2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1942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D05F5367-FA6B-106D-6502-9AF8D0D42143}"/>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5369F8AA-D9FD-AFF2-4A21-8E9F190474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4B083344-FD20-2630-AE8B-67AB90BD3E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2767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1828CE8C-559E-E7DE-0262-262AD1B56645}"/>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E9E89355-0B88-094E-13D9-32120B8F4C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49EDA1FF-EE8D-D89F-39EC-A766266FDB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2894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8F12DD6E-2E35-C8C4-77A4-BA9C9F8032F5}"/>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0DEC548B-C3C9-F53A-43F4-E22E8CCFE2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D37251DD-91D9-AB48-5CB5-01799FD8D3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6117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6320DFC5-F8F7-4771-79FA-1A8253D719B3}"/>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DFFEBEBC-2CF9-7895-A6F7-9D527FF015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F75934A2-200B-CA95-D952-E623E747DF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95025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a:extLst>
            <a:ext uri="{FF2B5EF4-FFF2-40B4-BE49-F238E27FC236}">
              <a16:creationId xmlns:a16="http://schemas.microsoft.com/office/drawing/2014/main" id="{E9F4C316-A721-1CC8-5A34-A2D89C840369}"/>
            </a:ext>
          </a:extLst>
        </p:cNvPr>
        <p:cNvGrpSpPr/>
        <p:nvPr/>
      </p:nvGrpSpPr>
      <p:grpSpPr>
        <a:xfrm>
          <a:off x="0" y="0"/>
          <a:ext cx="0" cy="0"/>
          <a:chOff x="0" y="0"/>
          <a:chExt cx="0" cy="0"/>
        </a:xfrm>
      </p:grpSpPr>
      <p:sp>
        <p:nvSpPr>
          <p:cNvPr id="3147" name="Google Shape;3147;g54dda1946d_6_344:notes">
            <a:extLst>
              <a:ext uri="{FF2B5EF4-FFF2-40B4-BE49-F238E27FC236}">
                <a16:creationId xmlns:a16="http://schemas.microsoft.com/office/drawing/2014/main" id="{CC5694C2-11A7-82A7-C679-54518798A4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a:extLst>
              <a:ext uri="{FF2B5EF4-FFF2-40B4-BE49-F238E27FC236}">
                <a16:creationId xmlns:a16="http://schemas.microsoft.com/office/drawing/2014/main" id="{0C718C97-66C2-FAA8-EEDF-DC19CE9BF6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40834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F6079DBA-48AE-55DC-3AE4-5041A82966CD}"/>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CBDCE1B2-4354-55EE-4B34-7F19974426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8B02E5FB-7845-580D-CED5-47B55CE467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30662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7EBEC2B2-7363-D46F-9682-B5179064E13A}"/>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9E640895-D0ED-840D-0C1F-F598B0672A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7C52C143-5808-2BCA-5F9B-5454B59EC1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98039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a:extLst>
            <a:ext uri="{FF2B5EF4-FFF2-40B4-BE49-F238E27FC236}">
              <a16:creationId xmlns:a16="http://schemas.microsoft.com/office/drawing/2014/main" id="{FA7EE313-5653-C265-70A0-7858C4C8F465}"/>
            </a:ext>
          </a:extLst>
        </p:cNvPr>
        <p:cNvGrpSpPr/>
        <p:nvPr/>
      </p:nvGrpSpPr>
      <p:grpSpPr>
        <a:xfrm>
          <a:off x="0" y="0"/>
          <a:ext cx="0" cy="0"/>
          <a:chOff x="0" y="0"/>
          <a:chExt cx="0" cy="0"/>
        </a:xfrm>
      </p:grpSpPr>
      <p:sp>
        <p:nvSpPr>
          <p:cNvPr id="3147" name="Google Shape;3147;g54dda1946d_6_344:notes">
            <a:extLst>
              <a:ext uri="{FF2B5EF4-FFF2-40B4-BE49-F238E27FC236}">
                <a16:creationId xmlns:a16="http://schemas.microsoft.com/office/drawing/2014/main" id="{D8F30A82-5746-F502-5C14-388EA002BA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a:extLst>
              <a:ext uri="{FF2B5EF4-FFF2-40B4-BE49-F238E27FC236}">
                <a16:creationId xmlns:a16="http://schemas.microsoft.com/office/drawing/2014/main" id="{7BEC82F5-089D-F214-18AC-48368D54E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4134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67B7E540-E898-F156-04B8-DDEBDC9EBF2C}"/>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C447544A-CC72-F041-6A60-20EC5C798F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6B034EC4-A6C0-45B5-CDD9-6078BC922D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4101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9F5B4550-F5DB-3CD0-342B-EDC768E17970}"/>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41529286-653E-6965-359D-30BDF3D1A3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B92CC044-4B7B-3C9C-1AA6-B611E9B291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34585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a:extLst>
            <a:ext uri="{FF2B5EF4-FFF2-40B4-BE49-F238E27FC236}">
              <a16:creationId xmlns:a16="http://schemas.microsoft.com/office/drawing/2014/main" id="{0CA23B2A-5AF6-C938-EDCD-B3FD5442924A}"/>
            </a:ext>
          </a:extLst>
        </p:cNvPr>
        <p:cNvGrpSpPr/>
        <p:nvPr/>
      </p:nvGrpSpPr>
      <p:grpSpPr>
        <a:xfrm>
          <a:off x="0" y="0"/>
          <a:ext cx="0" cy="0"/>
          <a:chOff x="0" y="0"/>
          <a:chExt cx="0" cy="0"/>
        </a:xfrm>
      </p:grpSpPr>
      <p:sp>
        <p:nvSpPr>
          <p:cNvPr id="3147" name="Google Shape;3147;g54dda1946d_6_344:notes">
            <a:extLst>
              <a:ext uri="{FF2B5EF4-FFF2-40B4-BE49-F238E27FC236}">
                <a16:creationId xmlns:a16="http://schemas.microsoft.com/office/drawing/2014/main" id="{8CC061A8-BA5A-63C2-D55E-D7F22203B1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a:extLst>
              <a:ext uri="{FF2B5EF4-FFF2-40B4-BE49-F238E27FC236}">
                <a16:creationId xmlns:a16="http://schemas.microsoft.com/office/drawing/2014/main" id="{F1294231-A1DC-56DC-7E1F-F1A5A1B112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02470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58860DFF-F929-14E9-1279-9199734FB9A0}"/>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556733B4-3BA5-F507-C286-024CCB164D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6F398BF7-C0E6-529B-B25A-74AC23CE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4498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0F46AA1E-FF05-F86E-0D1C-5B3760B90238}"/>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25BA6F85-70FE-F7DD-CA32-2E18D681CC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ED3B23D4-31D0-32BE-8F7D-C251DF6357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66746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A4667576-B45A-0868-7605-3A8E42170FDD}"/>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D18D40AC-1AA7-35FB-C2F2-8CC9925DD1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6549C492-FA00-BE18-97AF-3DB27FED3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05149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C90C8909-C46F-912F-EC30-F7762E73215E}"/>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A4C56061-C3D9-92E0-0C1C-6E07E667B1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52CA128D-D36E-4DEF-C873-B59CEF7920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71551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37C7C033-C96E-BCF8-3C63-AC8F9D51F6C4}"/>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7A83141F-3843-0799-A56F-B5A8647FE9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A9FD39BC-E220-323E-7E17-83303A636C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19023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4D578DDC-C10D-B78B-1796-F505378B423F}"/>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73FED659-7544-2820-A61D-61471DBE9E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8041385E-09E5-DCB8-8203-607CFFCADA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0296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64880855-BAFB-A6C0-F64E-624C4079E92D}"/>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6678E801-FDBD-B4E4-8BC4-3E17122023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4366CFF8-D517-632E-DC71-2D015D447B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72778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1"/>
        <p:cNvGrpSpPr/>
        <p:nvPr/>
      </p:nvGrpSpPr>
      <p:grpSpPr>
        <a:xfrm>
          <a:off x="0" y="0"/>
          <a:ext cx="0" cy="0"/>
          <a:chOff x="0" y="0"/>
          <a:chExt cx="0" cy="0"/>
        </a:xfrm>
      </p:grpSpPr>
      <p:sp>
        <p:nvSpPr>
          <p:cNvPr id="3362" name="Google Shape;336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3" name="Google Shape;336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1">
          <a:extLst>
            <a:ext uri="{FF2B5EF4-FFF2-40B4-BE49-F238E27FC236}">
              <a16:creationId xmlns:a16="http://schemas.microsoft.com/office/drawing/2014/main" id="{D8164421-E434-D85F-2590-9B1980E7EF01}"/>
            </a:ext>
          </a:extLst>
        </p:cNvPr>
        <p:cNvGrpSpPr/>
        <p:nvPr/>
      </p:nvGrpSpPr>
      <p:grpSpPr>
        <a:xfrm>
          <a:off x="0" y="0"/>
          <a:ext cx="0" cy="0"/>
          <a:chOff x="0" y="0"/>
          <a:chExt cx="0" cy="0"/>
        </a:xfrm>
      </p:grpSpPr>
      <p:sp>
        <p:nvSpPr>
          <p:cNvPr id="3362" name="Google Shape;3362;g54dda1946d_6_322:notes">
            <a:extLst>
              <a:ext uri="{FF2B5EF4-FFF2-40B4-BE49-F238E27FC236}">
                <a16:creationId xmlns:a16="http://schemas.microsoft.com/office/drawing/2014/main" id="{3443BDCE-E1AD-B282-9FCA-9EE87338F8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3" name="Google Shape;3363;g54dda1946d_6_322:notes">
            <a:extLst>
              <a:ext uri="{FF2B5EF4-FFF2-40B4-BE49-F238E27FC236}">
                <a16:creationId xmlns:a16="http://schemas.microsoft.com/office/drawing/2014/main" id="{2B4FB6B0-7D3E-262A-ABC4-5D6BA8BD6D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44845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1">
          <a:extLst>
            <a:ext uri="{FF2B5EF4-FFF2-40B4-BE49-F238E27FC236}">
              <a16:creationId xmlns:a16="http://schemas.microsoft.com/office/drawing/2014/main" id="{B3CF024B-A4EE-A659-B8E9-240F8633DAFA}"/>
            </a:ext>
          </a:extLst>
        </p:cNvPr>
        <p:cNvGrpSpPr/>
        <p:nvPr/>
      </p:nvGrpSpPr>
      <p:grpSpPr>
        <a:xfrm>
          <a:off x="0" y="0"/>
          <a:ext cx="0" cy="0"/>
          <a:chOff x="0" y="0"/>
          <a:chExt cx="0" cy="0"/>
        </a:xfrm>
      </p:grpSpPr>
      <p:sp>
        <p:nvSpPr>
          <p:cNvPr id="3362" name="Google Shape;3362;g54dda1946d_6_322:notes">
            <a:extLst>
              <a:ext uri="{FF2B5EF4-FFF2-40B4-BE49-F238E27FC236}">
                <a16:creationId xmlns:a16="http://schemas.microsoft.com/office/drawing/2014/main" id="{EC438E39-1C21-071E-F33D-A46DCB15F3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3" name="Google Shape;3363;g54dda1946d_6_322:notes">
            <a:extLst>
              <a:ext uri="{FF2B5EF4-FFF2-40B4-BE49-F238E27FC236}">
                <a16:creationId xmlns:a16="http://schemas.microsoft.com/office/drawing/2014/main" id="{ECFEC474-62E9-1A2C-D760-75970A21BD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51715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1">
          <a:extLst>
            <a:ext uri="{FF2B5EF4-FFF2-40B4-BE49-F238E27FC236}">
              <a16:creationId xmlns:a16="http://schemas.microsoft.com/office/drawing/2014/main" id="{52A6C606-463B-F161-6A32-C14A0112FB49}"/>
            </a:ext>
          </a:extLst>
        </p:cNvPr>
        <p:cNvGrpSpPr/>
        <p:nvPr/>
      </p:nvGrpSpPr>
      <p:grpSpPr>
        <a:xfrm>
          <a:off x="0" y="0"/>
          <a:ext cx="0" cy="0"/>
          <a:chOff x="0" y="0"/>
          <a:chExt cx="0" cy="0"/>
        </a:xfrm>
      </p:grpSpPr>
      <p:sp>
        <p:nvSpPr>
          <p:cNvPr id="3362" name="Google Shape;3362;g54dda1946d_6_322:notes">
            <a:extLst>
              <a:ext uri="{FF2B5EF4-FFF2-40B4-BE49-F238E27FC236}">
                <a16:creationId xmlns:a16="http://schemas.microsoft.com/office/drawing/2014/main" id="{85F62898-0B3A-F180-9A41-5880722E47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3" name="Google Shape;3363;g54dda1946d_6_322:notes">
            <a:extLst>
              <a:ext uri="{FF2B5EF4-FFF2-40B4-BE49-F238E27FC236}">
                <a16:creationId xmlns:a16="http://schemas.microsoft.com/office/drawing/2014/main" id="{D7319A26-4CD6-5C40-1FF5-FD9AA5A9B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7132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BE4A74C1-5B7D-C487-90C2-959FC799A656}"/>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E6EAD9A7-4080-6CEE-9421-862D016C0C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6CB9AAD1-4462-69FE-2BD1-4BFD2EE3F1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3084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a:extLst>
            <a:ext uri="{FF2B5EF4-FFF2-40B4-BE49-F238E27FC236}">
              <a16:creationId xmlns:a16="http://schemas.microsoft.com/office/drawing/2014/main" id="{90E605EC-7287-64A6-FD7D-0F86854C961F}"/>
            </a:ext>
          </a:extLst>
        </p:cNvPr>
        <p:cNvGrpSpPr/>
        <p:nvPr/>
      </p:nvGrpSpPr>
      <p:grpSpPr>
        <a:xfrm>
          <a:off x="0" y="0"/>
          <a:ext cx="0" cy="0"/>
          <a:chOff x="0" y="0"/>
          <a:chExt cx="0" cy="0"/>
        </a:xfrm>
      </p:grpSpPr>
      <p:sp>
        <p:nvSpPr>
          <p:cNvPr id="2271" name="Google Shape;2271;g2161ca7da69_2_7:notes">
            <a:extLst>
              <a:ext uri="{FF2B5EF4-FFF2-40B4-BE49-F238E27FC236}">
                <a16:creationId xmlns:a16="http://schemas.microsoft.com/office/drawing/2014/main" id="{F9EA0CF1-9BB8-175D-E877-4CB38B222B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2" name="Google Shape;2272;g2161ca7da69_2_7:notes">
            <a:extLst>
              <a:ext uri="{FF2B5EF4-FFF2-40B4-BE49-F238E27FC236}">
                <a16:creationId xmlns:a16="http://schemas.microsoft.com/office/drawing/2014/main" id="{11293A56-13A6-6A7C-5136-70121E0A12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94744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F6C0E477-3B43-DCDA-1477-647C144412E7}"/>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7FE74999-70CF-3AD1-5A34-76DD6CA7C6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2DB68892-36F5-7472-8272-70FD923116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56531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654A7ED3-367D-7ACE-EEDF-38079A7EDF80}"/>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8AC9461C-857A-25B3-2E86-9A5A1B57F0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764C8AB9-EA39-31B7-21D7-F5F3017EF5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41969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a:extLst>
            <a:ext uri="{FF2B5EF4-FFF2-40B4-BE49-F238E27FC236}">
              <a16:creationId xmlns:a16="http://schemas.microsoft.com/office/drawing/2014/main" id="{8A74D676-99D4-F384-5341-D16FC13D0D6C}"/>
            </a:ext>
          </a:extLst>
        </p:cNvPr>
        <p:cNvGrpSpPr/>
        <p:nvPr/>
      </p:nvGrpSpPr>
      <p:grpSpPr>
        <a:xfrm>
          <a:off x="0" y="0"/>
          <a:ext cx="0" cy="0"/>
          <a:chOff x="0" y="0"/>
          <a:chExt cx="0" cy="0"/>
        </a:xfrm>
      </p:grpSpPr>
      <p:sp>
        <p:nvSpPr>
          <p:cNvPr id="3147" name="Google Shape;3147;g54dda1946d_6_344:notes">
            <a:extLst>
              <a:ext uri="{FF2B5EF4-FFF2-40B4-BE49-F238E27FC236}">
                <a16:creationId xmlns:a16="http://schemas.microsoft.com/office/drawing/2014/main" id="{F82D5B91-151C-4390-B412-2B1E2DE3B2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a:extLst>
              <a:ext uri="{FF2B5EF4-FFF2-40B4-BE49-F238E27FC236}">
                <a16:creationId xmlns:a16="http://schemas.microsoft.com/office/drawing/2014/main" id="{F8B30C02-74AB-6B3D-29EA-CF3E27811C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2170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6">
          <a:extLst>
            <a:ext uri="{FF2B5EF4-FFF2-40B4-BE49-F238E27FC236}">
              <a16:creationId xmlns:a16="http://schemas.microsoft.com/office/drawing/2014/main" id="{46786884-22C5-2843-B909-5389FAA75C63}"/>
            </a:ext>
          </a:extLst>
        </p:cNvPr>
        <p:cNvGrpSpPr/>
        <p:nvPr/>
      </p:nvGrpSpPr>
      <p:grpSpPr>
        <a:xfrm>
          <a:off x="0" y="0"/>
          <a:ext cx="0" cy="0"/>
          <a:chOff x="0" y="0"/>
          <a:chExt cx="0" cy="0"/>
        </a:xfrm>
      </p:grpSpPr>
      <p:sp>
        <p:nvSpPr>
          <p:cNvPr id="3147" name="Google Shape;3147;g54dda1946d_6_344:notes">
            <a:extLst>
              <a:ext uri="{FF2B5EF4-FFF2-40B4-BE49-F238E27FC236}">
                <a16:creationId xmlns:a16="http://schemas.microsoft.com/office/drawing/2014/main" id="{B7D2BECC-D519-D85E-66CB-5A9945091B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8" name="Google Shape;3148;g54dda1946d_6_344:notes">
            <a:extLst>
              <a:ext uri="{FF2B5EF4-FFF2-40B4-BE49-F238E27FC236}">
                <a16:creationId xmlns:a16="http://schemas.microsoft.com/office/drawing/2014/main" id="{80820031-E4AF-F5F5-6525-8D676691C2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85742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9">
          <a:extLst>
            <a:ext uri="{FF2B5EF4-FFF2-40B4-BE49-F238E27FC236}">
              <a16:creationId xmlns:a16="http://schemas.microsoft.com/office/drawing/2014/main" id="{BBBA1494-FD80-27A2-353D-40B1AAD9E444}"/>
            </a:ext>
          </a:extLst>
        </p:cNvPr>
        <p:cNvGrpSpPr/>
        <p:nvPr/>
      </p:nvGrpSpPr>
      <p:grpSpPr>
        <a:xfrm>
          <a:off x="0" y="0"/>
          <a:ext cx="0" cy="0"/>
          <a:chOff x="0" y="0"/>
          <a:chExt cx="0" cy="0"/>
        </a:xfrm>
      </p:grpSpPr>
      <p:sp>
        <p:nvSpPr>
          <p:cNvPr id="2840" name="Google Shape;2840;g1dd46dd1d67_2_681:notes">
            <a:extLst>
              <a:ext uri="{FF2B5EF4-FFF2-40B4-BE49-F238E27FC236}">
                <a16:creationId xmlns:a16="http://schemas.microsoft.com/office/drawing/2014/main" id="{F6185DDA-4E12-CA70-C721-FA2976AAB0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1" name="Google Shape;2841;g1dd46dd1d67_2_681:notes">
            <a:extLst>
              <a:ext uri="{FF2B5EF4-FFF2-40B4-BE49-F238E27FC236}">
                <a16:creationId xmlns:a16="http://schemas.microsoft.com/office/drawing/2014/main" id="{138DB16A-A15F-73CB-B30B-75EE2390D5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6578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704000"/>
            <a:ext cx="7717500" cy="1591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307675" y="2137511"/>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2" name="Slide Number Placeholder 1">
            <a:extLst>
              <a:ext uri="{FF2B5EF4-FFF2-40B4-BE49-F238E27FC236}">
                <a16:creationId xmlns:a16="http://schemas.microsoft.com/office/drawing/2014/main" id="{765ABCA2-562C-5CC5-3652-1DEB12A18B98}"/>
              </a:ext>
            </a:extLst>
          </p:cNvPr>
          <p:cNvSpPr>
            <a:spLocks noGrp="1"/>
          </p:cNvSpPr>
          <p:nvPr>
            <p:ph type="sldNum" sz="quarter" idx="10"/>
          </p:nvPr>
        </p:nvSpPr>
        <p:spPr/>
        <p:txBody>
          <a:bodyPr vert="horz" lIns="91440" tIns="45720" rIns="91440" bIns="45720" rtlCol="0" anchor="ctr"/>
          <a:lstStyle>
            <a:lvl1pPr>
              <a:defRPr lang="en-US" sz="1400" b="1" smtClean="0">
                <a:solidFill>
                  <a:schemeClr val="tx1"/>
                </a:solidFill>
                <a:latin typeface="Ubuntu" panose="020B0504030602030204" pitchFamily="34" charset="0"/>
              </a:defRPr>
            </a:lvl1pPr>
          </a:lstStyle>
          <a:p>
            <a:fld id="{FD066784-9D51-4624-A73B-AF851740F5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20000" y="832013"/>
            <a:ext cx="13242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 name="Google Shape;14;p3"/>
          <p:cNvSpPr txBox="1">
            <a:spLocks noGrp="1"/>
          </p:cNvSpPr>
          <p:nvPr>
            <p:ph type="subTitle" idx="1"/>
          </p:nvPr>
        </p:nvSpPr>
        <p:spPr>
          <a:xfrm>
            <a:off x="720000" y="2177888"/>
            <a:ext cx="50676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2" name="Slide Number Placeholder 1">
            <a:extLst>
              <a:ext uri="{FF2B5EF4-FFF2-40B4-BE49-F238E27FC236}">
                <a16:creationId xmlns:a16="http://schemas.microsoft.com/office/drawing/2014/main" id="{D4CB5DBE-30CE-BDBF-6E36-0F04DA43EB0B}"/>
              </a:ext>
            </a:extLst>
          </p:cNvPr>
          <p:cNvSpPr>
            <a:spLocks noGrp="1"/>
          </p:cNvSpPr>
          <p:nvPr>
            <p:ph type="sldNum" sz="quarter" idx="10"/>
          </p:nvPr>
        </p:nvSpPr>
        <p:spPr/>
        <p:txBody>
          <a:bodyPr vert="horz" lIns="91440" tIns="45720" rIns="91440" bIns="45720" rtlCol="0" anchor="ctr"/>
          <a:lstStyle>
            <a:lvl1pPr>
              <a:defRPr lang="en-US" sz="1400" b="1" smtClean="0">
                <a:solidFill>
                  <a:schemeClr val="tx1"/>
                </a:solidFill>
                <a:latin typeface="Ubuntu" panose="020B0504030602030204" pitchFamily="34" charset="0"/>
              </a:defRPr>
            </a:lvl1pPr>
          </a:lstStyle>
          <a:p>
            <a:fld id="{FD066784-9D51-4624-A73B-AF851740F5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9"/>
        <p:cNvGrpSpPr/>
        <p:nvPr/>
      </p:nvGrpSpPr>
      <p:grpSpPr>
        <a:xfrm>
          <a:off x="0" y="0"/>
          <a:ext cx="0" cy="0"/>
          <a:chOff x="0" y="0"/>
          <a:chExt cx="0" cy="0"/>
        </a:xfrm>
      </p:grpSpPr>
      <p:sp>
        <p:nvSpPr>
          <p:cNvPr id="220" name="Google Shape;220;p6"/>
          <p:cNvSpPr txBox="1">
            <a:spLocks noGrp="1"/>
          </p:cNvSpPr>
          <p:nvPr>
            <p:ph type="title"/>
          </p:nvPr>
        </p:nvSpPr>
        <p:spPr>
          <a:xfrm>
            <a:off x="720000" y="541563"/>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grpSp>
        <p:nvGrpSpPr>
          <p:cNvPr id="221" name="Google Shape;221;p6"/>
          <p:cNvGrpSpPr/>
          <p:nvPr/>
        </p:nvGrpSpPr>
        <p:grpSpPr>
          <a:xfrm>
            <a:off x="1183" y="3911375"/>
            <a:ext cx="9144042" cy="1232155"/>
            <a:chOff x="1183" y="3911375"/>
            <a:chExt cx="9144042" cy="1232155"/>
          </a:xfrm>
        </p:grpSpPr>
        <p:sp>
          <p:nvSpPr>
            <p:cNvPr id="222" name="Google Shape;222;p6"/>
            <p:cNvSpPr/>
            <p:nvPr/>
          </p:nvSpPr>
          <p:spPr>
            <a:xfrm flipH="1">
              <a:off x="1225" y="4608580"/>
              <a:ext cx="9144000" cy="26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6"/>
            <p:cNvSpPr/>
            <p:nvPr/>
          </p:nvSpPr>
          <p:spPr>
            <a:xfrm>
              <a:off x="8559688" y="473017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6"/>
            <p:cNvGrpSpPr/>
            <p:nvPr/>
          </p:nvGrpSpPr>
          <p:grpSpPr>
            <a:xfrm flipH="1">
              <a:off x="1183" y="5009407"/>
              <a:ext cx="9144042" cy="134122"/>
              <a:chOff x="-12" y="127800"/>
              <a:chExt cx="9144042" cy="535205"/>
            </a:xfrm>
          </p:grpSpPr>
          <p:sp>
            <p:nvSpPr>
              <p:cNvPr id="225" name="Google Shape;225;p6"/>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6"/>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6"/>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6"/>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6"/>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6"/>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6"/>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6"/>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6"/>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6"/>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6"/>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6"/>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6"/>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6"/>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6"/>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6"/>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6"/>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6"/>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6"/>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6"/>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6"/>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5" name="Google Shape;265;p6"/>
            <p:cNvSpPr/>
            <p:nvPr/>
          </p:nvSpPr>
          <p:spPr>
            <a:xfrm flipH="1">
              <a:off x="1225" y="487530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 name="Google Shape;266;p6"/>
            <p:cNvGrpSpPr/>
            <p:nvPr/>
          </p:nvGrpSpPr>
          <p:grpSpPr>
            <a:xfrm>
              <a:off x="8124700" y="4760880"/>
              <a:ext cx="306075" cy="248525"/>
              <a:chOff x="3769250" y="3246050"/>
              <a:chExt cx="306075" cy="248525"/>
            </a:xfrm>
          </p:grpSpPr>
          <p:sp>
            <p:nvSpPr>
              <p:cNvPr id="267" name="Google Shape;267;p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a:off x="7602825" y="4760880"/>
              <a:ext cx="306075" cy="248525"/>
              <a:chOff x="3769250" y="3246050"/>
              <a:chExt cx="306075" cy="248525"/>
            </a:xfrm>
          </p:grpSpPr>
          <p:sp>
            <p:nvSpPr>
              <p:cNvPr id="272" name="Google Shape;272;p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a:off x="6559075" y="4760880"/>
              <a:ext cx="306075" cy="248525"/>
              <a:chOff x="3769250" y="3246050"/>
              <a:chExt cx="306075" cy="248525"/>
            </a:xfrm>
          </p:grpSpPr>
          <p:sp>
            <p:nvSpPr>
              <p:cNvPr id="277" name="Google Shape;277;p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7098649" y="4626780"/>
              <a:ext cx="306075" cy="248525"/>
              <a:chOff x="3769250" y="3246050"/>
              <a:chExt cx="306075" cy="248525"/>
            </a:xfrm>
          </p:grpSpPr>
          <p:sp>
            <p:nvSpPr>
              <p:cNvPr id="282" name="Google Shape;282;p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86;p6"/>
            <p:cNvSpPr/>
            <p:nvPr/>
          </p:nvSpPr>
          <p:spPr>
            <a:xfrm>
              <a:off x="1068650" y="4650100"/>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7229275" y="4916800"/>
              <a:ext cx="322775" cy="92600"/>
            </a:xfrm>
            <a:custGeom>
              <a:avLst/>
              <a:gdLst/>
              <a:ahLst/>
              <a:cxnLst/>
              <a:rect l="l" t="t" r="r" b="b"/>
              <a:pathLst>
                <a:path w="12911" h="3704" extrusionOk="0">
                  <a:moveTo>
                    <a:pt x="3670" y="0"/>
                  </a:moveTo>
                  <a:cubicBezTo>
                    <a:pt x="1635" y="0"/>
                    <a:pt x="1" y="1668"/>
                    <a:pt x="1" y="3703"/>
                  </a:cubicBezTo>
                  <a:lnTo>
                    <a:pt x="12910" y="3703"/>
                  </a:lnTo>
                  <a:cubicBezTo>
                    <a:pt x="12910" y="2669"/>
                    <a:pt x="12076" y="1835"/>
                    <a:pt x="11042" y="1835"/>
                  </a:cubicBezTo>
                  <a:cubicBezTo>
                    <a:pt x="10442" y="1835"/>
                    <a:pt x="9875" y="2135"/>
                    <a:pt x="9541" y="2602"/>
                  </a:cubicBezTo>
                  <a:cubicBezTo>
                    <a:pt x="9207" y="2169"/>
                    <a:pt x="8707" y="1868"/>
                    <a:pt x="8107" y="1868"/>
                  </a:cubicBezTo>
                  <a:cubicBezTo>
                    <a:pt x="7706" y="1868"/>
                    <a:pt x="7339" y="2002"/>
                    <a:pt x="7073" y="2235"/>
                  </a:cubicBezTo>
                  <a:cubicBezTo>
                    <a:pt x="6506" y="901"/>
                    <a:pt x="5205" y="0"/>
                    <a:pt x="36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6"/>
            <p:cNvGrpSpPr/>
            <p:nvPr/>
          </p:nvGrpSpPr>
          <p:grpSpPr>
            <a:xfrm>
              <a:off x="362625" y="4335700"/>
              <a:ext cx="274400" cy="539575"/>
              <a:chOff x="2183975" y="433250"/>
              <a:chExt cx="274400" cy="539575"/>
            </a:xfrm>
          </p:grpSpPr>
          <p:sp>
            <p:nvSpPr>
              <p:cNvPr id="289" name="Google Shape;289;p6"/>
              <p:cNvSpPr/>
              <p:nvPr/>
            </p:nvSpPr>
            <p:spPr>
              <a:xfrm>
                <a:off x="2183975" y="433250"/>
                <a:ext cx="274400" cy="391975"/>
              </a:xfrm>
              <a:custGeom>
                <a:avLst/>
                <a:gdLst/>
                <a:ahLst/>
                <a:cxnLst/>
                <a:rect l="l" t="t" r="r" b="b"/>
                <a:pathLst>
                  <a:path w="10976" h="15679" extrusionOk="0">
                    <a:moveTo>
                      <a:pt x="5505" y="1"/>
                    </a:moveTo>
                    <a:cubicBezTo>
                      <a:pt x="2469" y="1"/>
                      <a:pt x="1" y="2436"/>
                      <a:pt x="1" y="5471"/>
                    </a:cubicBezTo>
                    <a:lnTo>
                      <a:pt x="1" y="9941"/>
                    </a:lnTo>
                    <a:lnTo>
                      <a:pt x="1" y="10208"/>
                    </a:lnTo>
                    <a:cubicBezTo>
                      <a:pt x="1" y="13243"/>
                      <a:pt x="2469" y="15678"/>
                      <a:pt x="5505" y="15678"/>
                    </a:cubicBezTo>
                    <a:cubicBezTo>
                      <a:pt x="8540" y="15678"/>
                      <a:pt x="10975" y="13243"/>
                      <a:pt x="10975" y="10208"/>
                    </a:cubicBezTo>
                    <a:lnTo>
                      <a:pt x="10975" y="9941"/>
                    </a:lnTo>
                    <a:lnTo>
                      <a:pt x="10975" y="5471"/>
                    </a:lnTo>
                    <a:cubicBezTo>
                      <a:pt x="10975" y="2436"/>
                      <a:pt x="8540" y="1"/>
                      <a:pt x="55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2310725" y="546675"/>
                <a:ext cx="20875" cy="426150"/>
              </a:xfrm>
              <a:custGeom>
                <a:avLst/>
                <a:gdLst/>
                <a:ahLst/>
                <a:cxnLst/>
                <a:rect l="l" t="t" r="r" b="b"/>
                <a:pathLst>
                  <a:path w="835" h="17046" extrusionOk="0">
                    <a:moveTo>
                      <a:pt x="435" y="0"/>
                    </a:moveTo>
                    <a:cubicBezTo>
                      <a:pt x="201" y="0"/>
                      <a:pt x="1" y="200"/>
                      <a:pt x="1" y="434"/>
                    </a:cubicBezTo>
                    <a:lnTo>
                      <a:pt x="1" y="16645"/>
                    </a:lnTo>
                    <a:cubicBezTo>
                      <a:pt x="1" y="16879"/>
                      <a:pt x="201" y="17046"/>
                      <a:pt x="435" y="17046"/>
                    </a:cubicBezTo>
                    <a:cubicBezTo>
                      <a:pt x="668" y="17046"/>
                      <a:pt x="835" y="16879"/>
                      <a:pt x="835" y="16645"/>
                    </a:cubicBezTo>
                    <a:lnTo>
                      <a:pt x="835" y="434"/>
                    </a:lnTo>
                    <a:cubicBezTo>
                      <a:pt x="835" y="200"/>
                      <a:pt x="668" y="0"/>
                      <a:pt x="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2309900" y="590250"/>
                <a:ext cx="77575" cy="75700"/>
              </a:xfrm>
              <a:custGeom>
                <a:avLst/>
                <a:gdLst/>
                <a:ahLst/>
                <a:cxnLst/>
                <a:rect l="l" t="t" r="r" b="b"/>
                <a:pathLst>
                  <a:path w="3103" h="3028" extrusionOk="0">
                    <a:moveTo>
                      <a:pt x="2636" y="0"/>
                    </a:moveTo>
                    <a:cubicBezTo>
                      <a:pt x="2527" y="0"/>
                      <a:pt x="2419" y="42"/>
                      <a:pt x="2336" y="125"/>
                    </a:cubicBezTo>
                    <a:lnTo>
                      <a:pt x="167" y="2293"/>
                    </a:lnTo>
                    <a:cubicBezTo>
                      <a:pt x="1" y="2460"/>
                      <a:pt x="1" y="2727"/>
                      <a:pt x="167" y="2894"/>
                    </a:cubicBezTo>
                    <a:cubicBezTo>
                      <a:pt x="234" y="2961"/>
                      <a:pt x="334" y="3027"/>
                      <a:pt x="468" y="3027"/>
                    </a:cubicBezTo>
                    <a:cubicBezTo>
                      <a:pt x="568" y="3027"/>
                      <a:pt x="668" y="2994"/>
                      <a:pt x="734" y="2894"/>
                    </a:cubicBezTo>
                    <a:lnTo>
                      <a:pt x="2936" y="726"/>
                    </a:lnTo>
                    <a:cubicBezTo>
                      <a:pt x="3103" y="559"/>
                      <a:pt x="3103" y="292"/>
                      <a:pt x="2936" y="125"/>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2255700" y="645075"/>
                <a:ext cx="76750" cy="75075"/>
              </a:xfrm>
              <a:custGeom>
                <a:avLst/>
                <a:gdLst/>
                <a:ahLst/>
                <a:cxnLst/>
                <a:rect l="l" t="t" r="r" b="b"/>
                <a:pathLst>
                  <a:path w="3070" h="3003" extrusionOk="0">
                    <a:moveTo>
                      <a:pt x="434" y="0"/>
                    </a:moveTo>
                    <a:cubicBezTo>
                      <a:pt x="326" y="0"/>
                      <a:pt x="217" y="34"/>
                      <a:pt x="134" y="100"/>
                    </a:cubicBezTo>
                    <a:cubicBezTo>
                      <a:pt x="0" y="267"/>
                      <a:pt x="0" y="534"/>
                      <a:pt x="134" y="701"/>
                    </a:cubicBezTo>
                    <a:lnTo>
                      <a:pt x="2335" y="2869"/>
                    </a:lnTo>
                    <a:cubicBezTo>
                      <a:pt x="2402" y="2969"/>
                      <a:pt x="2502" y="3002"/>
                      <a:pt x="2636" y="3002"/>
                    </a:cubicBezTo>
                    <a:cubicBezTo>
                      <a:pt x="2736" y="3002"/>
                      <a:pt x="2836" y="2969"/>
                      <a:pt x="2902" y="2869"/>
                    </a:cubicBezTo>
                    <a:cubicBezTo>
                      <a:pt x="3069" y="2736"/>
                      <a:pt x="3069" y="2469"/>
                      <a:pt x="2902" y="2302"/>
                    </a:cubicBezTo>
                    <a:lnTo>
                      <a:pt x="734" y="100"/>
                    </a:lnTo>
                    <a:cubicBezTo>
                      <a:pt x="651" y="34"/>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 name="Google Shape;293;p6"/>
            <p:cNvSpPr/>
            <p:nvPr/>
          </p:nvSpPr>
          <p:spPr>
            <a:xfrm>
              <a:off x="8536775" y="3911375"/>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 name="Google Shape;294;p6"/>
            <p:cNvGrpSpPr/>
            <p:nvPr/>
          </p:nvGrpSpPr>
          <p:grpSpPr>
            <a:xfrm>
              <a:off x="8608500" y="4038125"/>
              <a:ext cx="131775" cy="570425"/>
              <a:chOff x="1267500" y="402400"/>
              <a:chExt cx="131775" cy="570425"/>
            </a:xfrm>
          </p:grpSpPr>
          <p:sp>
            <p:nvSpPr>
              <p:cNvPr id="295" name="Google Shape;295;p6"/>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6"/>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 name="Google Shape;298;p6"/>
            <p:cNvSpPr/>
            <p:nvPr/>
          </p:nvSpPr>
          <p:spPr>
            <a:xfrm>
              <a:off x="8727750" y="4068975"/>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 name="Google Shape;299;p6"/>
            <p:cNvGrpSpPr/>
            <p:nvPr/>
          </p:nvGrpSpPr>
          <p:grpSpPr>
            <a:xfrm>
              <a:off x="8799450" y="4182400"/>
              <a:ext cx="131800" cy="426150"/>
              <a:chOff x="1458450" y="546675"/>
              <a:chExt cx="131800" cy="426150"/>
            </a:xfrm>
          </p:grpSpPr>
          <p:sp>
            <p:nvSpPr>
              <p:cNvPr id="300" name="Google Shape;300;p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303;p6"/>
            <p:cNvGrpSpPr/>
            <p:nvPr/>
          </p:nvGrpSpPr>
          <p:grpSpPr>
            <a:xfrm>
              <a:off x="83650" y="3911375"/>
              <a:ext cx="275200" cy="697175"/>
              <a:chOff x="1799550" y="275650"/>
              <a:chExt cx="275200" cy="697175"/>
            </a:xfrm>
          </p:grpSpPr>
          <p:sp>
            <p:nvSpPr>
              <p:cNvPr id="304" name="Google Shape;304;p6"/>
              <p:cNvSpPr/>
              <p:nvPr/>
            </p:nvSpPr>
            <p:spPr>
              <a:xfrm>
                <a:off x="1799550" y="275650"/>
                <a:ext cx="275200" cy="549575"/>
              </a:xfrm>
              <a:custGeom>
                <a:avLst/>
                <a:gdLst/>
                <a:ahLst/>
                <a:cxnLst/>
                <a:rect l="l" t="t" r="r" b="b"/>
                <a:pathLst>
                  <a:path w="11008" h="21983" extrusionOk="0">
                    <a:moveTo>
                      <a:pt x="5504" y="0"/>
                    </a:moveTo>
                    <a:cubicBezTo>
                      <a:pt x="2468" y="0"/>
                      <a:pt x="0" y="2469"/>
                      <a:pt x="0" y="5504"/>
                    </a:cubicBezTo>
                    <a:lnTo>
                      <a:pt x="0" y="11008"/>
                    </a:lnTo>
                    <a:lnTo>
                      <a:pt x="0" y="16512"/>
                    </a:lnTo>
                    <a:cubicBezTo>
                      <a:pt x="0" y="19547"/>
                      <a:pt x="2468" y="21982"/>
                      <a:pt x="5504" y="21982"/>
                    </a:cubicBezTo>
                    <a:cubicBezTo>
                      <a:pt x="8539" y="21982"/>
                      <a:pt x="11008" y="19547"/>
                      <a:pt x="11008" y="16512"/>
                    </a:cubicBezTo>
                    <a:lnTo>
                      <a:pt x="11008" y="11008"/>
                    </a:lnTo>
                    <a:lnTo>
                      <a:pt x="11008" y="5504"/>
                    </a:lnTo>
                    <a:cubicBezTo>
                      <a:pt x="11008" y="2469"/>
                      <a:pt x="8539" y="0"/>
                      <a:pt x="55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192630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67" y="22817"/>
                      <a:pt x="834" y="22650"/>
                      <a:pt x="834" y="22416"/>
                    </a:cubicBezTo>
                    <a:lnTo>
                      <a:pt x="834" y="434"/>
                    </a:lnTo>
                    <a:cubicBezTo>
                      <a:pt x="834" y="201"/>
                      <a:pt x="667"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1925450" y="486000"/>
                <a:ext cx="77600" cy="74875"/>
              </a:xfrm>
              <a:custGeom>
                <a:avLst/>
                <a:gdLst/>
                <a:ahLst/>
                <a:cxnLst/>
                <a:rect l="l" t="t" r="r" b="b"/>
                <a:pathLst>
                  <a:path w="3104" h="2995" extrusionOk="0">
                    <a:moveTo>
                      <a:pt x="2636" y="0"/>
                    </a:moveTo>
                    <a:cubicBezTo>
                      <a:pt x="2528" y="0"/>
                      <a:pt x="2419" y="42"/>
                      <a:pt x="2336" y="126"/>
                    </a:cubicBezTo>
                    <a:lnTo>
                      <a:pt x="168" y="2294"/>
                    </a:lnTo>
                    <a:cubicBezTo>
                      <a:pt x="1" y="2461"/>
                      <a:pt x="1" y="2727"/>
                      <a:pt x="168" y="2894"/>
                    </a:cubicBezTo>
                    <a:cubicBezTo>
                      <a:pt x="234" y="2961"/>
                      <a:pt x="368" y="2994"/>
                      <a:pt x="468" y="2994"/>
                    </a:cubicBezTo>
                    <a:cubicBezTo>
                      <a:pt x="568" y="2994"/>
                      <a:pt x="668" y="2961"/>
                      <a:pt x="768" y="2894"/>
                    </a:cubicBezTo>
                    <a:lnTo>
                      <a:pt x="2936" y="693"/>
                    </a:lnTo>
                    <a:cubicBezTo>
                      <a:pt x="3103" y="526"/>
                      <a:pt x="3103" y="259"/>
                      <a:pt x="2936" y="126"/>
                    </a:cubicBezTo>
                    <a:cubicBezTo>
                      <a:pt x="2853" y="42"/>
                      <a:pt x="2745"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1925450" y="650275"/>
                <a:ext cx="77600" cy="75700"/>
              </a:xfrm>
              <a:custGeom>
                <a:avLst/>
                <a:gdLst/>
                <a:ahLst/>
                <a:cxnLst/>
                <a:rect l="l" t="t" r="r" b="b"/>
                <a:pathLst>
                  <a:path w="3104" h="3028" extrusionOk="0">
                    <a:moveTo>
                      <a:pt x="2636" y="1"/>
                    </a:moveTo>
                    <a:cubicBezTo>
                      <a:pt x="2528" y="1"/>
                      <a:pt x="2419" y="42"/>
                      <a:pt x="2336" y="126"/>
                    </a:cubicBezTo>
                    <a:lnTo>
                      <a:pt x="168" y="2294"/>
                    </a:lnTo>
                    <a:cubicBezTo>
                      <a:pt x="1" y="2461"/>
                      <a:pt x="1" y="2728"/>
                      <a:pt x="168" y="2895"/>
                    </a:cubicBezTo>
                    <a:cubicBezTo>
                      <a:pt x="234" y="2961"/>
                      <a:pt x="368" y="3028"/>
                      <a:pt x="468" y="3028"/>
                    </a:cubicBezTo>
                    <a:cubicBezTo>
                      <a:pt x="568" y="3028"/>
                      <a:pt x="668" y="2961"/>
                      <a:pt x="768" y="2895"/>
                    </a:cubicBezTo>
                    <a:lnTo>
                      <a:pt x="2936" y="726"/>
                    </a:lnTo>
                    <a:cubicBezTo>
                      <a:pt x="3103" y="560"/>
                      <a:pt x="3103" y="293"/>
                      <a:pt x="2936" y="126"/>
                    </a:cubicBezTo>
                    <a:cubicBezTo>
                      <a:pt x="2853" y="42"/>
                      <a:pt x="2745"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6"/>
              <p:cNvSpPr/>
              <p:nvPr/>
            </p:nvSpPr>
            <p:spPr>
              <a:xfrm>
                <a:off x="1871250" y="553550"/>
                <a:ext cx="76750" cy="74875"/>
              </a:xfrm>
              <a:custGeom>
                <a:avLst/>
                <a:gdLst/>
                <a:ahLst/>
                <a:cxnLst/>
                <a:rect l="l" t="t" r="r" b="b"/>
                <a:pathLst>
                  <a:path w="3070" h="2995" extrusionOk="0">
                    <a:moveTo>
                      <a:pt x="439" y="0"/>
                    </a:moveTo>
                    <a:cubicBezTo>
                      <a:pt x="334" y="0"/>
                      <a:pt x="234" y="42"/>
                      <a:pt x="168" y="125"/>
                    </a:cubicBezTo>
                    <a:cubicBezTo>
                      <a:pt x="1" y="292"/>
                      <a:pt x="1" y="526"/>
                      <a:pt x="168" y="693"/>
                    </a:cubicBezTo>
                    <a:lnTo>
                      <a:pt x="2336" y="2894"/>
                    </a:lnTo>
                    <a:cubicBezTo>
                      <a:pt x="2402" y="2961"/>
                      <a:pt x="2536" y="2994"/>
                      <a:pt x="2636" y="2994"/>
                    </a:cubicBezTo>
                    <a:cubicBezTo>
                      <a:pt x="2736" y="2994"/>
                      <a:pt x="2836" y="2961"/>
                      <a:pt x="2936" y="2894"/>
                    </a:cubicBezTo>
                    <a:cubicBezTo>
                      <a:pt x="3070" y="2727"/>
                      <a:pt x="3070" y="2460"/>
                      <a:pt x="2936" y="2294"/>
                    </a:cubicBezTo>
                    <a:lnTo>
                      <a:pt x="735" y="125"/>
                    </a:lnTo>
                    <a:cubicBezTo>
                      <a:pt x="651" y="42"/>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6"/>
            <p:cNvGrpSpPr/>
            <p:nvPr/>
          </p:nvGrpSpPr>
          <p:grpSpPr>
            <a:xfrm flipH="1">
              <a:off x="713225" y="4760880"/>
              <a:ext cx="306075" cy="248525"/>
              <a:chOff x="3769250" y="3246050"/>
              <a:chExt cx="306075" cy="248525"/>
            </a:xfrm>
          </p:grpSpPr>
          <p:sp>
            <p:nvSpPr>
              <p:cNvPr id="310" name="Google Shape;310;p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6"/>
            <p:cNvGrpSpPr/>
            <p:nvPr/>
          </p:nvGrpSpPr>
          <p:grpSpPr>
            <a:xfrm flipH="1">
              <a:off x="1235100" y="4760880"/>
              <a:ext cx="306075" cy="248525"/>
              <a:chOff x="3769250" y="3246050"/>
              <a:chExt cx="306075" cy="248525"/>
            </a:xfrm>
          </p:grpSpPr>
          <p:sp>
            <p:nvSpPr>
              <p:cNvPr id="315" name="Google Shape;315;p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FFEA4690-BC1A-A34C-398C-D68933A1B728}"/>
              </a:ext>
            </a:extLst>
          </p:cNvPr>
          <p:cNvSpPr>
            <a:spLocks noGrp="1"/>
          </p:cNvSpPr>
          <p:nvPr>
            <p:ph type="sldNum" sz="quarter" idx="10"/>
          </p:nvPr>
        </p:nvSpPr>
        <p:spPr>
          <a:xfrm>
            <a:off x="7012663" y="4752931"/>
            <a:ext cx="2057400" cy="274637"/>
          </a:xfrm>
        </p:spPr>
        <p:txBody>
          <a:bodyPr/>
          <a:lstStyle>
            <a:lvl1pPr>
              <a:defRPr sz="1400" b="1">
                <a:solidFill>
                  <a:schemeClr val="tx1"/>
                </a:solidFill>
                <a:latin typeface="Ubuntu" panose="020B0504030602030204" pitchFamily="34" charset="0"/>
              </a:defRPr>
            </a:lvl1pPr>
          </a:lstStyle>
          <a:p>
            <a:fld id="{FD066784-9D51-4624-A73B-AF851740F580}"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9"/>
        <p:cNvGrpSpPr/>
        <p:nvPr/>
      </p:nvGrpSpPr>
      <p:grpSpPr>
        <a:xfrm>
          <a:off x="0" y="0"/>
          <a:ext cx="0" cy="0"/>
          <a:chOff x="0" y="0"/>
          <a:chExt cx="0" cy="0"/>
        </a:xfrm>
      </p:grpSpPr>
      <p:sp>
        <p:nvSpPr>
          <p:cNvPr id="320" name="Google Shape;320;p7"/>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1" name="Google Shape;321;p7"/>
          <p:cNvSpPr txBox="1">
            <a:spLocks noGrp="1"/>
          </p:cNvSpPr>
          <p:nvPr>
            <p:ph type="subTitle" idx="1"/>
          </p:nvPr>
        </p:nvSpPr>
        <p:spPr>
          <a:xfrm>
            <a:off x="2267850" y="1347250"/>
            <a:ext cx="4608300" cy="3173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322" name="Google Shape;322;p7"/>
          <p:cNvGrpSpPr/>
          <p:nvPr/>
        </p:nvGrpSpPr>
        <p:grpSpPr>
          <a:xfrm>
            <a:off x="0" y="4533665"/>
            <a:ext cx="9144020" cy="805787"/>
            <a:chOff x="0" y="4533665"/>
            <a:chExt cx="9144020" cy="805787"/>
          </a:xfrm>
        </p:grpSpPr>
        <p:sp>
          <p:nvSpPr>
            <p:cNvPr id="323" name="Google Shape;323;p7"/>
            <p:cNvSpPr/>
            <p:nvPr/>
          </p:nvSpPr>
          <p:spPr>
            <a:xfrm>
              <a:off x="0" y="4608575"/>
              <a:ext cx="9143953" cy="278910"/>
            </a:xfrm>
            <a:custGeom>
              <a:avLst/>
              <a:gdLst/>
              <a:ahLst/>
              <a:cxnLst/>
              <a:rect l="l" t="t" r="r" b="b"/>
              <a:pathLst>
                <a:path w="47101" h="30990" extrusionOk="0">
                  <a:moveTo>
                    <a:pt x="1" y="0"/>
                  </a:moveTo>
                  <a:lnTo>
                    <a:pt x="1" y="30989"/>
                  </a:lnTo>
                  <a:lnTo>
                    <a:pt x="47101" y="30989"/>
                  </a:lnTo>
                  <a:lnTo>
                    <a:pt x="471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a:off x="0" y="4887475"/>
              <a:ext cx="9144000" cy="109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a:off x="2319323" y="47713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7"/>
            <p:cNvGrpSpPr/>
            <p:nvPr/>
          </p:nvGrpSpPr>
          <p:grpSpPr>
            <a:xfrm>
              <a:off x="1663763" y="4533665"/>
              <a:ext cx="201825" cy="474525"/>
              <a:chOff x="3495750" y="1830925"/>
              <a:chExt cx="201825" cy="474525"/>
            </a:xfrm>
          </p:grpSpPr>
          <p:sp>
            <p:nvSpPr>
              <p:cNvPr id="327" name="Google Shape;327;p7"/>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7"/>
            <p:cNvGrpSpPr/>
            <p:nvPr/>
          </p:nvGrpSpPr>
          <p:grpSpPr>
            <a:xfrm>
              <a:off x="1904288" y="4533665"/>
              <a:ext cx="201825" cy="474525"/>
              <a:chOff x="3495750" y="1830925"/>
              <a:chExt cx="201825" cy="474525"/>
            </a:xfrm>
          </p:grpSpPr>
          <p:sp>
            <p:nvSpPr>
              <p:cNvPr id="330" name="Google Shape;330;p7"/>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7"/>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7"/>
            <p:cNvGrpSpPr/>
            <p:nvPr/>
          </p:nvGrpSpPr>
          <p:grpSpPr>
            <a:xfrm>
              <a:off x="0" y="4996550"/>
              <a:ext cx="9144020" cy="342901"/>
              <a:chOff x="0" y="55475"/>
              <a:chExt cx="9144020" cy="342901"/>
            </a:xfrm>
          </p:grpSpPr>
          <p:sp>
            <p:nvSpPr>
              <p:cNvPr id="333" name="Google Shape;333;p7"/>
              <p:cNvSpPr/>
              <p:nvPr/>
            </p:nvSpPr>
            <p:spPr>
              <a:xfrm>
                <a:off x="0" y="55475"/>
                <a:ext cx="4572000" cy="3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7"/>
              <p:cNvSpPr/>
              <p:nvPr/>
            </p:nvSpPr>
            <p:spPr>
              <a:xfrm>
                <a:off x="23447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46892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70338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9378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7"/>
              <p:cNvSpPr/>
              <p:nvPr/>
            </p:nvSpPr>
            <p:spPr>
              <a:xfrm>
                <a:off x="1172304"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140676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7"/>
              <p:cNvSpPr/>
              <p:nvPr/>
            </p:nvSpPr>
            <p:spPr>
              <a:xfrm>
                <a:off x="16412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7"/>
              <p:cNvSpPr/>
              <p:nvPr/>
            </p:nvSpPr>
            <p:spPr>
              <a:xfrm>
                <a:off x="187567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211013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234459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257905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28135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304797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7"/>
              <p:cNvSpPr/>
              <p:nvPr/>
            </p:nvSpPr>
            <p:spPr>
              <a:xfrm>
                <a:off x="3282428"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3516886"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37513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398580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422026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7"/>
              <p:cNvSpPr/>
              <p:nvPr/>
            </p:nvSpPr>
            <p:spPr>
              <a:xfrm>
                <a:off x="44547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7"/>
              <p:cNvSpPr/>
              <p:nvPr/>
            </p:nvSpPr>
            <p:spPr>
              <a:xfrm>
                <a:off x="4572000" y="55475"/>
                <a:ext cx="4572000" cy="342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45720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480647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504092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7"/>
              <p:cNvSpPr/>
              <p:nvPr/>
            </p:nvSpPr>
            <p:spPr>
              <a:xfrm>
                <a:off x="527538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7"/>
              <p:cNvSpPr/>
              <p:nvPr/>
            </p:nvSpPr>
            <p:spPr>
              <a:xfrm>
                <a:off x="55098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44304"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97876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7"/>
              <p:cNvSpPr/>
              <p:nvPr/>
            </p:nvSpPr>
            <p:spPr>
              <a:xfrm>
                <a:off x="62132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7"/>
              <p:cNvSpPr/>
              <p:nvPr/>
            </p:nvSpPr>
            <p:spPr>
              <a:xfrm>
                <a:off x="644767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668213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691659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7"/>
              <p:cNvSpPr/>
              <p:nvPr/>
            </p:nvSpPr>
            <p:spPr>
              <a:xfrm>
                <a:off x="715105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7"/>
              <p:cNvSpPr/>
              <p:nvPr/>
            </p:nvSpPr>
            <p:spPr>
              <a:xfrm>
                <a:off x="73855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7"/>
              <p:cNvSpPr/>
              <p:nvPr/>
            </p:nvSpPr>
            <p:spPr>
              <a:xfrm>
                <a:off x="761997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7"/>
              <p:cNvSpPr/>
              <p:nvPr/>
            </p:nvSpPr>
            <p:spPr>
              <a:xfrm>
                <a:off x="7854428"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7"/>
              <p:cNvSpPr/>
              <p:nvPr/>
            </p:nvSpPr>
            <p:spPr>
              <a:xfrm>
                <a:off x="8088886"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7"/>
              <p:cNvSpPr/>
              <p:nvPr/>
            </p:nvSpPr>
            <p:spPr>
              <a:xfrm>
                <a:off x="83233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7"/>
              <p:cNvSpPr/>
              <p:nvPr/>
            </p:nvSpPr>
            <p:spPr>
              <a:xfrm>
                <a:off x="855780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7"/>
              <p:cNvSpPr/>
              <p:nvPr/>
            </p:nvSpPr>
            <p:spPr>
              <a:xfrm>
                <a:off x="879226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7"/>
              <p:cNvSpPr/>
              <p:nvPr/>
            </p:nvSpPr>
            <p:spPr>
              <a:xfrm>
                <a:off x="90267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 name="Google Shape;375;p7"/>
            <p:cNvGrpSpPr/>
            <p:nvPr/>
          </p:nvGrpSpPr>
          <p:grpSpPr>
            <a:xfrm>
              <a:off x="7608850" y="4759675"/>
              <a:ext cx="306075" cy="248525"/>
              <a:chOff x="3769250" y="3246050"/>
              <a:chExt cx="306075" cy="248525"/>
            </a:xfrm>
          </p:grpSpPr>
          <p:sp>
            <p:nvSpPr>
              <p:cNvPr id="376" name="Google Shape;376;p7"/>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7"/>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7"/>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7"/>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7"/>
            <p:cNvGrpSpPr/>
            <p:nvPr/>
          </p:nvGrpSpPr>
          <p:grpSpPr>
            <a:xfrm>
              <a:off x="7187875" y="4759675"/>
              <a:ext cx="306075" cy="248525"/>
              <a:chOff x="3769250" y="3246050"/>
              <a:chExt cx="306075" cy="248525"/>
            </a:xfrm>
          </p:grpSpPr>
          <p:sp>
            <p:nvSpPr>
              <p:cNvPr id="381" name="Google Shape;381;p7"/>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7"/>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7"/>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7"/>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7"/>
            <p:cNvGrpSpPr/>
            <p:nvPr/>
          </p:nvGrpSpPr>
          <p:grpSpPr>
            <a:xfrm>
              <a:off x="6766900" y="4759675"/>
              <a:ext cx="306075" cy="248525"/>
              <a:chOff x="3769250" y="3246050"/>
              <a:chExt cx="306075" cy="248525"/>
            </a:xfrm>
          </p:grpSpPr>
          <p:sp>
            <p:nvSpPr>
              <p:cNvPr id="386" name="Google Shape;386;p7"/>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7"/>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7"/>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7"/>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390;p7"/>
            <p:cNvGrpSpPr/>
            <p:nvPr/>
          </p:nvGrpSpPr>
          <p:grpSpPr>
            <a:xfrm>
              <a:off x="6345925" y="4759675"/>
              <a:ext cx="306075" cy="248525"/>
              <a:chOff x="3769250" y="3246050"/>
              <a:chExt cx="306075" cy="248525"/>
            </a:xfrm>
          </p:grpSpPr>
          <p:sp>
            <p:nvSpPr>
              <p:cNvPr id="391" name="Google Shape;391;p7"/>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7"/>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7"/>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7"/>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7"/>
            <p:cNvGrpSpPr/>
            <p:nvPr/>
          </p:nvGrpSpPr>
          <p:grpSpPr>
            <a:xfrm>
              <a:off x="123213" y="4533665"/>
              <a:ext cx="201825" cy="474525"/>
              <a:chOff x="3495750" y="1830925"/>
              <a:chExt cx="201825" cy="474525"/>
            </a:xfrm>
          </p:grpSpPr>
          <p:sp>
            <p:nvSpPr>
              <p:cNvPr id="396" name="Google Shape;396;p7"/>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7"/>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 name="Google Shape;398;p7"/>
            <p:cNvGrpSpPr/>
            <p:nvPr/>
          </p:nvGrpSpPr>
          <p:grpSpPr>
            <a:xfrm>
              <a:off x="363738" y="4533665"/>
              <a:ext cx="201825" cy="474525"/>
              <a:chOff x="3495750" y="1830925"/>
              <a:chExt cx="201825" cy="474525"/>
            </a:xfrm>
          </p:grpSpPr>
          <p:sp>
            <p:nvSpPr>
              <p:cNvPr id="399" name="Google Shape;399;p7"/>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7"/>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7"/>
            <p:cNvGrpSpPr/>
            <p:nvPr/>
          </p:nvGrpSpPr>
          <p:grpSpPr>
            <a:xfrm>
              <a:off x="713213" y="4533665"/>
              <a:ext cx="201825" cy="474525"/>
              <a:chOff x="3495750" y="1830925"/>
              <a:chExt cx="201825" cy="474525"/>
            </a:xfrm>
          </p:grpSpPr>
          <p:sp>
            <p:nvSpPr>
              <p:cNvPr id="402" name="Google Shape;402;p7"/>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7"/>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 name="Google Shape;404;p7"/>
            <p:cNvSpPr/>
            <p:nvPr/>
          </p:nvSpPr>
          <p:spPr>
            <a:xfrm>
              <a:off x="8133838" y="48514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7"/>
            <p:cNvSpPr/>
            <p:nvPr/>
          </p:nvSpPr>
          <p:spPr>
            <a:xfrm>
              <a:off x="5843200" y="4794875"/>
              <a:ext cx="322775" cy="92600"/>
            </a:xfrm>
            <a:custGeom>
              <a:avLst/>
              <a:gdLst/>
              <a:ahLst/>
              <a:cxnLst/>
              <a:rect l="l" t="t" r="r" b="b"/>
              <a:pathLst>
                <a:path w="12911" h="3704" extrusionOk="0">
                  <a:moveTo>
                    <a:pt x="3670" y="0"/>
                  </a:moveTo>
                  <a:cubicBezTo>
                    <a:pt x="1635" y="0"/>
                    <a:pt x="1" y="1668"/>
                    <a:pt x="1" y="3703"/>
                  </a:cubicBezTo>
                  <a:lnTo>
                    <a:pt x="12910" y="3703"/>
                  </a:lnTo>
                  <a:cubicBezTo>
                    <a:pt x="12910" y="2669"/>
                    <a:pt x="12076" y="1835"/>
                    <a:pt x="11042" y="1835"/>
                  </a:cubicBezTo>
                  <a:cubicBezTo>
                    <a:pt x="10442" y="1835"/>
                    <a:pt x="9875" y="2135"/>
                    <a:pt x="9541" y="2602"/>
                  </a:cubicBezTo>
                  <a:cubicBezTo>
                    <a:pt x="9207" y="2169"/>
                    <a:pt x="8707" y="1868"/>
                    <a:pt x="8107" y="1868"/>
                  </a:cubicBezTo>
                  <a:cubicBezTo>
                    <a:pt x="7706" y="1868"/>
                    <a:pt x="7339" y="2002"/>
                    <a:pt x="7073" y="2235"/>
                  </a:cubicBezTo>
                  <a:cubicBezTo>
                    <a:pt x="6506" y="901"/>
                    <a:pt x="5205" y="0"/>
                    <a:pt x="3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lide Number Placeholder 1">
            <a:extLst>
              <a:ext uri="{FF2B5EF4-FFF2-40B4-BE49-F238E27FC236}">
                <a16:creationId xmlns:a16="http://schemas.microsoft.com/office/drawing/2014/main" id="{B53988A2-3823-D88E-2361-4F335E7A2343}"/>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8"/>
        <p:cNvGrpSpPr/>
        <p:nvPr/>
      </p:nvGrpSpPr>
      <p:grpSpPr>
        <a:xfrm>
          <a:off x="0" y="0"/>
          <a:ext cx="0" cy="0"/>
          <a:chOff x="0" y="0"/>
          <a:chExt cx="0" cy="0"/>
        </a:xfrm>
      </p:grpSpPr>
      <p:sp>
        <p:nvSpPr>
          <p:cNvPr id="409" name="Google Shape;409;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10" name="Google Shape;410;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11" name="Google Shape;411;p9"/>
          <p:cNvGrpSpPr/>
          <p:nvPr/>
        </p:nvGrpSpPr>
        <p:grpSpPr>
          <a:xfrm>
            <a:off x="0" y="4533665"/>
            <a:ext cx="9144020" cy="805787"/>
            <a:chOff x="0" y="4533665"/>
            <a:chExt cx="9144020" cy="805787"/>
          </a:xfrm>
        </p:grpSpPr>
        <p:sp>
          <p:nvSpPr>
            <p:cNvPr id="412" name="Google Shape;412;p9"/>
            <p:cNvSpPr/>
            <p:nvPr/>
          </p:nvSpPr>
          <p:spPr>
            <a:xfrm>
              <a:off x="0" y="4608575"/>
              <a:ext cx="9143953" cy="278910"/>
            </a:xfrm>
            <a:custGeom>
              <a:avLst/>
              <a:gdLst/>
              <a:ahLst/>
              <a:cxnLst/>
              <a:rect l="l" t="t" r="r" b="b"/>
              <a:pathLst>
                <a:path w="47101" h="30990" extrusionOk="0">
                  <a:moveTo>
                    <a:pt x="1" y="0"/>
                  </a:moveTo>
                  <a:lnTo>
                    <a:pt x="1" y="30989"/>
                  </a:lnTo>
                  <a:lnTo>
                    <a:pt x="47101" y="30989"/>
                  </a:lnTo>
                  <a:lnTo>
                    <a:pt x="471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0" y="4887475"/>
              <a:ext cx="9144000" cy="109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9"/>
            <p:cNvSpPr/>
            <p:nvPr/>
          </p:nvSpPr>
          <p:spPr>
            <a:xfrm>
              <a:off x="2319323" y="47713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 name="Google Shape;415;p9"/>
            <p:cNvGrpSpPr/>
            <p:nvPr/>
          </p:nvGrpSpPr>
          <p:grpSpPr>
            <a:xfrm>
              <a:off x="1663763" y="4533665"/>
              <a:ext cx="201825" cy="474525"/>
              <a:chOff x="3495750" y="1830925"/>
              <a:chExt cx="201825" cy="474525"/>
            </a:xfrm>
          </p:grpSpPr>
          <p:sp>
            <p:nvSpPr>
              <p:cNvPr id="416" name="Google Shape;416;p9"/>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 name="Google Shape;418;p9"/>
            <p:cNvGrpSpPr/>
            <p:nvPr/>
          </p:nvGrpSpPr>
          <p:grpSpPr>
            <a:xfrm>
              <a:off x="1904288" y="4533665"/>
              <a:ext cx="201825" cy="474525"/>
              <a:chOff x="3495750" y="1830925"/>
              <a:chExt cx="201825" cy="474525"/>
            </a:xfrm>
          </p:grpSpPr>
          <p:sp>
            <p:nvSpPr>
              <p:cNvPr id="419" name="Google Shape;419;p9"/>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9"/>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9"/>
            <p:cNvGrpSpPr/>
            <p:nvPr/>
          </p:nvGrpSpPr>
          <p:grpSpPr>
            <a:xfrm>
              <a:off x="0" y="4996550"/>
              <a:ext cx="9144020" cy="342901"/>
              <a:chOff x="0" y="55475"/>
              <a:chExt cx="9144020" cy="342901"/>
            </a:xfrm>
          </p:grpSpPr>
          <p:sp>
            <p:nvSpPr>
              <p:cNvPr id="422" name="Google Shape;422;p9"/>
              <p:cNvSpPr/>
              <p:nvPr/>
            </p:nvSpPr>
            <p:spPr>
              <a:xfrm>
                <a:off x="0" y="55475"/>
                <a:ext cx="4572000" cy="3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9"/>
              <p:cNvSpPr/>
              <p:nvPr/>
            </p:nvSpPr>
            <p:spPr>
              <a:xfrm>
                <a:off x="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9"/>
              <p:cNvSpPr/>
              <p:nvPr/>
            </p:nvSpPr>
            <p:spPr>
              <a:xfrm>
                <a:off x="23447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46892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9"/>
              <p:cNvSpPr/>
              <p:nvPr/>
            </p:nvSpPr>
            <p:spPr>
              <a:xfrm>
                <a:off x="70338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9"/>
              <p:cNvSpPr/>
              <p:nvPr/>
            </p:nvSpPr>
            <p:spPr>
              <a:xfrm>
                <a:off x="9378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1172304"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9"/>
              <p:cNvSpPr/>
              <p:nvPr/>
            </p:nvSpPr>
            <p:spPr>
              <a:xfrm>
                <a:off x="140676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9"/>
              <p:cNvSpPr/>
              <p:nvPr/>
            </p:nvSpPr>
            <p:spPr>
              <a:xfrm>
                <a:off x="16412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9"/>
              <p:cNvSpPr/>
              <p:nvPr/>
            </p:nvSpPr>
            <p:spPr>
              <a:xfrm>
                <a:off x="187567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9"/>
              <p:cNvSpPr/>
              <p:nvPr/>
            </p:nvSpPr>
            <p:spPr>
              <a:xfrm>
                <a:off x="211013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9"/>
              <p:cNvSpPr/>
              <p:nvPr/>
            </p:nvSpPr>
            <p:spPr>
              <a:xfrm>
                <a:off x="234459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9"/>
              <p:cNvSpPr/>
              <p:nvPr/>
            </p:nvSpPr>
            <p:spPr>
              <a:xfrm>
                <a:off x="257905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9"/>
              <p:cNvSpPr/>
              <p:nvPr/>
            </p:nvSpPr>
            <p:spPr>
              <a:xfrm>
                <a:off x="28135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9"/>
              <p:cNvSpPr/>
              <p:nvPr/>
            </p:nvSpPr>
            <p:spPr>
              <a:xfrm>
                <a:off x="304797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9"/>
              <p:cNvSpPr/>
              <p:nvPr/>
            </p:nvSpPr>
            <p:spPr>
              <a:xfrm>
                <a:off x="3282428"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9"/>
              <p:cNvSpPr/>
              <p:nvPr/>
            </p:nvSpPr>
            <p:spPr>
              <a:xfrm>
                <a:off x="3516886"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9"/>
              <p:cNvSpPr/>
              <p:nvPr/>
            </p:nvSpPr>
            <p:spPr>
              <a:xfrm>
                <a:off x="37513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9"/>
              <p:cNvSpPr/>
              <p:nvPr/>
            </p:nvSpPr>
            <p:spPr>
              <a:xfrm>
                <a:off x="398580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9"/>
              <p:cNvSpPr/>
              <p:nvPr/>
            </p:nvSpPr>
            <p:spPr>
              <a:xfrm>
                <a:off x="422026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9"/>
              <p:cNvSpPr/>
              <p:nvPr/>
            </p:nvSpPr>
            <p:spPr>
              <a:xfrm>
                <a:off x="44547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9"/>
              <p:cNvSpPr/>
              <p:nvPr/>
            </p:nvSpPr>
            <p:spPr>
              <a:xfrm>
                <a:off x="4572000" y="55475"/>
                <a:ext cx="4572000" cy="342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9"/>
              <p:cNvSpPr/>
              <p:nvPr/>
            </p:nvSpPr>
            <p:spPr>
              <a:xfrm>
                <a:off x="45720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9"/>
              <p:cNvSpPr/>
              <p:nvPr/>
            </p:nvSpPr>
            <p:spPr>
              <a:xfrm>
                <a:off x="480647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504092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527538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55098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5744304"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597876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9"/>
              <p:cNvSpPr/>
              <p:nvPr/>
            </p:nvSpPr>
            <p:spPr>
              <a:xfrm>
                <a:off x="62132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9"/>
              <p:cNvSpPr/>
              <p:nvPr/>
            </p:nvSpPr>
            <p:spPr>
              <a:xfrm>
                <a:off x="644767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668213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691659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15105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9"/>
              <p:cNvSpPr/>
              <p:nvPr/>
            </p:nvSpPr>
            <p:spPr>
              <a:xfrm>
                <a:off x="73855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a:off x="761997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a:off x="7854428"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a:off x="8088886"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a:off x="83233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a:off x="855780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9"/>
              <p:cNvSpPr/>
              <p:nvPr/>
            </p:nvSpPr>
            <p:spPr>
              <a:xfrm>
                <a:off x="879226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9"/>
              <p:cNvSpPr/>
              <p:nvPr/>
            </p:nvSpPr>
            <p:spPr>
              <a:xfrm>
                <a:off x="90267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9"/>
            <p:cNvGrpSpPr/>
            <p:nvPr/>
          </p:nvGrpSpPr>
          <p:grpSpPr>
            <a:xfrm>
              <a:off x="7608850" y="4759675"/>
              <a:ext cx="306075" cy="248525"/>
              <a:chOff x="3769250" y="3246050"/>
              <a:chExt cx="306075" cy="248525"/>
            </a:xfrm>
          </p:grpSpPr>
          <p:sp>
            <p:nvSpPr>
              <p:cNvPr id="465" name="Google Shape;465;p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 name="Google Shape;469;p9"/>
            <p:cNvGrpSpPr/>
            <p:nvPr/>
          </p:nvGrpSpPr>
          <p:grpSpPr>
            <a:xfrm>
              <a:off x="7187875" y="4759675"/>
              <a:ext cx="306075" cy="248525"/>
              <a:chOff x="3769250" y="3246050"/>
              <a:chExt cx="306075" cy="248525"/>
            </a:xfrm>
          </p:grpSpPr>
          <p:sp>
            <p:nvSpPr>
              <p:cNvPr id="470" name="Google Shape;470;p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9"/>
            <p:cNvGrpSpPr/>
            <p:nvPr/>
          </p:nvGrpSpPr>
          <p:grpSpPr>
            <a:xfrm>
              <a:off x="6766900" y="4759675"/>
              <a:ext cx="306075" cy="248525"/>
              <a:chOff x="3769250" y="3246050"/>
              <a:chExt cx="306075" cy="248525"/>
            </a:xfrm>
          </p:grpSpPr>
          <p:sp>
            <p:nvSpPr>
              <p:cNvPr id="475" name="Google Shape;475;p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9"/>
            <p:cNvGrpSpPr/>
            <p:nvPr/>
          </p:nvGrpSpPr>
          <p:grpSpPr>
            <a:xfrm>
              <a:off x="6345925" y="4759675"/>
              <a:ext cx="306075" cy="248525"/>
              <a:chOff x="3769250" y="3246050"/>
              <a:chExt cx="306075" cy="248525"/>
            </a:xfrm>
          </p:grpSpPr>
          <p:sp>
            <p:nvSpPr>
              <p:cNvPr id="480" name="Google Shape;480;p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 name="Google Shape;484;p9"/>
            <p:cNvGrpSpPr/>
            <p:nvPr/>
          </p:nvGrpSpPr>
          <p:grpSpPr>
            <a:xfrm>
              <a:off x="123213" y="4533665"/>
              <a:ext cx="201825" cy="474525"/>
              <a:chOff x="3495750" y="1830925"/>
              <a:chExt cx="201825" cy="474525"/>
            </a:xfrm>
          </p:grpSpPr>
          <p:sp>
            <p:nvSpPr>
              <p:cNvPr id="485" name="Google Shape;485;p9"/>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9"/>
            <p:cNvGrpSpPr/>
            <p:nvPr/>
          </p:nvGrpSpPr>
          <p:grpSpPr>
            <a:xfrm>
              <a:off x="363738" y="4533665"/>
              <a:ext cx="201825" cy="474525"/>
              <a:chOff x="3495750" y="1830925"/>
              <a:chExt cx="201825" cy="474525"/>
            </a:xfrm>
          </p:grpSpPr>
          <p:sp>
            <p:nvSpPr>
              <p:cNvPr id="488" name="Google Shape;488;p9"/>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9"/>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9"/>
            <p:cNvGrpSpPr/>
            <p:nvPr/>
          </p:nvGrpSpPr>
          <p:grpSpPr>
            <a:xfrm>
              <a:off x="713213" y="4533665"/>
              <a:ext cx="201825" cy="474525"/>
              <a:chOff x="3495750" y="1830925"/>
              <a:chExt cx="201825" cy="474525"/>
            </a:xfrm>
          </p:grpSpPr>
          <p:sp>
            <p:nvSpPr>
              <p:cNvPr id="491" name="Google Shape;491;p9"/>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9"/>
            <p:cNvSpPr/>
            <p:nvPr/>
          </p:nvSpPr>
          <p:spPr>
            <a:xfrm>
              <a:off x="8133838" y="48514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9"/>
            <p:cNvSpPr/>
            <p:nvPr/>
          </p:nvSpPr>
          <p:spPr>
            <a:xfrm>
              <a:off x="5843200" y="4794875"/>
              <a:ext cx="322775" cy="92600"/>
            </a:xfrm>
            <a:custGeom>
              <a:avLst/>
              <a:gdLst/>
              <a:ahLst/>
              <a:cxnLst/>
              <a:rect l="l" t="t" r="r" b="b"/>
              <a:pathLst>
                <a:path w="12911" h="3704" extrusionOk="0">
                  <a:moveTo>
                    <a:pt x="3670" y="0"/>
                  </a:moveTo>
                  <a:cubicBezTo>
                    <a:pt x="1635" y="0"/>
                    <a:pt x="1" y="1668"/>
                    <a:pt x="1" y="3703"/>
                  </a:cubicBezTo>
                  <a:lnTo>
                    <a:pt x="12910" y="3703"/>
                  </a:lnTo>
                  <a:cubicBezTo>
                    <a:pt x="12910" y="2669"/>
                    <a:pt x="12076" y="1835"/>
                    <a:pt x="11042" y="1835"/>
                  </a:cubicBezTo>
                  <a:cubicBezTo>
                    <a:pt x="10442" y="1835"/>
                    <a:pt x="9875" y="2135"/>
                    <a:pt x="9541" y="2602"/>
                  </a:cubicBezTo>
                  <a:cubicBezTo>
                    <a:pt x="9207" y="2169"/>
                    <a:pt x="8707" y="1868"/>
                    <a:pt x="8107" y="1868"/>
                  </a:cubicBezTo>
                  <a:cubicBezTo>
                    <a:pt x="7706" y="1868"/>
                    <a:pt x="7339" y="2002"/>
                    <a:pt x="7073" y="2235"/>
                  </a:cubicBezTo>
                  <a:cubicBezTo>
                    <a:pt x="6506" y="901"/>
                    <a:pt x="5205" y="0"/>
                    <a:pt x="3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lide Number Placeholder 1">
            <a:extLst>
              <a:ext uri="{FF2B5EF4-FFF2-40B4-BE49-F238E27FC236}">
                <a16:creationId xmlns:a16="http://schemas.microsoft.com/office/drawing/2014/main" id="{80A8C318-F5E2-BC58-04D2-FFD15986F51C}"/>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01"/>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986B10-D85A-B9BC-53F7-D1215ADD3C08}"/>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02"/>
        <p:cNvGrpSpPr/>
        <p:nvPr/>
      </p:nvGrpSpPr>
      <p:grpSpPr>
        <a:xfrm>
          <a:off x="0" y="0"/>
          <a:ext cx="0" cy="0"/>
          <a:chOff x="0" y="0"/>
          <a:chExt cx="0" cy="0"/>
        </a:xfrm>
      </p:grpSpPr>
      <p:sp>
        <p:nvSpPr>
          <p:cNvPr id="503" name="Google Shape;503;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04" name="Google Shape;504;p13"/>
          <p:cNvSpPr txBox="1">
            <a:spLocks noGrp="1"/>
          </p:cNvSpPr>
          <p:nvPr>
            <p:ph type="subTitle" idx="1"/>
          </p:nvPr>
        </p:nvSpPr>
        <p:spPr>
          <a:xfrm>
            <a:off x="713224" y="2022298"/>
            <a:ext cx="23055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05" name="Google Shape;505;p13"/>
          <p:cNvSpPr txBox="1">
            <a:spLocks noGrp="1"/>
          </p:cNvSpPr>
          <p:nvPr>
            <p:ph type="subTitle" idx="2"/>
          </p:nvPr>
        </p:nvSpPr>
        <p:spPr>
          <a:xfrm>
            <a:off x="713224" y="3492310"/>
            <a:ext cx="23055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06" name="Google Shape;506;p13"/>
          <p:cNvSpPr txBox="1">
            <a:spLocks noGrp="1"/>
          </p:cNvSpPr>
          <p:nvPr>
            <p:ph type="subTitle" idx="3"/>
          </p:nvPr>
        </p:nvSpPr>
        <p:spPr>
          <a:xfrm>
            <a:off x="3419250" y="3492310"/>
            <a:ext cx="23055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07" name="Google Shape;507;p13"/>
          <p:cNvSpPr txBox="1">
            <a:spLocks noGrp="1"/>
          </p:cNvSpPr>
          <p:nvPr>
            <p:ph type="subTitle" idx="4"/>
          </p:nvPr>
        </p:nvSpPr>
        <p:spPr>
          <a:xfrm>
            <a:off x="3419250" y="2022298"/>
            <a:ext cx="23055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08" name="Google Shape;508;p13"/>
          <p:cNvSpPr txBox="1">
            <a:spLocks noGrp="1"/>
          </p:cNvSpPr>
          <p:nvPr>
            <p:ph type="title" idx="5" hasCustomPrompt="1"/>
          </p:nvPr>
        </p:nvSpPr>
        <p:spPr>
          <a:xfrm>
            <a:off x="1415375" y="1344498"/>
            <a:ext cx="901200" cy="5487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9" name="Google Shape;509;p13"/>
          <p:cNvSpPr txBox="1">
            <a:spLocks noGrp="1"/>
          </p:cNvSpPr>
          <p:nvPr>
            <p:ph type="title" idx="6" hasCustomPrompt="1"/>
          </p:nvPr>
        </p:nvSpPr>
        <p:spPr>
          <a:xfrm>
            <a:off x="4121400" y="2814673"/>
            <a:ext cx="901200" cy="5487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0" name="Google Shape;510;p13"/>
          <p:cNvSpPr txBox="1">
            <a:spLocks noGrp="1"/>
          </p:cNvSpPr>
          <p:nvPr>
            <p:ph type="title" idx="7" hasCustomPrompt="1"/>
          </p:nvPr>
        </p:nvSpPr>
        <p:spPr>
          <a:xfrm>
            <a:off x="1415375" y="2814673"/>
            <a:ext cx="901200" cy="5487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1" name="Google Shape;511;p13"/>
          <p:cNvSpPr txBox="1">
            <a:spLocks noGrp="1"/>
          </p:cNvSpPr>
          <p:nvPr>
            <p:ph type="title" idx="8" hasCustomPrompt="1"/>
          </p:nvPr>
        </p:nvSpPr>
        <p:spPr>
          <a:xfrm>
            <a:off x="4121400" y="1344498"/>
            <a:ext cx="901200" cy="5487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2" name="Google Shape;512;p13"/>
          <p:cNvSpPr txBox="1">
            <a:spLocks noGrp="1"/>
          </p:cNvSpPr>
          <p:nvPr>
            <p:ph type="subTitle" idx="9"/>
          </p:nvPr>
        </p:nvSpPr>
        <p:spPr>
          <a:xfrm>
            <a:off x="6125276" y="3492310"/>
            <a:ext cx="23055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13" name="Google Shape;513;p13"/>
          <p:cNvSpPr txBox="1">
            <a:spLocks noGrp="1"/>
          </p:cNvSpPr>
          <p:nvPr>
            <p:ph type="subTitle" idx="13"/>
          </p:nvPr>
        </p:nvSpPr>
        <p:spPr>
          <a:xfrm>
            <a:off x="6125276" y="2022298"/>
            <a:ext cx="23055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14" name="Google Shape;514;p13"/>
          <p:cNvSpPr txBox="1">
            <a:spLocks noGrp="1"/>
          </p:cNvSpPr>
          <p:nvPr>
            <p:ph type="title" idx="14" hasCustomPrompt="1"/>
          </p:nvPr>
        </p:nvSpPr>
        <p:spPr>
          <a:xfrm>
            <a:off x="6827425" y="2814673"/>
            <a:ext cx="901200" cy="5487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5" name="Google Shape;515;p13"/>
          <p:cNvSpPr txBox="1">
            <a:spLocks noGrp="1"/>
          </p:cNvSpPr>
          <p:nvPr>
            <p:ph type="title" idx="15" hasCustomPrompt="1"/>
          </p:nvPr>
        </p:nvSpPr>
        <p:spPr>
          <a:xfrm>
            <a:off x="6827425" y="1344498"/>
            <a:ext cx="901200" cy="5487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6" name="Google Shape;516;p13"/>
          <p:cNvSpPr txBox="1">
            <a:spLocks noGrp="1"/>
          </p:cNvSpPr>
          <p:nvPr>
            <p:ph type="subTitle" idx="16"/>
          </p:nvPr>
        </p:nvSpPr>
        <p:spPr>
          <a:xfrm>
            <a:off x="713225" y="1765907"/>
            <a:ext cx="23055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17" name="Google Shape;517;p13"/>
          <p:cNvSpPr txBox="1">
            <a:spLocks noGrp="1"/>
          </p:cNvSpPr>
          <p:nvPr>
            <p:ph type="subTitle" idx="17"/>
          </p:nvPr>
        </p:nvSpPr>
        <p:spPr>
          <a:xfrm>
            <a:off x="713225" y="3235930"/>
            <a:ext cx="23055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18" name="Google Shape;518;p13"/>
          <p:cNvSpPr txBox="1">
            <a:spLocks noGrp="1"/>
          </p:cNvSpPr>
          <p:nvPr>
            <p:ph type="subTitle" idx="18"/>
          </p:nvPr>
        </p:nvSpPr>
        <p:spPr>
          <a:xfrm>
            <a:off x="3419250" y="3235930"/>
            <a:ext cx="23055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19" name="Google Shape;519;p13"/>
          <p:cNvSpPr txBox="1">
            <a:spLocks noGrp="1"/>
          </p:cNvSpPr>
          <p:nvPr>
            <p:ph type="subTitle" idx="19"/>
          </p:nvPr>
        </p:nvSpPr>
        <p:spPr>
          <a:xfrm>
            <a:off x="3419250" y="1765907"/>
            <a:ext cx="23055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20" name="Google Shape;520;p13"/>
          <p:cNvSpPr txBox="1">
            <a:spLocks noGrp="1"/>
          </p:cNvSpPr>
          <p:nvPr>
            <p:ph type="subTitle" idx="20"/>
          </p:nvPr>
        </p:nvSpPr>
        <p:spPr>
          <a:xfrm>
            <a:off x="6125275" y="3235930"/>
            <a:ext cx="23055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21" name="Google Shape;521;p13"/>
          <p:cNvSpPr txBox="1">
            <a:spLocks noGrp="1"/>
          </p:cNvSpPr>
          <p:nvPr>
            <p:ph type="subTitle" idx="21"/>
          </p:nvPr>
        </p:nvSpPr>
        <p:spPr>
          <a:xfrm>
            <a:off x="6125275" y="1765907"/>
            <a:ext cx="23055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522" name="Google Shape;522;p13"/>
          <p:cNvGrpSpPr/>
          <p:nvPr/>
        </p:nvGrpSpPr>
        <p:grpSpPr>
          <a:xfrm>
            <a:off x="0" y="4388875"/>
            <a:ext cx="9144042" cy="754775"/>
            <a:chOff x="0" y="4388875"/>
            <a:chExt cx="9144042" cy="754775"/>
          </a:xfrm>
        </p:grpSpPr>
        <p:sp>
          <p:nvSpPr>
            <p:cNvPr id="523" name="Google Shape;523;p13"/>
            <p:cNvSpPr/>
            <p:nvPr/>
          </p:nvSpPr>
          <p:spPr>
            <a:xfrm>
              <a:off x="8414013" y="4388875"/>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3"/>
            <p:cNvSpPr/>
            <p:nvPr/>
          </p:nvSpPr>
          <p:spPr>
            <a:xfrm>
              <a:off x="126650" y="446895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3"/>
            <p:cNvSpPr/>
            <p:nvPr/>
          </p:nvSpPr>
          <p:spPr>
            <a:xfrm flipH="1">
              <a:off x="8023188" y="446895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6" name="Google Shape;526;p13"/>
            <p:cNvGrpSpPr/>
            <p:nvPr/>
          </p:nvGrpSpPr>
          <p:grpSpPr>
            <a:xfrm>
              <a:off x="0" y="4614072"/>
              <a:ext cx="9144042" cy="342906"/>
              <a:chOff x="-12" y="127800"/>
              <a:chExt cx="9144042" cy="535205"/>
            </a:xfrm>
          </p:grpSpPr>
          <p:sp>
            <p:nvSpPr>
              <p:cNvPr id="527" name="Google Shape;527;p13"/>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3"/>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3"/>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3"/>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3"/>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3"/>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3"/>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3"/>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3"/>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3"/>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3"/>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3"/>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3"/>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3"/>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3"/>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3"/>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3"/>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3"/>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3"/>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3"/>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3"/>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3"/>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3"/>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3"/>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3"/>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3"/>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3"/>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3"/>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3"/>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3"/>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3"/>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3"/>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3"/>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3"/>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3"/>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3"/>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7" name="Google Shape;567;p13"/>
            <p:cNvSpPr/>
            <p:nvPr/>
          </p:nvSpPr>
          <p:spPr>
            <a:xfrm>
              <a:off x="0" y="4818752"/>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8" name="Google Shape;568;p13"/>
            <p:cNvGrpSpPr/>
            <p:nvPr/>
          </p:nvGrpSpPr>
          <p:grpSpPr>
            <a:xfrm flipH="1">
              <a:off x="1199300" y="4704325"/>
              <a:ext cx="306075" cy="248525"/>
              <a:chOff x="3769250" y="3246050"/>
              <a:chExt cx="306075" cy="248525"/>
            </a:xfrm>
          </p:grpSpPr>
          <p:sp>
            <p:nvSpPr>
              <p:cNvPr id="569" name="Google Shape;569;p1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13"/>
            <p:cNvGrpSpPr/>
            <p:nvPr/>
          </p:nvGrpSpPr>
          <p:grpSpPr>
            <a:xfrm flipH="1">
              <a:off x="282300" y="4704325"/>
              <a:ext cx="306075" cy="248525"/>
              <a:chOff x="3769250" y="3246050"/>
              <a:chExt cx="306075" cy="248525"/>
            </a:xfrm>
          </p:grpSpPr>
          <p:sp>
            <p:nvSpPr>
              <p:cNvPr id="574" name="Google Shape;574;p1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8" name="Google Shape;578;p13"/>
            <p:cNvSpPr/>
            <p:nvPr/>
          </p:nvSpPr>
          <p:spPr>
            <a:xfrm>
              <a:off x="0" y="4952850"/>
              <a:ext cx="9144000" cy="11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 name="Google Shape;579;p13"/>
            <p:cNvGrpSpPr/>
            <p:nvPr/>
          </p:nvGrpSpPr>
          <p:grpSpPr>
            <a:xfrm>
              <a:off x="8573725" y="4704325"/>
              <a:ext cx="306075" cy="248525"/>
              <a:chOff x="3769250" y="3246050"/>
              <a:chExt cx="306075" cy="248525"/>
            </a:xfrm>
          </p:grpSpPr>
          <p:sp>
            <p:nvSpPr>
              <p:cNvPr id="580" name="Google Shape;580;p1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13"/>
            <p:cNvGrpSpPr/>
            <p:nvPr/>
          </p:nvGrpSpPr>
          <p:grpSpPr>
            <a:xfrm flipH="1">
              <a:off x="740800" y="4818775"/>
              <a:ext cx="306075" cy="248525"/>
              <a:chOff x="3769250" y="3246050"/>
              <a:chExt cx="306075" cy="248525"/>
            </a:xfrm>
          </p:grpSpPr>
          <p:sp>
            <p:nvSpPr>
              <p:cNvPr id="585" name="Google Shape;585;p1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9" name="Google Shape;589;p13"/>
            <p:cNvSpPr/>
            <p:nvPr/>
          </p:nvSpPr>
          <p:spPr>
            <a:xfrm>
              <a:off x="0" y="5067450"/>
              <a:ext cx="9144000" cy="76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0" name="Google Shape;590;p13"/>
            <p:cNvGrpSpPr/>
            <p:nvPr/>
          </p:nvGrpSpPr>
          <p:grpSpPr>
            <a:xfrm>
              <a:off x="8125350" y="4818775"/>
              <a:ext cx="306075" cy="248525"/>
              <a:chOff x="3769250" y="3246050"/>
              <a:chExt cx="306075" cy="248525"/>
            </a:xfrm>
          </p:grpSpPr>
          <p:sp>
            <p:nvSpPr>
              <p:cNvPr id="591" name="Google Shape;591;p1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 name="Google Shape;595;p13"/>
            <p:cNvGrpSpPr/>
            <p:nvPr/>
          </p:nvGrpSpPr>
          <p:grpSpPr>
            <a:xfrm>
              <a:off x="7717125" y="4818775"/>
              <a:ext cx="306075" cy="248525"/>
              <a:chOff x="3769250" y="3246050"/>
              <a:chExt cx="306075" cy="248525"/>
            </a:xfrm>
          </p:grpSpPr>
          <p:sp>
            <p:nvSpPr>
              <p:cNvPr id="596" name="Google Shape;596;p1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C7153777-2E00-00F1-0C68-08F238753C06}"/>
              </a:ext>
            </a:extLst>
          </p:cNvPr>
          <p:cNvSpPr>
            <a:spLocks noGrp="1"/>
          </p:cNvSpPr>
          <p:nvPr>
            <p:ph type="sldNum" sz="quarter" idx="22"/>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869"/>
        <p:cNvGrpSpPr/>
        <p:nvPr/>
      </p:nvGrpSpPr>
      <p:grpSpPr>
        <a:xfrm>
          <a:off x="0" y="0"/>
          <a:ext cx="0" cy="0"/>
          <a:chOff x="0" y="0"/>
          <a:chExt cx="0" cy="0"/>
        </a:xfrm>
      </p:grpSpPr>
      <p:sp>
        <p:nvSpPr>
          <p:cNvPr id="870" name="Google Shape;870;p18"/>
          <p:cNvSpPr txBox="1">
            <a:spLocks noGrp="1"/>
          </p:cNvSpPr>
          <p:nvPr>
            <p:ph type="title"/>
          </p:nvPr>
        </p:nvSpPr>
        <p:spPr>
          <a:xfrm>
            <a:off x="720000" y="1336206"/>
            <a:ext cx="3852000" cy="1737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71" name="Google Shape;871;p18"/>
          <p:cNvSpPr txBox="1">
            <a:spLocks noGrp="1"/>
          </p:cNvSpPr>
          <p:nvPr>
            <p:ph type="subTitle" idx="1"/>
          </p:nvPr>
        </p:nvSpPr>
        <p:spPr>
          <a:xfrm>
            <a:off x="720000" y="2892894"/>
            <a:ext cx="3852000" cy="91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2" name="Google Shape;872;p18"/>
          <p:cNvSpPr>
            <a:spLocks noGrp="1"/>
          </p:cNvSpPr>
          <p:nvPr>
            <p:ph type="pic" idx="2"/>
          </p:nvPr>
        </p:nvSpPr>
        <p:spPr>
          <a:xfrm>
            <a:off x="4731175" y="838800"/>
            <a:ext cx="3699600" cy="3465900"/>
          </a:xfrm>
          <a:prstGeom prst="rect">
            <a:avLst/>
          </a:prstGeom>
          <a:noFill/>
          <a:ln>
            <a:noFill/>
          </a:ln>
        </p:spPr>
      </p:sp>
      <p:grpSp>
        <p:nvGrpSpPr>
          <p:cNvPr id="873" name="Google Shape;873;p18"/>
          <p:cNvGrpSpPr/>
          <p:nvPr/>
        </p:nvGrpSpPr>
        <p:grpSpPr>
          <a:xfrm>
            <a:off x="0" y="4533665"/>
            <a:ext cx="9144020" cy="805787"/>
            <a:chOff x="0" y="4533665"/>
            <a:chExt cx="9144020" cy="805787"/>
          </a:xfrm>
        </p:grpSpPr>
        <p:sp>
          <p:nvSpPr>
            <p:cNvPr id="874" name="Google Shape;874;p18"/>
            <p:cNvSpPr/>
            <p:nvPr/>
          </p:nvSpPr>
          <p:spPr>
            <a:xfrm>
              <a:off x="0" y="4608575"/>
              <a:ext cx="9143953" cy="278910"/>
            </a:xfrm>
            <a:custGeom>
              <a:avLst/>
              <a:gdLst/>
              <a:ahLst/>
              <a:cxnLst/>
              <a:rect l="l" t="t" r="r" b="b"/>
              <a:pathLst>
                <a:path w="47101" h="30990" extrusionOk="0">
                  <a:moveTo>
                    <a:pt x="1" y="0"/>
                  </a:moveTo>
                  <a:lnTo>
                    <a:pt x="1" y="30989"/>
                  </a:lnTo>
                  <a:lnTo>
                    <a:pt x="47101" y="30989"/>
                  </a:lnTo>
                  <a:lnTo>
                    <a:pt x="471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8"/>
            <p:cNvSpPr/>
            <p:nvPr/>
          </p:nvSpPr>
          <p:spPr>
            <a:xfrm>
              <a:off x="0" y="4887475"/>
              <a:ext cx="9144000" cy="109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8"/>
            <p:cNvSpPr/>
            <p:nvPr/>
          </p:nvSpPr>
          <p:spPr>
            <a:xfrm>
              <a:off x="2319323" y="47713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7" name="Google Shape;877;p18"/>
            <p:cNvGrpSpPr/>
            <p:nvPr/>
          </p:nvGrpSpPr>
          <p:grpSpPr>
            <a:xfrm>
              <a:off x="1663763" y="4533665"/>
              <a:ext cx="201825" cy="474525"/>
              <a:chOff x="3495750" y="1830925"/>
              <a:chExt cx="201825" cy="474525"/>
            </a:xfrm>
          </p:grpSpPr>
          <p:sp>
            <p:nvSpPr>
              <p:cNvPr id="878" name="Google Shape;878;p1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 name="Google Shape;880;p18"/>
            <p:cNvGrpSpPr/>
            <p:nvPr/>
          </p:nvGrpSpPr>
          <p:grpSpPr>
            <a:xfrm>
              <a:off x="1904288" y="4533665"/>
              <a:ext cx="201825" cy="474525"/>
              <a:chOff x="3495750" y="1830925"/>
              <a:chExt cx="201825" cy="474525"/>
            </a:xfrm>
          </p:grpSpPr>
          <p:sp>
            <p:nvSpPr>
              <p:cNvPr id="881" name="Google Shape;881;p1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18"/>
            <p:cNvGrpSpPr/>
            <p:nvPr/>
          </p:nvGrpSpPr>
          <p:grpSpPr>
            <a:xfrm>
              <a:off x="0" y="4996550"/>
              <a:ext cx="9144020" cy="342901"/>
              <a:chOff x="0" y="55475"/>
              <a:chExt cx="9144020" cy="342901"/>
            </a:xfrm>
          </p:grpSpPr>
          <p:sp>
            <p:nvSpPr>
              <p:cNvPr id="884" name="Google Shape;884;p18"/>
              <p:cNvSpPr/>
              <p:nvPr/>
            </p:nvSpPr>
            <p:spPr>
              <a:xfrm>
                <a:off x="0" y="55475"/>
                <a:ext cx="4572000" cy="3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23447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46892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70338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9378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8"/>
              <p:cNvSpPr/>
              <p:nvPr/>
            </p:nvSpPr>
            <p:spPr>
              <a:xfrm>
                <a:off x="1172304"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8"/>
              <p:cNvSpPr/>
              <p:nvPr/>
            </p:nvSpPr>
            <p:spPr>
              <a:xfrm>
                <a:off x="140676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16412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187567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211013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8"/>
              <p:cNvSpPr/>
              <p:nvPr/>
            </p:nvSpPr>
            <p:spPr>
              <a:xfrm>
                <a:off x="234459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8"/>
              <p:cNvSpPr/>
              <p:nvPr/>
            </p:nvSpPr>
            <p:spPr>
              <a:xfrm>
                <a:off x="257905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28135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304797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3282428"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8"/>
              <p:cNvSpPr/>
              <p:nvPr/>
            </p:nvSpPr>
            <p:spPr>
              <a:xfrm>
                <a:off x="3516886"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8"/>
              <p:cNvSpPr/>
              <p:nvPr/>
            </p:nvSpPr>
            <p:spPr>
              <a:xfrm>
                <a:off x="37513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a:off x="398580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a:off x="422026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a:off x="44547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a:off x="4572000" y="55475"/>
                <a:ext cx="4572000" cy="342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a:off x="45720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8"/>
              <p:cNvSpPr/>
              <p:nvPr/>
            </p:nvSpPr>
            <p:spPr>
              <a:xfrm>
                <a:off x="480647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8"/>
              <p:cNvSpPr/>
              <p:nvPr/>
            </p:nvSpPr>
            <p:spPr>
              <a:xfrm>
                <a:off x="504092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27538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5098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8"/>
              <p:cNvSpPr/>
              <p:nvPr/>
            </p:nvSpPr>
            <p:spPr>
              <a:xfrm>
                <a:off x="5744304"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8"/>
              <p:cNvSpPr/>
              <p:nvPr/>
            </p:nvSpPr>
            <p:spPr>
              <a:xfrm>
                <a:off x="597876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8"/>
              <p:cNvSpPr/>
              <p:nvPr/>
            </p:nvSpPr>
            <p:spPr>
              <a:xfrm>
                <a:off x="62132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8"/>
              <p:cNvSpPr/>
              <p:nvPr/>
            </p:nvSpPr>
            <p:spPr>
              <a:xfrm>
                <a:off x="644767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8"/>
              <p:cNvSpPr/>
              <p:nvPr/>
            </p:nvSpPr>
            <p:spPr>
              <a:xfrm>
                <a:off x="668213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8"/>
              <p:cNvSpPr/>
              <p:nvPr/>
            </p:nvSpPr>
            <p:spPr>
              <a:xfrm>
                <a:off x="691659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8"/>
              <p:cNvSpPr/>
              <p:nvPr/>
            </p:nvSpPr>
            <p:spPr>
              <a:xfrm>
                <a:off x="715105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8"/>
              <p:cNvSpPr/>
              <p:nvPr/>
            </p:nvSpPr>
            <p:spPr>
              <a:xfrm>
                <a:off x="73855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8"/>
              <p:cNvSpPr/>
              <p:nvPr/>
            </p:nvSpPr>
            <p:spPr>
              <a:xfrm>
                <a:off x="761997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8"/>
              <p:cNvSpPr/>
              <p:nvPr/>
            </p:nvSpPr>
            <p:spPr>
              <a:xfrm>
                <a:off x="7854428"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8"/>
              <p:cNvSpPr/>
              <p:nvPr/>
            </p:nvSpPr>
            <p:spPr>
              <a:xfrm>
                <a:off x="8088886"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8"/>
              <p:cNvSpPr/>
              <p:nvPr/>
            </p:nvSpPr>
            <p:spPr>
              <a:xfrm>
                <a:off x="83233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8"/>
              <p:cNvSpPr/>
              <p:nvPr/>
            </p:nvSpPr>
            <p:spPr>
              <a:xfrm>
                <a:off x="855780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8"/>
              <p:cNvSpPr/>
              <p:nvPr/>
            </p:nvSpPr>
            <p:spPr>
              <a:xfrm>
                <a:off x="879226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8"/>
              <p:cNvSpPr/>
              <p:nvPr/>
            </p:nvSpPr>
            <p:spPr>
              <a:xfrm>
                <a:off x="90267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8"/>
            <p:cNvGrpSpPr/>
            <p:nvPr/>
          </p:nvGrpSpPr>
          <p:grpSpPr>
            <a:xfrm>
              <a:off x="7608850" y="4759675"/>
              <a:ext cx="306075" cy="248525"/>
              <a:chOff x="3769250" y="3246050"/>
              <a:chExt cx="306075" cy="248525"/>
            </a:xfrm>
          </p:grpSpPr>
          <p:sp>
            <p:nvSpPr>
              <p:cNvPr id="927" name="Google Shape;927;p1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8"/>
            <p:cNvGrpSpPr/>
            <p:nvPr/>
          </p:nvGrpSpPr>
          <p:grpSpPr>
            <a:xfrm>
              <a:off x="7187875" y="4759675"/>
              <a:ext cx="306075" cy="248525"/>
              <a:chOff x="3769250" y="3246050"/>
              <a:chExt cx="306075" cy="248525"/>
            </a:xfrm>
          </p:grpSpPr>
          <p:sp>
            <p:nvSpPr>
              <p:cNvPr id="932" name="Google Shape;932;p1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8"/>
            <p:cNvGrpSpPr/>
            <p:nvPr/>
          </p:nvGrpSpPr>
          <p:grpSpPr>
            <a:xfrm>
              <a:off x="6766900" y="4759675"/>
              <a:ext cx="306075" cy="248525"/>
              <a:chOff x="3769250" y="3246050"/>
              <a:chExt cx="306075" cy="248525"/>
            </a:xfrm>
          </p:grpSpPr>
          <p:sp>
            <p:nvSpPr>
              <p:cNvPr id="937" name="Google Shape;937;p1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1" name="Google Shape;941;p18"/>
            <p:cNvGrpSpPr/>
            <p:nvPr/>
          </p:nvGrpSpPr>
          <p:grpSpPr>
            <a:xfrm>
              <a:off x="6345925" y="4759675"/>
              <a:ext cx="306075" cy="248525"/>
              <a:chOff x="3769250" y="3246050"/>
              <a:chExt cx="306075" cy="248525"/>
            </a:xfrm>
          </p:grpSpPr>
          <p:sp>
            <p:nvSpPr>
              <p:cNvPr id="942" name="Google Shape;942;p1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6" name="Google Shape;946;p18"/>
            <p:cNvGrpSpPr/>
            <p:nvPr/>
          </p:nvGrpSpPr>
          <p:grpSpPr>
            <a:xfrm>
              <a:off x="123213" y="4533665"/>
              <a:ext cx="201825" cy="474525"/>
              <a:chOff x="3495750" y="1830925"/>
              <a:chExt cx="201825" cy="474525"/>
            </a:xfrm>
          </p:grpSpPr>
          <p:sp>
            <p:nvSpPr>
              <p:cNvPr id="947" name="Google Shape;947;p1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9" name="Google Shape;949;p18"/>
            <p:cNvGrpSpPr/>
            <p:nvPr/>
          </p:nvGrpSpPr>
          <p:grpSpPr>
            <a:xfrm>
              <a:off x="363738" y="4533665"/>
              <a:ext cx="201825" cy="474525"/>
              <a:chOff x="3495750" y="1830925"/>
              <a:chExt cx="201825" cy="474525"/>
            </a:xfrm>
          </p:grpSpPr>
          <p:sp>
            <p:nvSpPr>
              <p:cNvPr id="950" name="Google Shape;950;p1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18"/>
            <p:cNvGrpSpPr/>
            <p:nvPr/>
          </p:nvGrpSpPr>
          <p:grpSpPr>
            <a:xfrm>
              <a:off x="713213" y="4533665"/>
              <a:ext cx="201825" cy="474525"/>
              <a:chOff x="3495750" y="1830925"/>
              <a:chExt cx="201825" cy="474525"/>
            </a:xfrm>
          </p:grpSpPr>
          <p:sp>
            <p:nvSpPr>
              <p:cNvPr id="953" name="Google Shape;953;p1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5" name="Google Shape;955;p18"/>
            <p:cNvSpPr/>
            <p:nvPr/>
          </p:nvSpPr>
          <p:spPr>
            <a:xfrm>
              <a:off x="8133838" y="48514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8"/>
            <p:cNvSpPr/>
            <p:nvPr/>
          </p:nvSpPr>
          <p:spPr>
            <a:xfrm>
              <a:off x="5843200" y="4794875"/>
              <a:ext cx="322775" cy="92600"/>
            </a:xfrm>
            <a:custGeom>
              <a:avLst/>
              <a:gdLst/>
              <a:ahLst/>
              <a:cxnLst/>
              <a:rect l="l" t="t" r="r" b="b"/>
              <a:pathLst>
                <a:path w="12911" h="3704" extrusionOk="0">
                  <a:moveTo>
                    <a:pt x="3670" y="0"/>
                  </a:moveTo>
                  <a:cubicBezTo>
                    <a:pt x="1635" y="0"/>
                    <a:pt x="1" y="1668"/>
                    <a:pt x="1" y="3703"/>
                  </a:cubicBezTo>
                  <a:lnTo>
                    <a:pt x="12910" y="3703"/>
                  </a:lnTo>
                  <a:cubicBezTo>
                    <a:pt x="12910" y="2669"/>
                    <a:pt x="12076" y="1835"/>
                    <a:pt x="11042" y="1835"/>
                  </a:cubicBezTo>
                  <a:cubicBezTo>
                    <a:pt x="10442" y="1835"/>
                    <a:pt x="9875" y="2135"/>
                    <a:pt x="9541" y="2602"/>
                  </a:cubicBezTo>
                  <a:cubicBezTo>
                    <a:pt x="9207" y="2169"/>
                    <a:pt x="8707" y="1868"/>
                    <a:pt x="8107" y="1868"/>
                  </a:cubicBezTo>
                  <a:cubicBezTo>
                    <a:pt x="7706" y="1868"/>
                    <a:pt x="7339" y="2002"/>
                    <a:pt x="7073" y="2235"/>
                  </a:cubicBezTo>
                  <a:cubicBezTo>
                    <a:pt x="6506" y="901"/>
                    <a:pt x="5205" y="0"/>
                    <a:pt x="3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lide Number Placeholder 1">
            <a:extLst>
              <a:ext uri="{FF2B5EF4-FFF2-40B4-BE49-F238E27FC236}">
                <a16:creationId xmlns:a16="http://schemas.microsoft.com/office/drawing/2014/main" id="{F188A431-0738-41D4-A284-9A848F4E9FAA}"/>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25"/>
        <p:cNvGrpSpPr/>
        <p:nvPr/>
      </p:nvGrpSpPr>
      <p:grpSpPr>
        <a:xfrm>
          <a:off x="0" y="0"/>
          <a:ext cx="0" cy="0"/>
          <a:chOff x="0" y="0"/>
          <a:chExt cx="0" cy="0"/>
        </a:xfrm>
      </p:grpSpPr>
      <p:sp>
        <p:nvSpPr>
          <p:cNvPr id="1126" name="Google Shape;1126;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27" name="Google Shape;1127;p21"/>
          <p:cNvSpPr txBox="1">
            <a:spLocks noGrp="1"/>
          </p:cNvSpPr>
          <p:nvPr>
            <p:ph type="subTitle" idx="1"/>
          </p:nvPr>
        </p:nvSpPr>
        <p:spPr>
          <a:xfrm>
            <a:off x="937625" y="2545320"/>
            <a:ext cx="2175300" cy="869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28" name="Google Shape;1128;p21"/>
          <p:cNvSpPr txBox="1">
            <a:spLocks noGrp="1"/>
          </p:cNvSpPr>
          <p:nvPr>
            <p:ph type="subTitle" idx="2"/>
          </p:nvPr>
        </p:nvSpPr>
        <p:spPr>
          <a:xfrm>
            <a:off x="3484350" y="2545320"/>
            <a:ext cx="2175300" cy="869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29" name="Google Shape;1129;p21"/>
          <p:cNvSpPr txBox="1">
            <a:spLocks noGrp="1"/>
          </p:cNvSpPr>
          <p:nvPr>
            <p:ph type="subTitle" idx="3"/>
          </p:nvPr>
        </p:nvSpPr>
        <p:spPr>
          <a:xfrm>
            <a:off x="6031074" y="2545320"/>
            <a:ext cx="2175300" cy="869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30" name="Google Shape;1130;p21"/>
          <p:cNvSpPr txBox="1">
            <a:spLocks noGrp="1"/>
          </p:cNvSpPr>
          <p:nvPr>
            <p:ph type="subTitle" idx="4"/>
          </p:nvPr>
        </p:nvSpPr>
        <p:spPr>
          <a:xfrm>
            <a:off x="937625" y="2206000"/>
            <a:ext cx="21753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600"/>
              <a:buFont typeface="DM Sans"/>
              <a:buNone/>
              <a:defRPr sz="2600"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2600"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2600"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2600"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2600"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2600"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2600"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2600" b="1">
                <a:latin typeface="DM Sans"/>
                <a:ea typeface="DM Sans"/>
                <a:cs typeface="DM Sans"/>
                <a:sym typeface="DM Sans"/>
              </a:defRPr>
            </a:lvl9pPr>
          </a:lstStyle>
          <a:p>
            <a:endParaRPr/>
          </a:p>
        </p:txBody>
      </p:sp>
      <p:sp>
        <p:nvSpPr>
          <p:cNvPr id="1131" name="Google Shape;1131;p21"/>
          <p:cNvSpPr txBox="1">
            <a:spLocks noGrp="1"/>
          </p:cNvSpPr>
          <p:nvPr>
            <p:ph type="subTitle" idx="5"/>
          </p:nvPr>
        </p:nvSpPr>
        <p:spPr>
          <a:xfrm>
            <a:off x="3484347" y="2206000"/>
            <a:ext cx="21753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600"/>
              <a:buFont typeface="DM Sans"/>
              <a:buNone/>
              <a:defRPr sz="2600"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2600"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2600"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2600"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2600"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2600"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2600"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2600" b="1">
                <a:latin typeface="DM Sans"/>
                <a:ea typeface="DM Sans"/>
                <a:cs typeface="DM Sans"/>
                <a:sym typeface="DM Sans"/>
              </a:defRPr>
            </a:lvl9pPr>
          </a:lstStyle>
          <a:p>
            <a:endParaRPr/>
          </a:p>
        </p:txBody>
      </p:sp>
      <p:sp>
        <p:nvSpPr>
          <p:cNvPr id="1132" name="Google Shape;1132;p21"/>
          <p:cNvSpPr txBox="1">
            <a:spLocks noGrp="1"/>
          </p:cNvSpPr>
          <p:nvPr>
            <p:ph type="subTitle" idx="6"/>
          </p:nvPr>
        </p:nvSpPr>
        <p:spPr>
          <a:xfrm>
            <a:off x="6031075" y="2206000"/>
            <a:ext cx="21753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000" b="1">
                <a:latin typeface="Ubuntu"/>
                <a:ea typeface="Ubuntu"/>
                <a:cs typeface="Ubuntu"/>
                <a:sym typeface="Ubuntu"/>
              </a:defRPr>
            </a:lvl1pPr>
            <a:lvl2pPr lvl="1" algn="ctr" rtl="0">
              <a:lnSpc>
                <a:spcPct val="115000"/>
              </a:lnSpc>
              <a:spcBef>
                <a:spcPts val="0"/>
              </a:spcBef>
              <a:spcAft>
                <a:spcPts val="0"/>
              </a:spcAft>
              <a:buSzPts val="2600"/>
              <a:buFont typeface="DM Sans"/>
              <a:buNone/>
              <a:defRPr sz="2600"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2600"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2600"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2600"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2600"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2600"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2600"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2600" b="1">
                <a:latin typeface="DM Sans"/>
                <a:ea typeface="DM Sans"/>
                <a:cs typeface="DM Sans"/>
                <a:sym typeface="DM Sans"/>
              </a:defRPr>
            </a:lvl9pPr>
          </a:lstStyle>
          <a:p>
            <a:endParaRPr/>
          </a:p>
        </p:txBody>
      </p:sp>
      <p:grpSp>
        <p:nvGrpSpPr>
          <p:cNvPr id="1133" name="Google Shape;1133;p21"/>
          <p:cNvGrpSpPr/>
          <p:nvPr/>
        </p:nvGrpSpPr>
        <p:grpSpPr>
          <a:xfrm>
            <a:off x="0" y="4388875"/>
            <a:ext cx="9144042" cy="754775"/>
            <a:chOff x="0" y="4388875"/>
            <a:chExt cx="9144042" cy="754775"/>
          </a:xfrm>
        </p:grpSpPr>
        <p:sp>
          <p:nvSpPr>
            <p:cNvPr id="1134" name="Google Shape;1134;p21"/>
            <p:cNvSpPr/>
            <p:nvPr/>
          </p:nvSpPr>
          <p:spPr>
            <a:xfrm>
              <a:off x="8414013" y="4388875"/>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1"/>
            <p:cNvSpPr/>
            <p:nvPr/>
          </p:nvSpPr>
          <p:spPr>
            <a:xfrm>
              <a:off x="126650" y="446895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1"/>
            <p:cNvSpPr/>
            <p:nvPr/>
          </p:nvSpPr>
          <p:spPr>
            <a:xfrm flipH="1">
              <a:off x="8023188" y="446895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7" name="Google Shape;1137;p21"/>
            <p:cNvGrpSpPr/>
            <p:nvPr/>
          </p:nvGrpSpPr>
          <p:grpSpPr>
            <a:xfrm>
              <a:off x="0" y="4614072"/>
              <a:ext cx="9144042" cy="342906"/>
              <a:chOff x="-12" y="127800"/>
              <a:chExt cx="9144042" cy="535205"/>
            </a:xfrm>
          </p:grpSpPr>
          <p:sp>
            <p:nvSpPr>
              <p:cNvPr id="1138" name="Google Shape;1138;p21"/>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1"/>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1"/>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1"/>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1"/>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1"/>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1"/>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1"/>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1"/>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1"/>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1"/>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1"/>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1"/>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1"/>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1"/>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1"/>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1"/>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1"/>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1"/>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1"/>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1"/>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1"/>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1"/>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1"/>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1"/>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1"/>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1"/>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1"/>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1"/>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1"/>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1"/>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1"/>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1"/>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1"/>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1"/>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1"/>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1"/>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1"/>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1"/>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1"/>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8" name="Google Shape;1178;p21"/>
            <p:cNvSpPr/>
            <p:nvPr/>
          </p:nvSpPr>
          <p:spPr>
            <a:xfrm>
              <a:off x="0" y="4818752"/>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1"/>
            <p:cNvGrpSpPr/>
            <p:nvPr/>
          </p:nvGrpSpPr>
          <p:grpSpPr>
            <a:xfrm flipH="1">
              <a:off x="1199300" y="4704325"/>
              <a:ext cx="306075" cy="248525"/>
              <a:chOff x="3769250" y="3246050"/>
              <a:chExt cx="306075" cy="248525"/>
            </a:xfrm>
          </p:grpSpPr>
          <p:sp>
            <p:nvSpPr>
              <p:cNvPr id="1180" name="Google Shape;1180;p21"/>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1"/>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1"/>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1"/>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 name="Google Shape;1184;p21"/>
            <p:cNvGrpSpPr/>
            <p:nvPr/>
          </p:nvGrpSpPr>
          <p:grpSpPr>
            <a:xfrm flipH="1">
              <a:off x="282300" y="4704325"/>
              <a:ext cx="306075" cy="248525"/>
              <a:chOff x="3769250" y="3246050"/>
              <a:chExt cx="306075" cy="248525"/>
            </a:xfrm>
          </p:grpSpPr>
          <p:sp>
            <p:nvSpPr>
              <p:cNvPr id="1185" name="Google Shape;1185;p21"/>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1"/>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1"/>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1"/>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9" name="Google Shape;1189;p21"/>
            <p:cNvSpPr/>
            <p:nvPr/>
          </p:nvSpPr>
          <p:spPr>
            <a:xfrm>
              <a:off x="0" y="4952850"/>
              <a:ext cx="9144000" cy="11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0" name="Google Shape;1190;p21"/>
            <p:cNvGrpSpPr/>
            <p:nvPr/>
          </p:nvGrpSpPr>
          <p:grpSpPr>
            <a:xfrm>
              <a:off x="8573725" y="4704325"/>
              <a:ext cx="306075" cy="248525"/>
              <a:chOff x="3769250" y="3246050"/>
              <a:chExt cx="306075" cy="248525"/>
            </a:xfrm>
          </p:grpSpPr>
          <p:sp>
            <p:nvSpPr>
              <p:cNvPr id="1191" name="Google Shape;1191;p21"/>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1"/>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1"/>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1"/>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21"/>
            <p:cNvGrpSpPr/>
            <p:nvPr/>
          </p:nvGrpSpPr>
          <p:grpSpPr>
            <a:xfrm flipH="1">
              <a:off x="740800" y="4818775"/>
              <a:ext cx="306075" cy="248525"/>
              <a:chOff x="3769250" y="3246050"/>
              <a:chExt cx="306075" cy="248525"/>
            </a:xfrm>
          </p:grpSpPr>
          <p:sp>
            <p:nvSpPr>
              <p:cNvPr id="1196" name="Google Shape;1196;p21"/>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1"/>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1"/>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1"/>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0" name="Google Shape;1200;p21"/>
            <p:cNvSpPr/>
            <p:nvPr/>
          </p:nvSpPr>
          <p:spPr>
            <a:xfrm>
              <a:off x="0" y="5067450"/>
              <a:ext cx="9144000" cy="76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1" name="Google Shape;1201;p21"/>
            <p:cNvGrpSpPr/>
            <p:nvPr/>
          </p:nvGrpSpPr>
          <p:grpSpPr>
            <a:xfrm>
              <a:off x="8125350" y="4818775"/>
              <a:ext cx="306075" cy="248525"/>
              <a:chOff x="3769250" y="3246050"/>
              <a:chExt cx="306075" cy="248525"/>
            </a:xfrm>
          </p:grpSpPr>
          <p:sp>
            <p:nvSpPr>
              <p:cNvPr id="1202" name="Google Shape;1202;p21"/>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1"/>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1"/>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1"/>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6" name="Google Shape;1206;p21"/>
            <p:cNvGrpSpPr/>
            <p:nvPr/>
          </p:nvGrpSpPr>
          <p:grpSpPr>
            <a:xfrm>
              <a:off x="7717125" y="4818775"/>
              <a:ext cx="306075" cy="248525"/>
              <a:chOff x="3769250" y="3246050"/>
              <a:chExt cx="306075" cy="248525"/>
            </a:xfrm>
          </p:grpSpPr>
          <p:sp>
            <p:nvSpPr>
              <p:cNvPr id="1207" name="Google Shape;1207;p21"/>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1"/>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1"/>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1"/>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481F1418-B594-CE11-7465-5C920876E1E6}"/>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211"/>
        <p:cNvGrpSpPr/>
        <p:nvPr/>
      </p:nvGrpSpPr>
      <p:grpSpPr>
        <a:xfrm>
          <a:off x="0" y="0"/>
          <a:ext cx="0" cy="0"/>
          <a:chOff x="0" y="0"/>
          <a:chExt cx="0" cy="0"/>
        </a:xfrm>
      </p:grpSpPr>
      <p:sp>
        <p:nvSpPr>
          <p:cNvPr id="1212" name="Google Shape;1212;p2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13" name="Google Shape;1213;p22"/>
          <p:cNvSpPr txBox="1">
            <a:spLocks noGrp="1"/>
          </p:cNvSpPr>
          <p:nvPr>
            <p:ph type="subTitle" idx="1"/>
          </p:nvPr>
        </p:nvSpPr>
        <p:spPr>
          <a:xfrm>
            <a:off x="1535900" y="1582940"/>
            <a:ext cx="60723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214" name="Google Shape;1214;p22"/>
          <p:cNvSpPr txBox="1">
            <a:spLocks noGrp="1"/>
          </p:cNvSpPr>
          <p:nvPr>
            <p:ph type="subTitle" idx="2"/>
          </p:nvPr>
        </p:nvSpPr>
        <p:spPr>
          <a:xfrm>
            <a:off x="1535900" y="2627075"/>
            <a:ext cx="60723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215" name="Google Shape;1215;p22"/>
          <p:cNvSpPr txBox="1">
            <a:spLocks noGrp="1"/>
          </p:cNvSpPr>
          <p:nvPr>
            <p:ph type="subTitle" idx="3"/>
          </p:nvPr>
        </p:nvSpPr>
        <p:spPr>
          <a:xfrm>
            <a:off x="1535900" y="3671210"/>
            <a:ext cx="6072300" cy="64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216" name="Google Shape;1216;p22"/>
          <p:cNvSpPr txBox="1">
            <a:spLocks noGrp="1"/>
          </p:cNvSpPr>
          <p:nvPr>
            <p:ph type="subTitle" idx="4"/>
          </p:nvPr>
        </p:nvSpPr>
        <p:spPr>
          <a:xfrm>
            <a:off x="1535900" y="1250785"/>
            <a:ext cx="60723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rtl="0">
              <a:lnSpc>
                <a:spcPct val="115000"/>
              </a:lnSpc>
              <a:spcBef>
                <a:spcPts val="0"/>
              </a:spcBef>
              <a:spcAft>
                <a:spcPts val="0"/>
              </a:spcAft>
              <a:buSzPts val="2400"/>
              <a:buFont typeface="DM Sans"/>
              <a:buNone/>
              <a:defRPr sz="2400" b="1">
                <a:latin typeface="DM Sans"/>
                <a:ea typeface="DM Sans"/>
                <a:cs typeface="DM Sans"/>
                <a:sym typeface="DM Sans"/>
              </a:defRPr>
            </a:lvl2pPr>
            <a:lvl3pPr lvl="2" rtl="0">
              <a:lnSpc>
                <a:spcPct val="115000"/>
              </a:lnSpc>
              <a:spcBef>
                <a:spcPts val="0"/>
              </a:spcBef>
              <a:spcAft>
                <a:spcPts val="0"/>
              </a:spcAft>
              <a:buSzPts val="2400"/>
              <a:buFont typeface="DM Sans"/>
              <a:buNone/>
              <a:defRPr sz="2400" b="1">
                <a:latin typeface="DM Sans"/>
                <a:ea typeface="DM Sans"/>
                <a:cs typeface="DM Sans"/>
                <a:sym typeface="DM Sans"/>
              </a:defRPr>
            </a:lvl3pPr>
            <a:lvl4pPr lvl="3" rtl="0">
              <a:lnSpc>
                <a:spcPct val="115000"/>
              </a:lnSpc>
              <a:spcBef>
                <a:spcPts val="0"/>
              </a:spcBef>
              <a:spcAft>
                <a:spcPts val="0"/>
              </a:spcAft>
              <a:buSzPts val="2400"/>
              <a:buFont typeface="DM Sans"/>
              <a:buNone/>
              <a:defRPr sz="2400" b="1">
                <a:latin typeface="DM Sans"/>
                <a:ea typeface="DM Sans"/>
                <a:cs typeface="DM Sans"/>
                <a:sym typeface="DM Sans"/>
              </a:defRPr>
            </a:lvl4pPr>
            <a:lvl5pPr lvl="4" rtl="0">
              <a:lnSpc>
                <a:spcPct val="115000"/>
              </a:lnSpc>
              <a:spcBef>
                <a:spcPts val="0"/>
              </a:spcBef>
              <a:spcAft>
                <a:spcPts val="0"/>
              </a:spcAft>
              <a:buSzPts val="2400"/>
              <a:buFont typeface="DM Sans"/>
              <a:buNone/>
              <a:defRPr sz="2400" b="1">
                <a:latin typeface="DM Sans"/>
                <a:ea typeface="DM Sans"/>
                <a:cs typeface="DM Sans"/>
                <a:sym typeface="DM Sans"/>
              </a:defRPr>
            </a:lvl5pPr>
            <a:lvl6pPr lvl="5" rtl="0">
              <a:lnSpc>
                <a:spcPct val="115000"/>
              </a:lnSpc>
              <a:spcBef>
                <a:spcPts val="0"/>
              </a:spcBef>
              <a:spcAft>
                <a:spcPts val="0"/>
              </a:spcAft>
              <a:buSzPts val="2400"/>
              <a:buFont typeface="DM Sans"/>
              <a:buNone/>
              <a:defRPr sz="2400" b="1">
                <a:latin typeface="DM Sans"/>
                <a:ea typeface="DM Sans"/>
                <a:cs typeface="DM Sans"/>
                <a:sym typeface="DM Sans"/>
              </a:defRPr>
            </a:lvl6pPr>
            <a:lvl7pPr lvl="6" rtl="0">
              <a:lnSpc>
                <a:spcPct val="115000"/>
              </a:lnSpc>
              <a:spcBef>
                <a:spcPts val="0"/>
              </a:spcBef>
              <a:spcAft>
                <a:spcPts val="0"/>
              </a:spcAft>
              <a:buSzPts val="2400"/>
              <a:buFont typeface="DM Sans"/>
              <a:buNone/>
              <a:defRPr sz="2400" b="1">
                <a:latin typeface="DM Sans"/>
                <a:ea typeface="DM Sans"/>
                <a:cs typeface="DM Sans"/>
                <a:sym typeface="DM Sans"/>
              </a:defRPr>
            </a:lvl7pPr>
            <a:lvl8pPr lvl="7" rtl="0">
              <a:lnSpc>
                <a:spcPct val="115000"/>
              </a:lnSpc>
              <a:spcBef>
                <a:spcPts val="0"/>
              </a:spcBef>
              <a:spcAft>
                <a:spcPts val="0"/>
              </a:spcAft>
              <a:buSzPts val="2400"/>
              <a:buFont typeface="DM Sans"/>
              <a:buNone/>
              <a:defRPr sz="2400" b="1">
                <a:latin typeface="DM Sans"/>
                <a:ea typeface="DM Sans"/>
                <a:cs typeface="DM Sans"/>
                <a:sym typeface="DM Sans"/>
              </a:defRPr>
            </a:lvl8pPr>
            <a:lvl9pPr lvl="8"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217" name="Google Shape;1217;p22"/>
          <p:cNvSpPr txBox="1">
            <a:spLocks noGrp="1"/>
          </p:cNvSpPr>
          <p:nvPr>
            <p:ph type="subTitle" idx="5"/>
          </p:nvPr>
        </p:nvSpPr>
        <p:spPr>
          <a:xfrm>
            <a:off x="1535900" y="2289255"/>
            <a:ext cx="60723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rtl="0">
              <a:lnSpc>
                <a:spcPct val="115000"/>
              </a:lnSpc>
              <a:spcBef>
                <a:spcPts val="0"/>
              </a:spcBef>
              <a:spcAft>
                <a:spcPts val="0"/>
              </a:spcAft>
              <a:buSzPts val="2400"/>
              <a:buFont typeface="DM Sans"/>
              <a:buNone/>
              <a:defRPr sz="2400" b="1">
                <a:latin typeface="DM Sans"/>
                <a:ea typeface="DM Sans"/>
                <a:cs typeface="DM Sans"/>
                <a:sym typeface="DM Sans"/>
              </a:defRPr>
            </a:lvl2pPr>
            <a:lvl3pPr lvl="2" rtl="0">
              <a:lnSpc>
                <a:spcPct val="115000"/>
              </a:lnSpc>
              <a:spcBef>
                <a:spcPts val="0"/>
              </a:spcBef>
              <a:spcAft>
                <a:spcPts val="0"/>
              </a:spcAft>
              <a:buSzPts val="2400"/>
              <a:buFont typeface="DM Sans"/>
              <a:buNone/>
              <a:defRPr sz="2400" b="1">
                <a:latin typeface="DM Sans"/>
                <a:ea typeface="DM Sans"/>
                <a:cs typeface="DM Sans"/>
                <a:sym typeface="DM Sans"/>
              </a:defRPr>
            </a:lvl3pPr>
            <a:lvl4pPr lvl="3" rtl="0">
              <a:lnSpc>
                <a:spcPct val="115000"/>
              </a:lnSpc>
              <a:spcBef>
                <a:spcPts val="0"/>
              </a:spcBef>
              <a:spcAft>
                <a:spcPts val="0"/>
              </a:spcAft>
              <a:buSzPts val="2400"/>
              <a:buFont typeface="DM Sans"/>
              <a:buNone/>
              <a:defRPr sz="2400" b="1">
                <a:latin typeface="DM Sans"/>
                <a:ea typeface="DM Sans"/>
                <a:cs typeface="DM Sans"/>
                <a:sym typeface="DM Sans"/>
              </a:defRPr>
            </a:lvl4pPr>
            <a:lvl5pPr lvl="4" rtl="0">
              <a:lnSpc>
                <a:spcPct val="115000"/>
              </a:lnSpc>
              <a:spcBef>
                <a:spcPts val="0"/>
              </a:spcBef>
              <a:spcAft>
                <a:spcPts val="0"/>
              </a:spcAft>
              <a:buSzPts val="2400"/>
              <a:buFont typeface="DM Sans"/>
              <a:buNone/>
              <a:defRPr sz="2400" b="1">
                <a:latin typeface="DM Sans"/>
                <a:ea typeface="DM Sans"/>
                <a:cs typeface="DM Sans"/>
                <a:sym typeface="DM Sans"/>
              </a:defRPr>
            </a:lvl5pPr>
            <a:lvl6pPr lvl="5" rtl="0">
              <a:lnSpc>
                <a:spcPct val="115000"/>
              </a:lnSpc>
              <a:spcBef>
                <a:spcPts val="0"/>
              </a:spcBef>
              <a:spcAft>
                <a:spcPts val="0"/>
              </a:spcAft>
              <a:buSzPts val="2400"/>
              <a:buFont typeface="DM Sans"/>
              <a:buNone/>
              <a:defRPr sz="2400" b="1">
                <a:latin typeface="DM Sans"/>
                <a:ea typeface="DM Sans"/>
                <a:cs typeface="DM Sans"/>
                <a:sym typeface="DM Sans"/>
              </a:defRPr>
            </a:lvl6pPr>
            <a:lvl7pPr lvl="6" rtl="0">
              <a:lnSpc>
                <a:spcPct val="115000"/>
              </a:lnSpc>
              <a:spcBef>
                <a:spcPts val="0"/>
              </a:spcBef>
              <a:spcAft>
                <a:spcPts val="0"/>
              </a:spcAft>
              <a:buSzPts val="2400"/>
              <a:buFont typeface="DM Sans"/>
              <a:buNone/>
              <a:defRPr sz="2400" b="1">
                <a:latin typeface="DM Sans"/>
                <a:ea typeface="DM Sans"/>
                <a:cs typeface="DM Sans"/>
                <a:sym typeface="DM Sans"/>
              </a:defRPr>
            </a:lvl7pPr>
            <a:lvl8pPr lvl="7" rtl="0">
              <a:lnSpc>
                <a:spcPct val="115000"/>
              </a:lnSpc>
              <a:spcBef>
                <a:spcPts val="0"/>
              </a:spcBef>
              <a:spcAft>
                <a:spcPts val="0"/>
              </a:spcAft>
              <a:buSzPts val="2400"/>
              <a:buFont typeface="DM Sans"/>
              <a:buNone/>
              <a:defRPr sz="2400" b="1">
                <a:latin typeface="DM Sans"/>
                <a:ea typeface="DM Sans"/>
                <a:cs typeface="DM Sans"/>
                <a:sym typeface="DM Sans"/>
              </a:defRPr>
            </a:lvl8pPr>
            <a:lvl9pPr lvl="8"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218" name="Google Shape;1218;p22"/>
          <p:cNvSpPr txBox="1">
            <a:spLocks noGrp="1"/>
          </p:cNvSpPr>
          <p:nvPr>
            <p:ph type="subTitle" idx="6"/>
          </p:nvPr>
        </p:nvSpPr>
        <p:spPr>
          <a:xfrm>
            <a:off x="1535900" y="3327725"/>
            <a:ext cx="60723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Ubuntu"/>
                <a:ea typeface="Ubuntu"/>
                <a:cs typeface="Ubuntu"/>
                <a:sym typeface="Ubuntu"/>
              </a:defRPr>
            </a:lvl1pPr>
            <a:lvl2pPr lvl="1" rtl="0">
              <a:lnSpc>
                <a:spcPct val="115000"/>
              </a:lnSpc>
              <a:spcBef>
                <a:spcPts val="0"/>
              </a:spcBef>
              <a:spcAft>
                <a:spcPts val="0"/>
              </a:spcAft>
              <a:buSzPts val="2400"/>
              <a:buFont typeface="DM Sans"/>
              <a:buNone/>
              <a:defRPr sz="2400" b="1">
                <a:latin typeface="DM Sans"/>
                <a:ea typeface="DM Sans"/>
                <a:cs typeface="DM Sans"/>
                <a:sym typeface="DM Sans"/>
              </a:defRPr>
            </a:lvl2pPr>
            <a:lvl3pPr lvl="2" rtl="0">
              <a:lnSpc>
                <a:spcPct val="115000"/>
              </a:lnSpc>
              <a:spcBef>
                <a:spcPts val="0"/>
              </a:spcBef>
              <a:spcAft>
                <a:spcPts val="0"/>
              </a:spcAft>
              <a:buSzPts val="2400"/>
              <a:buFont typeface="DM Sans"/>
              <a:buNone/>
              <a:defRPr sz="2400" b="1">
                <a:latin typeface="DM Sans"/>
                <a:ea typeface="DM Sans"/>
                <a:cs typeface="DM Sans"/>
                <a:sym typeface="DM Sans"/>
              </a:defRPr>
            </a:lvl3pPr>
            <a:lvl4pPr lvl="3" rtl="0">
              <a:lnSpc>
                <a:spcPct val="115000"/>
              </a:lnSpc>
              <a:spcBef>
                <a:spcPts val="0"/>
              </a:spcBef>
              <a:spcAft>
                <a:spcPts val="0"/>
              </a:spcAft>
              <a:buSzPts val="2400"/>
              <a:buFont typeface="DM Sans"/>
              <a:buNone/>
              <a:defRPr sz="2400" b="1">
                <a:latin typeface="DM Sans"/>
                <a:ea typeface="DM Sans"/>
                <a:cs typeface="DM Sans"/>
                <a:sym typeface="DM Sans"/>
              </a:defRPr>
            </a:lvl4pPr>
            <a:lvl5pPr lvl="4" rtl="0">
              <a:lnSpc>
                <a:spcPct val="115000"/>
              </a:lnSpc>
              <a:spcBef>
                <a:spcPts val="0"/>
              </a:spcBef>
              <a:spcAft>
                <a:spcPts val="0"/>
              </a:spcAft>
              <a:buSzPts val="2400"/>
              <a:buFont typeface="DM Sans"/>
              <a:buNone/>
              <a:defRPr sz="2400" b="1">
                <a:latin typeface="DM Sans"/>
                <a:ea typeface="DM Sans"/>
                <a:cs typeface="DM Sans"/>
                <a:sym typeface="DM Sans"/>
              </a:defRPr>
            </a:lvl5pPr>
            <a:lvl6pPr lvl="5" rtl="0">
              <a:lnSpc>
                <a:spcPct val="115000"/>
              </a:lnSpc>
              <a:spcBef>
                <a:spcPts val="0"/>
              </a:spcBef>
              <a:spcAft>
                <a:spcPts val="0"/>
              </a:spcAft>
              <a:buSzPts val="2400"/>
              <a:buFont typeface="DM Sans"/>
              <a:buNone/>
              <a:defRPr sz="2400" b="1">
                <a:latin typeface="DM Sans"/>
                <a:ea typeface="DM Sans"/>
                <a:cs typeface="DM Sans"/>
                <a:sym typeface="DM Sans"/>
              </a:defRPr>
            </a:lvl6pPr>
            <a:lvl7pPr lvl="6" rtl="0">
              <a:lnSpc>
                <a:spcPct val="115000"/>
              </a:lnSpc>
              <a:spcBef>
                <a:spcPts val="0"/>
              </a:spcBef>
              <a:spcAft>
                <a:spcPts val="0"/>
              </a:spcAft>
              <a:buSzPts val="2400"/>
              <a:buFont typeface="DM Sans"/>
              <a:buNone/>
              <a:defRPr sz="2400" b="1">
                <a:latin typeface="DM Sans"/>
                <a:ea typeface="DM Sans"/>
                <a:cs typeface="DM Sans"/>
                <a:sym typeface="DM Sans"/>
              </a:defRPr>
            </a:lvl7pPr>
            <a:lvl8pPr lvl="7" rtl="0">
              <a:lnSpc>
                <a:spcPct val="115000"/>
              </a:lnSpc>
              <a:spcBef>
                <a:spcPts val="0"/>
              </a:spcBef>
              <a:spcAft>
                <a:spcPts val="0"/>
              </a:spcAft>
              <a:buSzPts val="2400"/>
              <a:buFont typeface="DM Sans"/>
              <a:buNone/>
              <a:defRPr sz="2400" b="1">
                <a:latin typeface="DM Sans"/>
                <a:ea typeface="DM Sans"/>
                <a:cs typeface="DM Sans"/>
                <a:sym typeface="DM Sans"/>
              </a:defRPr>
            </a:lvl8pPr>
            <a:lvl9pPr lvl="8"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219" name="Google Shape;1219;p22"/>
          <p:cNvGrpSpPr/>
          <p:nvPr/>
        </p:nvGrpSpPr>
        <p:grpSpPr>
          <a:xfrm>
            <a:off x="-609594" y="3099974"/>
            <a:ext cx="10363188" cy="2547372"/>
            <a:chOff x="-609594" y="3099974"/>
            <a:chExt cx="10363188" cy="2547372"/>
          </a:xfrm>
        </p:grpSpPr>
        <p:sp>
          <p:nvSpPr>
            <p:cNvPr id="1220" name="Google Shape;1220;p22"/>
            <p:cNvSpPr/>
            <p:nvPr/>
          </p:nvSpPr>
          <p:spPr>
            <a:xfrm>
              <a:off x="0" y="4608575"/>
              <a:ext cx="9265120" cy="278910"/>
            </a:xfrm>
            <a:custGeom>
              <a:avLst/>
              <a:gdLst/>
              <a:ahLst/>
              <a:cxnLst/>
              <a:rect l="l" t="t" r="r" b="b"/>
              <a:pathLst>
                <a:path w="47101" h="30990" extrusionOk="0">
                  <a:moveTo>
                    <a:pt x="1" y="0"/>
                  </a:moveTo>
                  <a:lnTo>
                    <a:pt x="1" y="30989"/>
                  </a:lnTo>
                  <a:lnTo>
                    <a:pt x="47101" y="30989"/>
                  </a:lnTo>
                  <a:lnTo>
                    <a:pt x="471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2"/>
            <p:cNvSpPr/>
            <p:nvPr/>
          </p:nvSpPr>
          <p:spPr>
            <a:xfrm>
              <a:off x="0" y="4887475"/>
              <a:ext cx="9144000" cy="109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2"/>
            <p:cNvSpPr/>
            <p:nvPr/>
          </p:nvSpPr>
          <p:spPr>
            <a:xfrm>
              <a:off x="2319323" y="47713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3" name="Google Shape;1223;p22"/>
            <p:cNvGrpSpPr/>
            <p:nvPr/>
          </p:nvGrpSpPr>
          <p:grpSpPr>
            <a:xfrm>
              <a:off x="1663763" y="4533665"/>
              <a:ext cx="201825" cy="474525"/>
              <a:chOff x="3495750" y="1830925"/>
              <a:chExt cx="201825" cy="474525"/>
            </a:xfrm>
          </p:grpSpPr>
          <p:sp>
            <p:nvSpPr>
              <p:cNvPr id="1224" name="Google Shape;1224;p22"/>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2"/>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6" name="Google Shape;1226;p22"/>
            <p:cNvGrpSpPr/>
            <p:nvPr/>
          </p:nvGrpSpPr>
          <p:grpSpPr>
            <a:xfrm>
              <a:off x="1904288" y="4533665"/>
              <a:ext cx="201825" cy="474525"/>
              <a:chOff x="3495750" y="1830925"/>
              <a:chExt cx="201825" cy="474525"/>
            </a:xfrm>
          </p:grpSpPr>
          <p:sp>
            <p:nvSpPr>
              <p:cNvPr id="1227" name="Google Shape;1227;p22"/>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2"/>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22"/>
            <p:cNvSpPr/>
            <p:nvPr/>
          </p:nvSpPr>
          <p:spPr>
            <a:xfrm flipH="1">
              <a:off x="7020744" y="30999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0" name="Google Shape;1230;p22"/>
            <p:cNvGrpSpPr/>
            <p:nvPr/>
          </p:nvGrpSpPr>
          <p:grpSpPr>
            <a:xfrm>
              <a:off x="0" y="4996550"/>
              <a:ext cx="9144020" cy="342901"/>
              <a:chOff x="0" y="55475"/>
              <a:chExt cx="9144020" cy="342901"/>
            </a:xfrm>
          </p:grpSpPr>
          <p:sp>
            <p:nvSpPr>
              <p:cNvPr id="1231" name="Google Shape;1231;p22"/>
              <p:cNvSpPr/>
              <p:nvPr/>
            </p:nvSpPr>
            <p:spPr>
              <a:xfrm>
                <a:off x="0" y="55475"/>
                <a:ext cx="4572000" cy="3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2"/>
              <p:cNvSpPr/>
              <p:nvPr/>
            </p:nvSpPr>
            <p:spPr>
              <a:xfrm>
                <a:off x="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2"/>
              <p:cNvSpPr/>
              <p:nvPr/>
            </p:nvSpPr>
            <p:spPr>
              <a:xfrm>
                <a:off x="23447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2"/>
              <p:cNvSpPr/>
              <p:nvPr/>
            </p:nvSpPr>
            <p:spPr>
              <a:xfrm>
                <a:off x="46892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2"/>
              <p:cNvSpPr/>
              <p:nvPr/>
            </p:nvSpPr>
            <p:spPr>
              <a:xfrm>
                <a:off x="70338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2"/>
              <p:cNvSpPr/>
              <p:nvPr/>
            </p:nvSpPr>
            <p:spPr>
              <a:xfrm>
                <a:off x="9378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2"/>
              <p:cNvSpPr/>
              <p:nvPr/>
            </p:nvSpPr>
            <p:spPr>
              <a:xfrm>
                <a:off x="1172304"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2"/>
              <p:cNvSpPr/>
              <p:nvPr/>
            </p:nvSpPr>
            <p:spPr>
              <a:xfrm>
                <a:off x="140676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2"/>
              <p:cNvSpPr/>
              <p:nvPr/>
            </p:nvSpPr>
            <p:spPr>
              <a:xfrm>
                <a:off x="16412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2"/>
              <p:cNvSpPr/>
              <p:nvPr/>
            </p:nvSpPr>
            <p:spPr>
              <a:xfrm>
                <a:off x="187567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2"/>
              <p:cNvSpPr/>
              <p:nvPr/>
            </p:nvSpPr>
            <p:spPr>
              <a:xfrm>
                <a:off x="211013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2"/>
              <p:cNvSpPr/>
              <p:nvPr/>
            </p:nvSpPr>
            <p:spPr>
              <a:xfrm>
                <a:off x="234459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2"/>
              <p:cNvSpPr/>
              <p:nvPr/>
            </p:nvSpPr>
            <p:spPr>
              <a:xfrm>
                <a:off x="257905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2"/>
              <p:cNvSpPr/>
              <p:nvPr/>
            </p:nvSpPr>
            <p:spPr>
              <a:xfrm>
                <a:off x="28135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2"/>
              <p:cNvSpPr/>
              <p:nvPr/>
            </p:nvSpPr>
            <p:spPr>
              <a:xfrm>
                <a:off x="304797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2"/>
              <p:cNvSpPr/>
              <p:nvPr/>
            </p:nvSpPr>
            <p:spPr>
              <a:xfrm>
                <a:off x="3282428"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2"/>
              <p:cNvSpPr/>
              <p:nvPr/>
            </p:nvSpPr>
            <p:spPr>
              <a:xfrm>
                <a:off x="3516886"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2"/>
              <p:cNvSpPr/>
              <p:nvPr/>
            </p:nvSpPr>
            <p:spPr>
              <a:xfrm>
                <a:off x="37513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2"/>
              <p:cNvSpPr/>
              <p:nvPr/>
            </p:nvSpPr>
            <p:spPr>
              <a:xfrm>
                <a:off x="398580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2"/>
              <p:cNvSpPr/>
              <p:nvPr/>
            </p:nvSpPr>
            <p:spPr>
              <a:xfrm>
                <a:off x="422026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2"/>
              <p:cNvSpPr/>
              <p:nvPr/>
            </p:nvSpPr>
            <p:spPr>
              <a:xfrm>
                <a:off x="44547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2"/>
              <p:cNvSpPr/>
              <p:nvPr/>
            </p:nvSpPr>
            <p:spPr>
              <a:xfrm>
                <a:off x="4572000" y="55475"/>
                <a:ext cx="4572000" cy="342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2"/>
              <p:cNvSpPr/>
              <p:nvPr/>
            </p:nvSpPr>
            <p:spPr>
              <a:xfrm>
                <a:off x="45720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2"/>
              <p:cNvSpPr/>
              <p:nvPr/>
            </p:nvSpPr>
            <p:spPr>
              <a:xfrm>
                <a:off x="480647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2"/>
              <p:cNvSpPr/>
              <p:nvPr/>
            </p:nvSpPr>
            <p:spPr>
              <a:xfrm>
                <a:off x="504092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2"/>
              <p:cNvSpPr/>
              <p:nvPr/>
            </p:nvSpPr>
            <p:spPr>
              <a:xfrm>
                <a:off x="527538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2"/>
              <p:cNvSpPr/>
              <p:nvPr/>
            </p:nvSpPr>
            <p:spPr>
              <a:xfrm>
                <a:off x="55098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2"/>
              <p:cNvSpPr/>
              <p:nvPr/>
            </p:nvSpPr>
            <p:spPr>
              <a:xfrm>
                <a:off x="5744304"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2"/>
              <p:cNvSpPr/>
              <p:nvPr/>
            </p:nvSpPr>
            <p:spPr>
              <a:xfrm>
                <a:off x="597876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2"/>
              <p:cNvSpPr/>
              <p:nvPr/>
            </p:nvSpPr>
            <p:spPr>
              <a:xfrm>
                <a:off x="62132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2"/>
              <p:cNvSpPr/>
              <p:nvPr/>
            </p:nvSpPr>
            <p:spPr>
              <a:xfrm>
                <a:off x="644767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2"/>
              <p:cNvSpPr/>
              <p:nvPr/>
            </p:nvSpPr>
            <p:spPr>
              <a:xfrm>
                <a:off x="668213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2"/>
              <p:cNvSpPr/>
              <p:nvPr/>
            </p:nvSpPr>
            <p:spPr>
              <a:xfrm>
                <a:off x="691659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2"/>
              <p:cNvSpPr/>
              <p:nvPr/>
            </p:nvSpPr>
            <p:spPr>
              <a:xfrm>
                <a:off x="715105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2"/>
              <p:cNvSpPr/>
              <p:nvPr/>
            </p:nvSpPr>
            <p:spPr>
              <a:xfrm>
                <a:off x="73855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2"/>
              <p:cNvSpPr/>
              <p:nvPr/>
            </p:nvSpPr>
            <p:spPr>
              <a:xfrm>
                <a:off x="761997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2"/>
              <p:cNvSpPr/>
              <p:nvPr/>
            </p:nvSpPr>
            <p:spPr>
              <a:xfrm>
                <a:off x="7854428"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2"/>
              <p:cNvSpPr/>
              <p:nvPr/>
            </p:nvSpPr>
            <p:spPr>
              <a:xfrm>
                <a:off x="8088886"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2"/>
              <p:cNvSpPr/>
              <p:nvPr/>
            </p:nvSpPr>
            <p:spPr>
              <a:xfrm>
                <a:off x="83233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2"/>
              <p:cNvSpPr/>
              <p:nvPr/>
            </p:nvSpPr>
            <p:spPr>
              <a:xfrm>
                <a:off x="855780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2"/>
              <p:cNvSpPr/>
              <p:nvPr/>
            </p:nvSpPr>
            <p:spPr>
              <a:xfrm>
                <a:off x="879226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2"/>
              <p:cNvSpPr/>
              <p:nvPr/>
            </p:nvSpPr>
            <p:spPr>
              <a:xfrm>
                <a:off x="90267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3" name="Google Shape;1273;p22"/>
            <p:cNvGrpSpPr/>
            <p:nvPr/>
          </p:nvGrpSpPr>
          <p:grpSpPr>
            <a:xfrm>
              <a:off x="8093825" y="4156425"/>
              <a:ext cx="388650" cy="1075800"/>
              <a:chOff x="8604725" y="1802350"/>
              <a:chExt cx="388650" cy="1075800"/>
            </a:xfrm>
          </p:grpSpPr>
          <p:sp>
            <p:nvSpPr>
              <p:cNvPr id="1274" name="Google Shape;1274;p22"/>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2"/>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2"/>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2"/>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2"/>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2"/>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2"/>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2"/>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2" name="Google Shape;1282;p22"/>
            <p:cNvGrpSpPr/>
            <p:nvPr/>
          </p:nvGrpSpPr>
          <p:grpSpPr>
            <a:xfrm>
              <a:off x="8607675" y="4263650"/>
              <a:ext cx="388650" cy="1075800"/>
              <a:chOff x="8604725" y="1802350"/>
              <a:chExt cx="388650" cy="1075800"/>
            </a:xfrm>
          </p:grpSpPr>
          <p:sp>
            <p:nvSpPr>
              <p:cNvPr id="1283" name="Google Shape;1283;p22"/>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2"/>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2"/>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2"/>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2"/>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2"/>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2"/>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2"/>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1" name="Google Shape;1291;p22"/>
            <p:cNvSpPr/>
            <p:nvPr/>
          </p:nvSpPr>
          <p:spPr>
            <a:xfrm>
              <a:off x="0" y="52053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2"/>
            <p:cNvSpPr/>
            <p:nvPr/>
          </p:nvSpPr>
          <p:spPr>
            <a:xfrm>
              <a:off x="-609594" y="36038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3" name="Google Shape;1293;p22"/>
            <p:cNvGrpSpPr/>
            <p:nvPr/>
          </p:nvGrpSpPr>
          <p:grpSpPr>
            <a:xfrm>
              <a:off x="7608850" y="4759675"/>
              <a:ext cx="306075" cy="248525"/>
              <a:chOff x="3769250" y="3246050"/>
              <a:chExt cx="306075" cy="248525"/>
            </a:xfrm>
          </p:grpSpPr>
          <p:sp>
            <p:nvSpPr>
              <p:cNvPr id="1294" name="Google Shape;1294;p22"/>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2"/>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2"/>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2"/>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22"/>
            <p:cNvGrpSpPr/>
            <p:nvPr/>
          </p:nvGrpSpPr>
          <p:grpSpPr>
            <a:xfrm>
              <a:off x="7187875" y="4759675"/>
              <a:ext cx="306075" cy="248525"/>
              <a:chOff x="3769250" y="3246050"/>
              <a:chExt cx="306075" cy="248525"/>
            </a:xfrm>
          </p:grpSpPr>
          <p:sp>
            <p:nvSpPr>
              <p:cNvPr id="1299" name="Google Shape;1299;p22"/>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2"/>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2"/>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2"/>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2"/>
            <p:cNvGrpSpPr/>
            <p:nvPr/>
          </p:nvGrpSpPr>
          <p:grpSpPr>
            <a:xfrm>
              <a:off x="6766900" y="4759675"/>
              <a:ext cx="306075" cy="248525"/>
              <a:chOff x="3769250" y="3246050"/>
              <a:chExt cx="306075" cy="248525"/>
            </a:xfrm>
          </p:grpSpPr>
          <p:sp>
            <p:nvSpPr>
              <p:cNvPr id="1304" name="Google Shape;1304;p22"/>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2"/>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2"/>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2"/>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8" name="Google Shape;1308;p22"/>
            <p:cNvGrpSpPr/>
            <p:nvPr/>
          </p:nvGrpSpPr>
          <p:grpSpPr>
            <a:xfrm>
              <a:off x="6345925" y="4759675"/>
              <a:ext cx="306075" cy="248525"/>
              <a:chOff x="3769250" y="3246050"/>
              <a:chExt cx="306075" cy="248525"/>
            </a:xfrm>
          </p:grpSpPr>
          <p:sp>
            <p:nvSpPr>
              <p:cNvPr id="1309" name="Google Shape;1309;p22"/>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2"/>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2"/>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2"/>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475558AC-6CE3-55D5-8C26-016191FD82D6}"/>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1509"/>
        <p:cNvGrpSpPr/>
        <p:nvPr/>
      </p:nvGrpSpPr>
      <p:grpSpPr>
        <a:xfrm>
          <a:off x="0" y="0"/>
          <a:ext cx="0" cy="0"/>
          <a:chOff x="0" y="0"/>
          <a:chExt cx="0" cy="0"/>
        </a:xfrm>
      </p:grpSpPr>
      <p:sp>
        <p:nvSpPr>
          <p:cNvPr id="1510" name="Google Shape;1510;p2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11" name="Google Shape;1511;p25"/>
          <p:cNvSpPr txBox="1">
            <a:spLocks noGrp="1"/>
          </p:cNvSpPr>
          <p:nvPr>
            <p:ph type="subTitle" idx="1"/>
          </p:nvPr>
        </p:nvSpPr>
        <p:spPr>
          <a:xfrm>
            <a:off x="1266952" y="1996800"/>
            <a:ext cx="19752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2" name="Google Shape;1512;p25"/>
          <p:cNvSpPr txBox="1">
            <a:spLocks noGrp="1"/>
          </p:cNvSpPr>
          <p:nvPr>
            <p:ph type="subTitle" idx="2"/>
          </p:nvPr>
        </p:nvSpPr>
        <p:spPr>
          <a:xfrm>
            <a:off x="3584400" y="1996800"/>
            <a:ext cx="19752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3" name="Google Shape;1513;p25"/>
          <p:cNvSpPr txBox="1">
            <a:spLocks noGrp="1"/>
          </p:cNvSpPr>
          <p:nvPr>
            <p:ph type="subTitle" idx="3"/>
          </p:nvPr>
        </p:nvSpPr>
        <p:spPr>
          <a:xfrm>
            <a:off x="1266952" y="3427025"/>
            <a:ext cx="19752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4" name="Google Shape;1514;p25"/>
          <p:cNvSpPr txBox="1">
            <a:spLocks noGrp="1"/>
          </p:cNvSpPr>
          <p:nvPr>
            <p:ph type="subTitle" idx="4"/>
          </p:nvPr>
        </p:nvSpPr>
        <p:spPr>
          <a:xfrm>
            <a:off x="3584400" y="3427025"/>
            <a:ext cx="19752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5" name="Google Shape;1515;p25"/>
          <p:cNvSpPr txBox="1">
            <a:spLocks noGrp="1"/>
          </p:cNvSpPr>
          <p:nvPr>
            <p:ph type="subTitle" idx="5"/>
          </p:nvPr>
        </p:nvSpPr>
        <p:spPr>
          <a:xfrm>
            <a:off x="5901848" y="1996800"/>
            <a:ext cx="19752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6" name="Google Shape;1516;p25"/>
          <p:cNvSpPr txBox="1">
            <a:spLocks noGrp="1"/>
          </p:cNvSpPr>
          <p:nvPr>
            <p:ph type="subTitle" idx="6"/>
          </p:nvPr>
        </p:nvSpPr>
        <p:spPr>
          <a:xfrm>
            <a:off x="5901848" y="3427025"/>
            <a:ext cx="19752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7" name="Google Shape;1517;p25"/>
          <p:cNvSpPr txBox="1">
            <a:spLocks noGrp="1"/>
          </p:cNvSpPr>
          <p:nvPr>
            <p:ph type="subTitle" idx="7"/>
          </p:nvPr>
        </p:nvSpPr>
        <p:spPr>
          <a:xfrm>
            <a:off x="1265452" y="1656770"/>
            <a:ext cx="19782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solidFill>
                  <a:schemeClr val="dk1"/>
                </a:solidFill>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518" name="Google Shape;1518;p25"/>
          <p:cNvSpPr txBox="1">
            <a:spLocks noGrp="1"/>
          </p:cNvSpPr>
          <p:nvPr>
            <p:ph type="subTitle" idx="8"/>
          </p:nvPr>
        </p:nvSpPr>
        <p:spPr>
          <a:xfrm>
            <a:off x="3582900" y="1656770"/>
            <a:ext cx="19782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solidFill>
                  <a:schemeClr val="dk1"/>
                </a:solidFill>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519" name="Google Shape;1519;p25"/>
          <p:cNvSpPr txBox="1">
            <a:spLocks noGrp="1"/>
          </p:cNvSpPr>
          <p:nvPr>
            <p:ph type="subTitle" idx="9"/>
          </p:nvPr>
        </p:nvSpPr>
        <p:spPr>
          <a:xfrm>
            <a:off x="5900348" y="1656770"/>
            <a:ext cx="19782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solidFill>
                  <a:schemeClr val="dk1"/>
                </a:solidFill>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520" name="Google Shape;1520;p25"/>
          <p:cNvSpPr txBox="1">
            <a:spLocks noGrp="1"/>
          </p:cNvSpPr>
          <p:nvPr>
            <p:ph type="subTitle" idx="13"/>
          </p:nvPr>
        </p:nvSpPr>
        <p:spPr>
          <a:xfrm>
            <a:off x="1265452" y="3086800"/>
            <a:ext cx="19782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solidFill>
                  <a:schemeClr val="dk1"/>
                </a:solidFill>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521" name="Google Shape;1521;p25"/>
          <p:cNvSpPr txBox="1">
            <a:spLocks noGrp="1"/>
          </p:cNvSpPr>
          <p:nvPr>
            <p:ph type="subTitle" idx="14"/>
          </p:nvPr>
        </p:nvSpPr>
        <p:spPr>
          <a:xfrm>
            <a:off x="3582900" y="3086800"/>
            <a:ext cx="19782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solidFill>
                  <a:schemeClr val="dk1"/>
                </a:solidFill>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522" name="Google Shape;1522;p25"/>
          <p:cNvSpPr txBox="1">
            <a:spLocks noGrp="1"/>
          </p:cNvSpPr>
          <p:nvPr>
            <p:ph type="subTitle" idx="15"/>
          </p:nvPr>
        </p:nvSpPr>
        <p:spPr>
          <a:xfrm>
            <a:off x="5900348" y="3086800"/>
            <a:ext cx="1978200" cy="457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solidFill>
                  <a:schemeClr val="dk1"/>
                </a:solidFill>
                <a:latin typeface="Ubuntu"/>
                <a:ea typeface="Ubuntu"/>
                <a:cs typeface="Ubuntu"/>
                <a:sym typeface="Ubuntu"/>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523" name="Google Shape;1523;p25"/>
          <p:cNvGrpSpPr/>
          <p:nvPr/>
        </p:nvGrpSpPr>
        <p:grpSpPr>
          <a:xfrm>
            <a:off x="-3450" y="3023774"/>
            <a:ext cx="9887382" cy="2315801"/>
            <a:chOff x="-3450" y="3023774"/>
            <a:chExt cx="9887382" cy="2315801"/>
          </a:xfrm>
        </p:grpSpPr>
        <p:sp>
          <p:nvSpPr>
            <p:cNvPr id="1524" name="Google Shape;1524;p25"/>
            <p:cNvSpPr/>
            <p:nvPr/>
          </p:nvSpPr>
          <p:spPr>
            <a:xfrm>
              <a:off x="-3450" y="5156275"/>
              <a:ext cx="9144000" cy="18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5"/>
            <p:cNvSpPr/>
            <p:nvPr/>
          </p:nvSpPr>
          <p:spPr>
            <a:xfrm>
              <a:off x="0" y="4974008"/>
              <a:ext cx="4572000" cy="365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5"/>
            <p:cNvSpPr/>
            <p:nvPr/>
          </p:nvSpPr>
          <p:spPr>
            <a:xfrm>
              <a:off x="12"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5"/>
            <p:cNvSpPr/>
            <p:nvPr/>
          </p:nvSpPr>
          <p:spPr>
            <a:xfrm>
              <a:off x="9026695" y="46085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5"/>
            <p:cNvSpPr/>
            <p:nvPr/>
          </p:nvSpPr>
          <p:spPr>
            <a:xfrm flipH="1">
              <a:off x="7151081" y="30237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5"/>
            <p:cNvSpPr/>
            <p:nvPr/>
          </p:nvSpPr>
          <p:spPr>
            <a:xfrm>
              <a:off x="234471"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5"/>
            <p:cNvSpPr/>
            <p:nvPr/>
          </p:nvSpPr>
          <p:spPr>
            <a:xfrm>
              <a:off x="468929"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5"/>
            <p:cNvSpPr/>
            <p:nvPr/>
          </p:nvSpPr>
          <p:spPr>
            <a:xfrm>
              <a:off x="703387"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5"/>
            <p:cNvSpPr/>
            <p:nvPr/>
          </p:nvSpPr>
          <p:spPr>
            <a:xfrm>
              <a:off x="937845"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5"/>
            <p:cNvSpPr/>
            <p:nvPr/>
          </p:nvSpPr>
          <p:spPr>
            <a:xfrm>
              <a:off x="1172304"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5"/>
            <p:cNvSpPr/>
            <p:nvPr/>
          </p:nvSpPr>
          <p:spPr>
            <a:xfrm>
              <a:off x="1406762"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5"/>
            <p:cNvSpPr/>
            <p:nvPr/>
          </p:nvSpPr>
          <p:spPr>
            <a:xfrm>
              <a:off x="1641220"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5"/>
            <p:cNvSpPr/>
            <p:nvPr/>
          </p:nvSpPr>
          <p:spPr>
            <a:xfrm>
              <a:off x="1875679"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5"/>
            <p:cNvSpPr/>
            <p:nvPr/>
          </p:nvSpPr>
          <p:spPr>
            <a:xfrm>
              <a:off x="2110137"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5"/>
            <p:cNvSpPr/>
            <p:nvPr/>
          </p:nvSpPr>
          <p:spPr>
            <a:xfrm>
              <a:off x="2344595"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5"/>
            <p:cNvSpPr/>
            <p:nvPr/>
          </p:nvSpPr>
          <p:spPr>
            <a:xfrm>
              <a:off x="2579053"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5"/>
            <p:cNvSpPr/>
            <p:nvPr/>
          </p:nvSpPr>
          <p:spPr>
            <a:xfrm>
              <a:off x="2813512"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5"/>
            <p:cNvSpPr/>
            <p:nvPr/>
          </p:nvSpPr>
          <p:spPr>
            <a:xfrm>
              <a:off x="3047970"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5"/>
            <p:cNvSpPr/>
            <p:nvPr/>
          </p:nvSpPr>
          <p:spPr>
            <a:xfrm>
              <a:off x="3282428"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5"/>
            <p:cNvSpPr/>
            <p:nvPr/>
          </p:nvSpPr>
          <p:spPr>
            <a:xfrm>
              <a:off x="3516886"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25"/>
            <p:cNvSpPr/>
            <p:nvPr/>
          </p:nvSpPr>
          <p:spPr>
            <a:xfrm>
              <a:off x="3751345"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5"/>
            <p:cNvSpPr/>
            <p:nvPr/>
          </p:nvSpPr>
          <p:spPr>
            <a:xfrm>
              <a:off x="3985803"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5"/>
            <p:cNvSpPr/>
            <p:nvPr/>
          </p:nvSpPr>
          <p:spPr>
            <a:xfrm>
              <a:off x="4220261"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5"/>
            <p:cNvSpPr/>
            <p:nvPr/>
          </p:nvSpPr>
          <p:spPr>
            <a:xfrm>
              <a:off x="4454720" y="4974009"/>
              <a:ext cx="117300" cy="36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5"/>
            <p:cNvSpPr/>
            <p:nvPr/>
          </p:nvSpPr>
          <p:spPr>
            <a:xfrm>
              <a:off x="4572000" y="4608575"/>
              <a:ext cx="4572000" cy="365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5"/>
            <p:cNvSpPr/>
            <p:nvPr/>
          </p:nvSpPr>
          <p:spPr>
            <a:xfrm>
              <a:off x="4572012"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5"/>
            <p:cNvSpPr/>
            <p:nvPr/>
          </p:nvSpPr>
          <p:spPr>
            <a:xfrm>
              <a:off x="4806471"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5"/>
            <p:cNvSpPr/>
            <p:nvPr/>
          </p:nvSpPr>
          <p:spPr>
            <a:xfrm>
              <a:off x="5040929"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5"/>
            <p:cNvSpPr/>
            <p:nvPr/>
          </p:nvSpPr>
          <p:spPr>
            <a:xfrm>
              <a:off x="5275387"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5"/>
            <p:cNvSpPr/>
            <p:nvPr/>
          </p:nvSpPr>
          <p:spPr>
            <a:xfrm>
              <a:off x="5509845"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5"/>
            <p:cNvSpPr/>
            <p:nvPr/>
          </p:nvSpPr>
          <p:spPr>
            <a:xfrm>
              <a:off x="5744304"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5"/>
            <p:cNvSpPr/>
            <p:nvPr/>
          </p:nvSpPr>
          <p:spPr>
            <a:xfrm>
              <a:off x="5978762"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5"/>
            <p:cNvSpPr/>
            <p:nvPr/>
          </p:nvSpPr>
          <p:spPr>
            <a:xfrm>
              <a:off x="6213220"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5"/>
            <p:cNvSpPr/>
            <p:nvPr/>
          </p:nvSpPr>
          <p:spPr>
            <a:xfrm>
              <a:off x="6447679"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5"/>
            <p:cNvSpPr/>
            <p:nvPr/>
          </p:nvSpPr>
          <p:spPr>
            <a:xfrm>
              <a:off x="6682137"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5"/>
            <p:cNvSpPr/>
            <p:nvPr/>
          </p:nvSpPr>
          <p:spPr>
            <a:xfrm>
              <a:off x="6916595"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5"/>
            <p:cNvSpPr/>
            <p:nvPr/>
          </p:nvSpPr>
          <p:spPr>
            <a:xfrm>
              <a:off x="7151053"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5"/>
            <p:cNvSpPr/>
            <p:nvPr/>
          </p:nvSpPr>
          <p:spPr>
            <a:xfrm>
              <a:off x="7385512"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5"/>
            <p:cNvSpPr/>
            <p:nvPr/>
          </p:nvSpPr>
          <p:spPr>
            <a:xfrm>
              <a:off x="7619970"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5"/>
            <p:cNvSpPr/>
            <p:nvPr/>
          </p:nvSpPr>
          <p:spPr>
            <a:xfrm>
              <a:off x="7854428"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5"/>
            <p:cNvSpPr/>
            <p:nvPr/>
          </p:nvSpPr>
          <p:spPr>
            <a:xfrm>
              <a:off x="8088886"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5"/>
            <p:cNvSpPr/>
            <p:nvPr/>
          </p:nvSpPr>
          <p:spPr>
            <a:xfrm>
              <a:off x="8323345"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5"/>
            <p:cNvSpPr/>
            <p:nvPr/>
          </p:nvSpPr>
          <p:spPr>
            <a:xfrm>
              <a:off x="8557803"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5"/>
            <p:cNvSpPr/>
            <p:nvPr/>
          </p:nvSpPr>
          <p:spPr>
            <a:xfrm>
              <a:off x="8792261" y="4608577"/>
              <a:ext cx="117300" cy="36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5"/>
            <p:cNvSpPr/>
            <p:nvPr/>
          </p:nvSpPr>
          <p:spPr>
            <a:xfrm>
              <a:off x="0" y="4608575"/>
              <a:ext cx="4572000" cy="183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5"/>
            <p:cNvSpPr/>
            <p:nvPr/>
          </p:nvSpPr>
          <p:spPr>
            <a:xfrm>
              <a:off x="25" y="4790700"/>
              <a:ext cx="9144000" cy="18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5"/>
            <p:cNvSpPr/>
            <p:nvPr/>
          </p:nvSpPr>
          <p:spPr>
            <a:xfrm>
              <a:off x="4572000" y="4973975"/>
              <a:ext cx="4572000" cy="18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1" name="Google Shape;1571;p25"/>
            <p:cNvGrpSpPr/>
            <p:nvPr/>
          </p:nvGrpSpPr>
          <p:grpSpPr>
            <a:xfrm flipH="1">
              <a:off x="710800" y="4908755"/>
              <a:ext cx="306075" cy="248525"/>
              <a:chOff x="3769250" y="3246050"/>
              <a:chExt cx="306075" cy="248525"/>
            </a:xfrm>
          </p:grpSpPr>
          <p:sp>
            <p:nvSpPr>
              <p:cNvPr id="1572" name="Google Shape;1572;p25"/>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5"/>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5"/>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5"/>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6" name="Google Shape;1576;p25"/>
            <p:cNvGrpSpPr/>
            <p:nvPr/>
          </p:nvGrpSpPr>
          <p:grpSpPr>
            <a:xfrm flipH="1">
              <a:off x="1232675" y="4908755"/>
              <a:ext cx="306075" cy="248525"/>
              <a:chOff x="3769250" y="3246050"/>
              <a:chExt cx="306075" cy="248525"/>
            </a:xfrm>
          </p:grpSpPr>
          <p:sp>
            <p:nvSpPr>
              <p:cNvPr id="1577" name="Google Shape;1577;p25"/>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5"/>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5"/>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5"/>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1" name="Google Shape;1581;p25"/>
            <p:cNvGrpSpPr/>
            <p:nvPr/>
          </p:nvGrpSpPr>
          <p:grpSpPr>
            <a:xfrm flipH="1">
              <a:off x="2276425" y="4908755"/>
              <a:ext cx="306075" cy="248525"/>
              <a:chOff x="3769250" y="3246050"/>
              <a:chExt cx="306075" cy="248525"/>
            </a:xfrm>
          </p:grpSpPr>
          <p:sp>
            <p:nvSpPr>
              <p:cNvPr id="1582" name="Google Shape;1582;p25"/>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5"/>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5"/>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5"/>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6" name="Google Shape;1586;p25"/>
            <p:cNvGrpSpPr/>
            <p:nvPr/>
          </p:nvGrpSpPr>
          <p:grpSpPr>
            <a:xfrm flipH="1">
              <a:off x="1736851" y="4725480"/>
              <a:ext cx="306075" cy="248525"/>
              <a:chOff x="3769250" y="3246050"/>
              <a:chExt cx="306075" cy="248525"/>
            </a:xfrm>
          </p:grpSpPr>
          <p:sp>
            <p:nvSpPr>
              <p:cNvPr id="1587" name="Google Shape;1587;p25"/>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5"/>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5"/>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5"/>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1" name="Google Shape;1591;p25"/>
            <p:cNvSpPr/>
            <p:nvPr/>
          </p:nvSpPr>
          <p:spPr>
            <a:xfrm>
              <a:off x="294475" y="4093525"/>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2" name="Google Shape;1592;p25"/>
            <p:cNvGrpSpPr/>
            <p:nvPr/>
          </p:nvGrpSpPr>
          <p:grpSpPr>
            <a:xfrm>
              <a:off x="366200" y="4220275"/>
              <a:ext cx="131775" cy="570425"/>
              <a:chOff x="1267500" y="402400"/>
              <a:chExt cx="131775" cy="570425"/>
            </a:xfrm>
          </p:grpSpPr>
          <p:sp>
            <p:nvSpPr>
              <p:cNvPr id="1593" name="Google Shape;1593;p25"/>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5"/>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5"/>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6" name="Google Shape;1596;p25"/>
            <p:cNvSpPr/>
            <p:nvPr/>
          </p:nvSpPr>
          <p:spPr>
            <a:xfrm>
              <a:off x="485450" y="4251125"/>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7" name="Google Shape;1597;p25"/>
            <p:cNvGrpSpPr/>
            <p:nvPr/>
          </p:nvGrpSpPr>
          <p:grpSpPr>
            <a:xfrm>
              <a:off x="557150" y="4364550"/>
              <a:ext cx="131800" cy="426150"/>
              <a:chOff x="1458450" y="546675"/>
              <a:chExt cx="131800" cy="426150"/>
            </a:xfrm>
          </p:grpSpPr>
          <p:sp>
            <p:nvSpPr>
              <p:cNvPr id="1598" name="Google Shape;1598;p25"/>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5"/>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5"/>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1" name="Google Shape;1601;p25"/>
            <p:cNvGrpSpPr/>
            <p:nvPr/>
          </p:nvGrpSpPr>
          <p:grpSpPr>
            <a:xfrm>
              <a:off x="6873512" y="4725480"/>
              <a:ext cx="306075" cy="248525"/>
              <a:chOff x="3769250" y="3246050"/>
              <a:chExt cx="306075" cy="248525"/>
            </a:xfrm>
          </p:grpSpPr>
          <p:sp>
            <p:nvSpPr>
              <p:cNvPr id="1602" name="Google Shape;1602;p25"/>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5"/>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5"/>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5"/>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6" name="Google Shape;1606;p25"/>
            <p:cNvGrpSpPr/>
            <p:nvPr/>
          </p:nvGrpSpPr>
          <p:grpSpPr>
            <a:xfrm>
              <a:off x="7385501" y="4908755"/>
              <a:ext cx="306075" cy="248525"/>
              <a:chOff x="3769250" y="3246050"/>
              <a:chExt cx="306075" cy="248525"/>
            </a:xfrm>
          </p:grpSpPr>
          <p:sp>
            <p:nvSpPr>
              <p:cNvPr id="1607" name="Google Shape;1607;p25"/>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5"/>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25"/>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25"/>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1" name="Google Shape;1611;p25"/>
            <p:cNvGrpSpPr/>
            <p:nvPr/>
          </p:nvGrpSpPr>
          <p:grpSpPr>
            <a:xfrm>
              <a:off x="8093825" y="4156425"/>
              <a:ext cx="388650" cy="1075800"/>
              <a:chOff x="8604725" y="1802350"/>
              <a:chExt cx="388650" cy="1075800"/>
            </a:xfrm>
          </p:grpSpPr>
          <p:sp>
            <p:nvSpPr>
              <p:cNvPr id="1612" name="Google Shape;1612;p25"/>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5"/>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5"/>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5"/>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5"/>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5"/>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5"/>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5"/>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0" name="Google Shape;1620;p25"/>
            <p:cNvGrpSpPr/>
            <p:nvPr/>
          </p:nvGrpSpPr>
          <p:grpSpPr>
            <a:xfrm>
              <a:off x="8607675" y="4263650"/>
              <a:ext cx="388650" cy="1075800"/>
              <a:chOff x="8604725" y="1802350"/>
              <a:chExt cx="388650" cy="1075800"/>
            </a:xfrm>
          </p:grpSpPr>
          <p:sp>
            <p:nvSpPr>
              <p:cNvPr id="1621" name="Google Shape;1621;p25"/>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5"/>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5"/>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5"/>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5"/>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5"/>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5"/>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5"/>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FA6F59C1-9524-3AE5-CC36-6EC2291039BA}"/>
              </a:ext>
            </a:extLst>
          </p:cNvPr>
          <p:cNvSpPr>
            <a:spLocks noGrp="1"/>
          </p:cNvSpPr>
          <p:nvPr>
            <p:ph type="sldNum" sz="quarter" idx="16"/>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1629"/>
        <p:cNvGrpSpPr/>
        <p:nvPr/>
      </p:nvGrpSpPr>
      <p:grpSpPr>
        <a:xfrm>
          <a:off x="0" y="0"/>
          <a:ext cx="0" cy="0"/>
          <a:chOff x="0" y="0"/>
          <a:chExt cx="0" cy="0"/>
        </a:xfrm>
      </p:grpSpPr>
      <p:sp>
        <p:nvSpPr>
          <p:cNvPr id="1630" name="Google Shape;1630;p26"/>
          <p:cNvSpPr txBox="1">
            <a:spLocks noGrp="1"/>
          </p:cNvSpPr>
          <p:nvPr>
            <p:ph type="title" hasCustomPrompt="1"/>
          </p:nvPr>
        </p:nvSpPr>
        <p:spPr>
          <a:xfrm>
            <a:off x="2662575" y="674686"/>
            <a:ext cx="3819000" cy="7314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31" name="Google Shape;1631;p26"/>
          <p:cNvSpPr txBox="1">
            <a:spLocks noGrp="1"/>
          </p:cNvSpPr>
          <p:nvPr>
            <p:ph type="subTitle" idx="1"/>
          </p:nvPr>
        </p:nvSpPr>
        <p:spPr>
          <a:xfrm>
            <a:off x="2662575" y="1307092"/>
            <a:ext cx="38190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632" name="Google Shape;1632;p26"/>
          <p:cNvSpPr txBox="1">
            <a:spLocks noGrp="1"/>
          </p:cNvSpPr>
          <p:nvPr>
            <p:ph type="title" idx="2" hasCustomPrompt="1"/>
          </p:nvPr>
        </p:nvSpPr>
        <p:spPr>
          <a:xfrm>
            <a:off x="2662575" y="2026947"/>
            <a:ext cx="3819000" cy="731400"/>
          </a:xfrm>
          <a:prstGeom prst="rect">
            <a:avLst/>
          </a:prstGeom>
          <a:noFill/>
          <a:ln>
            <a:noFill/>
          </a:ln>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33" name="Google Shape;1633;p26"/>
          <p:cNvSpPr txBox="1">
            <a:spLocks noGrp="1"/>
          </p:cNvSpPr>
          <p:nvPr>
            <p:ph type="subTitle" idx="3"/>
          </p:nvPr>
        </p:nvSpPr>
        <p:spPr>
          <a:xfrm>
            <a:off x="2662575" y="2659353"/>
            <a:ext cx="38190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634" name="Google Shape;1634;p26"/>
          <p:cNvSpPr txBox="1">
            <a:spLocks noGrp="1"/>
          </p:cNvSpPr>
          <p:nvPr>
            <p:ph type="title" idx="4" hasCustomPrompt="1"/>
          </p:nvPr>
        </p:nvSpPr>
        <p:spPr>
          <a:xfrm>
            <a:off x="2662575" y="3379208"/>
            <a:ext cx="3819000" cy="7314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35" name="Google Shape;1635;p26"/>
          <p:cNvSpPr txBox="1">
            <a:spLocks noGrp="1"/>
          </p:cNvSpPr>
          <p:nvPr>
            <p:ph type="subTitle" idx="5"/>
          </p:nvPr>
        </p:nvSpPr>
        <p:spPr>
          <a:xfrm>
            <a:off x="2662575" y="4011614"/>
            <a:ext cx="38190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636" name="Google Shape;1636;p26"/>
          <p:cNvGrpSpPr/>
          <p:nvPr/>
        </p:nvGrpSpPr>
        <p:grpSpPr>
          <a:xfrm>
            <a:off x="1183" y="3911375"/>
            <a:ext cx="9144042" cy="1232155"/>
            <a:chOff x="1183" y="3911375"/>
            <a:chExt cx="9144042" cy="1232155"/>
          </a:xfrm>
        </p:grpSpPr>
        <p:sp>
          <p:nvSpPr>
            <p:cNvPr id="1637" name="Google Shape;1637;p26"/>
            <p:cNvSpPr/>
            <p:nvPr/>
          </p:nvSpPr>
          <p:spPr>
            <a:xfrm flipH="1">
              <a:off x="1225" y="4608580"/>
              <a:ext cx="9144000" cy="26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6"/>
            <p:cNvSpPr/>
            <p:nvPr/>
          </p:nvSpPr>
          <p:spPr>
            <a:xfrm>
              <a:off x="8559688" y="473017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9" name="Google Shape;1639;p26"/>
            <p:cNvGrpSpPr/>
            <p:nvPr/>
          </p:nvGrpSpPr>
          <p:grpSpPr>
            <a:xfrm flipH="1">
              <a:off x="1183" y="5009407"/>
              <a:ext cx="9144042" cy="134122"/>
              <a:chOff x="-12" y="127800"/>
              <a:chExt cx="9144042" cy="535205"/>
            </a:xfrm>
          </p:grpSpPr>
          <p:sp>
            <p:nvSpPr>
              <p:cNvPr id="1640" name="Google Shape;1640;p26"/>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6"/>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6"/>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6"/>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6"/>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6"/>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6"/>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6"/>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6"/>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6"/>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6"/>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6"/>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6"/>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6"/>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6"/>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6"/>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6"/>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6"/>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6"/>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6"/>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6"/>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6"/>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6"/>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6"/>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6"/>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6"/>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6"/>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6"/>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6"/>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6"/>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6"/>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6"/>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6"/>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6"/>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6"/>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6"/>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6"/>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6"/>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6"/>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6"/>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0" name="Google Shape;1680;p26"/>
            <p:cNvSpPr/>
            <p:nvPr/>
          </p:nvSpPr>
          <p:spPr>
            <a:xfrm flipH="1">
              <a:off x="1225" y="487530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1" name="Google Shape;1681;p26"/>
            <p:cNvGrpSpPr/>
            <p:nvPr/>
          </p:nvGrpSpPr>
          <p:grpSpPr>
            <a:xfrm>
              <a:off x="8124700" y="4760880"/>
              <a:ext cx="306075" cy="248525"/>
              <a:chOff x="3769250" y="3246050"/>
              <a:chExt cx="306075" cy="248525"/>
            </a:xfrm>
          </p:grpSpPr>
          <p:sp>
            <p:nvSpPr>
              <p:cNvPr id="1682" name="Google Shape;1682;p2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6" name="Google Shape;1686;p26"/>
            <p:cNvGrpSpPr/>
            <p:nvPr/>
          </p:nvGrpSpPr>
          <p:grpSpPr>
            <a:xfrm>
              <a:off x="7602825" y="4760880"/>
              <a:ext cx="306075" cy="248525"/>
              <a:chOff x="3769250" y="3246050"/>
              <a:chExt cx="306075" cy="248525"/>
            </a:xfrm>
          </p:grpSpPr>
          <p:sp>
            <p:nvSpPr>
              <p:cNvPr id="1687" name="Google Shape;1687;p2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1" name="Google Shape;1691;p26"/>
            <p:cNvGrpSpPr/>
            <p:nvPr/>
          </p:nvGrpSpPr>
          <p:grpSpPr>
            <a:xfrm>
              <a:off x="6559075" y="4760880"/>
              <a:ext cx="306075" cy="248525"/>
              <a:chOff x="3769250" y="3246050"/>
              <a:chExt cx="306075" cy="248525"/>
            </a:xfrm>
          </p:grpSpPr>
          <p:sp>
            <p:nvSpPr>
              <p:cNvPr id="1692" name="Google Shape;1692;p2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6" name="Google Shape;1696;p26"/>
            <p:cNvGrpSpPr/>
            <p:nvPr/>
          </p:nvGrpSpPr>
          <p:grpSpPr>
            <a:xfrm>
              <a:off x="7098649" y="4626780"/>
              <a:ext cx="306075" cy="248525"/>
              <a:chOff x="3769250" y="3246050"/>
              <a:chExt cx="306075" cy="248525"/>
            </a:xfrm>
          </p:grpSpPr>
          <p:sp>
            <p:nvSpPr>
              <p:cNvPr id="1697" name="Google Shape;1697;p2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2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2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1" name="Google Shape;1701;p26"/>
            <p:cNvSpPr/>
            <p:nvPr/>
          </p:nvSpPr>
          <p:spPr>
            <a:xfrm>
              <a:off x="1068650" y="4650100"/>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6"/>
            <p:cNvSpPr/>
            <p:nvPr/>
          </p:nvSpPr>
          <p:spPr>
            <a:xfrm>
              <a:off x="7229275" y="4916800"/>
              <a:ext cx="322775" cy="92600"/>
            </a:xfrm>
            <a:custGeom>
              <a:avLst/>
              <a:gdLst/>
              <a:ahLst/>
              <a:cxnLst/>
              <a:rect l="l" t="t" r="r" b="b"/>
              <a:pathLst>
                <a:path w="12911" h="3704" extrusionOk="0">
                  <a:moveTo>
                    <a:pt x="3670" y="0"/>
                  </a:moveTo>
                  <a:cubicBezTo>
                    <a:pt x="1635" y="0"/>
                    <a:pt x="1" y="1668"/>
                    <a:pt x="1" y="3703"/>
                  </a:cubicBezTo>
                  <a:lnTo>
                    <a:pt x="12910" y="3703"/>
                  </a:lnTo>
                  <a:cubicBezTo>
                    <a:pt x="12910" y="2669"/>
                    <a:pt x="12076" y="1835"/>
                    <a:pt x="11042" y="1835"/>
                  </a:cubicBezTo>
                  <a:cubicBezTo>
                    <a:pt x="10442" y="1835"/>
                    <a:pt x="9875" y="2135"/>
                    <a:pt x="9541" y="2602"/>
                  </a:cubicBezTo>
                  <a:cubicBezTo>
                    <a:pt x="9207" y="2169"/>
                    <a:pt x="8707" y="1868"/>
                    <a:pt x="8107" y="1868"/>
                  </a:cubicBezTo>
                  <a:cubicBezTo>
                    <a:pt x="7706" y="1868"/>
                    <a:pt x="7339" y="2002"/>
                    <a:pt x="7073" y="2235"/>
                  </a:cubicBezTo>
                  <a:cubicBezTo>
                    <a:pt x="6506" y="901"/>
                    <a:pt x="5205" y="0"/>
                    <a:pt x="36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3" name="Google Shape;1703;p26"/>
            <p:cNvGrpSpPr/>
            <p:nvPr/>
          </p:nvGrpSpPr>
          <p:grpSpPr>
            <a:xfrm>
              <a:off x="362625" y="4335700"/>
              <a:ext cx="274400" cy="539575"/>
              <a:chOff x="2183975" y="433250"/>
              <a:chExt cx="274400" cy="539575"/>
            </a:xfrm>
          </p:grpSpPr>
          <p:sp>
            <p:nvSpPr>
              <p:cNvPr id="1704" name="Google Shape;1704;p26"/>
              <p:cNvSpPr/>
              <p:nvPr/>
            </p:nvSpPr>
            <p:spPr>
              <a:xfrm>
                <a:off x="2183975" y="433250"/>
                <a:ext cx="274400" cy="391975"/>
              </a:xfrm>
              <a:custGeom>
                <a:avLst/>
                <a:gdLst/>
                <a:ahLst/>
                <a:cxnLst/>
                <a:rect l="l" t="t" r="r" b="b"/>
                <a:pathLst>
                  <a:path w="10976" h="15679" extrusionOk="0">
                    <a:moveTo>
                      <a:pt x="5505" y="1"/>
                    </a:moveTo>
                    <a:cubicBezTo>
                      <a:pt x="2469" y="1"/>
                      <a:pt x="1" y="2436"/>
                      <a:pt x="1" y="5471"/>
                    </a:cubicBezTo>
                    <a:lnTo>
                      <a:pt x="1" y="9941"/>
                    </a:lnTo>
                    <a:lnTo>
                      <a:pt x="1" y="10208"/>
                    </a:lnTo>
                    <a:cubicBezTo>
                      <a:pt x="1" y="13243"/>
                      <a:pt x="2469" y="15678"/>
                      <a:pt x="5505" y="15678"/>
                    </a:cubicBezTo>
                    <a:cubicBezTo>
                      <a:pt x="8540" y="15678"/>
                      <a:pt x="10975" y="13243"/>
                      <a:pt x="10975" y="10208"/>
                    </a:cubicBezTo>
                    <a:lnTo>
                      <a:pt x="10975" y="9941"/>
                    </a:lnTo>
                    <a:lnTo>
                      <a:pt x="10975" y="5471"/>
                    </a:lnTo>
                    <a:cubicBezTo>
                      <a:pt x="10975" y="2436"/>
                      <a:pt x="8540" y="1"/>
                      <a:pt x="55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6"/>
              <p:cNvSpPr/>
              <p:nvPr/>
            </p:nvSpPr>
            <p:spPr>
              <a:xfrm>
                <a:off x="2310725" y="546675"/>
                <a:ext cx="20875" cy="426150"/>
              </a:xfrm>
              <a:custGeom>
                <a:avLst/>
                <a:gdLst/>
                <a:ahLst/>
                <a:cxnLst/>
                <a:rect l="l" t="t" r="r" b="b"/>
                <a:pathLst>
                  <a:path w="835" h="17046" extrusionOk="0">
                    <a:moveTo>
                      <a:pt x="435" y="0"/>
                    </a:moveTo>
                    <a:cubicBezTo>
                      <a:pt x="201" y="0"/>
                      <a:pt x="1" y="200"/>
                      <a:pt x="1" y="434"/>
                    </a:cubicBezTo>
                    <a:lnTo>
                      <a:pt x="1" y="16645"/>
                    </a:lnTo>
                    <a:cubicBezTo>
                      <a:pt x="1" y="16879"/>
                      <a:pt x="201" y="17046"/>
                      <a:pt x="435" y="17046"/>
                    </a:cubicBezTo>
                    <a:cubicBezTo>
                      <a:pt x="668" y="17046"/>
                      <a:pt x="835" y="16879"/>
                      <a:pt x="835" y="16645"/>
                    </a:cubicBezTo>
                    <a:lnTo>
                      <a:pt x="835" y="434"/>
                    </a:lnTo>
                    <a:cubicBezTo>
                      <a:pt x="835" y="200"/>
                      <a:pt x="668" y="0"/>
                      <a:pt x="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6"/>
              <p:cNvSpPr/>
              <p:nvPr/>
            </p:nvSpPr>
            <p:spPr>
              <a:xfrm>
                <a:off x="2309900" y="590250"/>
                <a:ext cx="77575" cy="75700"/>
              </a:xfrm>
              <a:custGeom>
                <a:avLst/>
                <a:gdLst/>
                <a:ahLst/>
                <a:cxnLst/>
                <a:rect l="l" t="t" r="r" b="b"/>
                <a:pathLst>
                  <a:path w="3103" h="3028" extrusionOk="0">
                    <a:moveTo>
                      <a:pt x="2636" y="0"/>
                    </a:moveTo>
                    <a:cubicBezTo>
                      <a:pt x="2527" y="0"/>
                      <a:pt x="2419" y="42"/>
                      <a:pt x="2336" y="125"/>
                    </a:cubicBezTo>
                    <a:lnTo>
                      <a:pt x="167" y="2293"/>
                    </a:lnTo>
                    <a:cubicBezTo>
                      <a:pt x="1" y="2460"/>
                      <a:pt x="1" y="2727"/>
                      <a:pt x="167" y="2894"/>
                    </a:cubicBezTo>
                    <a:cubicBezTo>
                      <a:pt x="234" y="2961"/>
                      <a:pt x="334" y="3027"/>
                      <a:pt x="468" y="3027"/>
                    </a:cubicBezTo>
                    <a:cubicBezTo>
                      <a:pt x="568" y="3027"/>
                      <a:pt x="668" y="2994"/>
                      <a:pt x="734" y="2894"/>
                    </a:cubicBezTo>
                    <a:lnTo>
                      <a:pt x="2936" y="726"/>
                    </a:lnTo>
                    <a:cubicBezTo>
                      <a:pt x="3103" y="559"/>
                      <a:pt x="3103" y="292"/>
                      <a:pt x="2936" y="125"/>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6"/>
              <p:cNvSpPr/>
              <p:nvPr/>
            </p:nvSpPr>
            <p:spPr>
              <a:xfrm>
                <a:off x="2255700" y="645075"/>
                <a:ext cx="76750" cy="75075"/>
              </a:xfrm>
              <a:custGeom>
                <a:avLst/>
                <a:gdLst/>
                <a:ahLst/>
                <a:cxnLst/>
                <a:rect l="l" t="t" r="r" b="b"/>
                <a:pathLst>
                  <a:path w="3070" h="3003" extrusionOk="0">
                    <a:moveTo>
                      <a:pt x="434" y="0"/>
                    </a:moveTo>
                    <a:cubicBezTo>
                      <a:pt x="326" y="0"/>
                      <a:pt x="217" y="34"/>
                      <a:pt x="134" y="100"/>
                    </a:cubicBezTo>
                    <a:cubicBezTo>
                      <a:pt x="0" y="267"/>
                      <a:pt x="0" y="534"/>
                      <a:pt x="134" y="701"/>
                    </a:cubicBezTo>
                    <a:lnTo>
                      <a:pt x="2335" y="2869"/>
                    </a:lnTo>
                    <a:cubicBezTo>
                      <a:pt x="2402" y="2969"/>
                      <a:pt x="2502" y="3002"/>
                      <a:pt x="2636" y="3002"/>
                    </a:cubicBezTo>
                    <a:cubicBezTo>
                      <a:pt x="2736" y="3002"/>
                      <a:pt x="2836" y="2969"/>
                      <a:pt x="2902" y="2869"/>
                    </a:cubicBezTo>
                    <a:cubicBezTo>
                      <a:pt x="3069" y="2736"/>
                      <a:pt x="3069" y="2469"/>
                      <a:pt x="2902" y="2302"/>
                    </a:cubicBezTo>
                    <a:lnTo>
                      <a:pt x="734" y="100"/>
                    </a:lnTo>
                    <a:cubicBezTo>
                      <a:pt x="651" y="34"/>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8" name="Google Shape;1708;p26"/>
            <p:cNvSpPr/>
            <p:nvPr/>
          </p:nvSpPr>
          <p:spPr>
            <a:xfrm>
              <a:off x="8536775" y="3911375"/>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9" name="Google Shape;1709;p26"/>
            <p:cNvGrpSpPr/>
            <p:nvPr/>
          </p:nvGrpSpPr>
          <p:grpSpPr>
            <a:xfrm>
              <a:off x="8608500" y="4038125"/>
              <a:ext cx="131775" cy="570425"/>
              <a:chOff x="1267500" y="402400"/>
              <a:chExt cx="131775" cy="570425"/>
            </a:xfrm>
          </p:grpSpPr>
          <p:sp>
            <p:nvSpPr>
              <p:cNvPr id="1710" name="Google Shape;1710;p26"/>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6"/>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6"/>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3" name="Google Shape;1713;p26"/>
            <p:cNvSpPr/>
            <p:nvPr/>
          </p:nvSpPr>
          <p:spPr>
            <a:xfrm>
              <a:off x="8727750" y="4068975"/>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4" name="Google Shape;1714;p26"/>
            <p:cNvGrpSpPr/>
            <p:nvPr/>
          </p:nvGrpSpPr>
          <p:grpSpPr>
            <a:xfrm>
              <a:off x="8799450" y="4182400"/>
              <a:ext cx="131800" cy="426150"/>
              <a:chOff x="1458450" y="546675"/>
              <a:chExt cx="131800" cy="426150"/>
            </a:xfrm>
          </p:grpSpPr>
          <p:sp>
            <p:nvSpPr>
              <p:cNvPr id="1715" name="Google Shape;1715;p2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8" name="Google Shape;1718;p26"/>
            <p:cNvGrpSpPr/>
            <p:nvPr/>
          </p:nvGrpSpPr>
          <p:grpSpPr>
            <a:xfrm>
              <a:off x="83650" y="3911375"/>
              <a:ext cx="275200" cy="697175"/>
              <a:chOff x="1799550" y="275650"/>
              <a:chExt cx="275200" cy="697175"/>
            </a:xfrm>
          </p:grpSpPr>
          <p:sp>
            <p:nvSpPr>
              <p:cNvPr id="1719" name="Google Shape;1719;p26"/>
              <p:cNvSpPr/>
              <p:nvPr/>
            </p:nvSpPr>
            <p:spPr>
              <a:xfrm>
                <a:off x="1799550" y="275650"/>
                <a:ext cx="275200" cy="549575"/>
              </a:xfrm>
              <a:custGeom>
                <a:avLst/>
                <a:gdLst/>
                <a:ahLst/>
                <a:cxnLst/>
                <a:rect l="l" t="t" r="r" b="b"/>
                <a:pathLst>
                  <a:path w="11008" h="21983" extrusionOk="0">
                    <a:moveTo>
                      <a:pt x="5504" y="0"/>
                    </a:moveTo>
                    <a:cubicBezTo>
                      <a:pt x="2468" y="0"/>
                      <a:pt x="0" y="2469"/>
                      <a:pt x="0" y="5504"/>
                    </a:cubicBezTo>
                    <a:lnTo>
                      <a:pt x="0" y="11008"/>
                    </a:lnTo>
                    <a:lnTo>
                      <a:pt x="0" y="16512"/>
                    </a:lnTo>
                    <a:cubicBezTo>
                      <a:pt x="0" y="19547"/>
                      <a:pt x="2468" y="21982"/>
                      <a:pt x="5504" y="21982"/>
                    </a:cubicBezTo>
                    <a:cubicBezTo>
                      <a:pt x="8539" y="21982"/>
                      <a:pt x="11008" y="19547"/>
                      <a:pt x="11008" y="16512"/>
                    </a:cubicBezTo>
                    <a:lnTo>
                      <a:pt x="11008" y="11008"/>
                    </a:lnTo>
                    <a:lnTo>
                      <a:pt x="11008" y="5504"/>
                    </a:lnTo>
                    <a:cubicBezTo>
                      <a:pt x="11008" y="2469"/>
                      <a:pt x="8539" y="0"/>
                      <a:pt x="55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6"/>
              <p:cNvSpPr/>
              <p:nvPr/>
            </p:nvSpPr>
            <p:spPr>
              <a:xfrm>
                <a:off x="192630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67" y="22817"/>
                      <a:pt x="834" y="22650"/>
                      <a:pt x="834" y="22416"/>
                    </a:cubicBezTo>
                    <a:lnTo>
                      <a:pt x="834" y="434"/>
                    </a:lnTo>
                    <a:cubicBezTo>
                      <a:pt x="834" y="201"/>
                      <a:pt x="667"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26"/>
              <p:cNvSpPr/>
              <p:nvPr/>
            </p:nvSpPr>
            <p:spPr>
              <a:xfrm>
                <a:off x="1925450" y="486000"/>
                <a:ext cx="77600" cy="74875"/>
              </a:xfrm>
              <a:custGeom>
                <a:avLst/>
                <a:gdLst/>
                <a:ahLst/>
                <a:cxnLst/>
                <a:rect l="l" t="t" r="r" b="b"/>
                <a:pathLst>
                  <a:path w="3104" h="2995" extrusionOk="0">
                    <a:moveTo>
                      <a:pt x="2636" y="0"/>
                    </a:moveTo>
                    <a:cubicBezTo>
                      <a:pt x="2528" y="0"/>
                      <a:pt x="2419" y="42"/>
                      <a:pt x="2336" y="126"/>
                    </a:cubicBezTo>
                    <a:lnTo>
                      <a:pt x="168" y="2294"/>
                    </a:lnTo>
                    <a:cubicBezTo>
                      <a:pt x="1" y="2461"/>
                      <a:pt x="1" y="2727"/>
                      <a:pt x="168" y="2894"/>
                    </a:cubicBezTo>
                    <a:cubicBezTo>
                      <a:pt x="234" y="2961"/>
                      <a:pt x="368" y="2994"/>
                      <a:pt x="468" y="2994"/>
                    </a:cubicBezTo>
                    <a:cubicBezTo>
                      <a:pt x="568" y="2994"/>
                      <a:pt x="668" y="2961"/>
                      <a:pt x="768" y="2894"/>
                    </a:cubicBezTo>
                    <a:lnTo>
                      <a:pt x="2936" y="693"/>
                    </a:lnTo>
                    <a:cubicBezTo>
                      <a:pt x="3103" y="526"/>
                      <a:pt x="3103" y="259"/>
                      <a:pt x="2936" y="126"/>
                    </a:cubicBezTo>
                    <a:cubicBezTo>
                      <a:pt x="2853" y="42"/>
                      <a:pt x="2745"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26"/>
              <p:cNvSpPr/>
              <p:nvPr/>
            </p:nvSpPr>
            <p:spPr>
              <a:xfrm>
                <a:off x="1925450" y="650275"/>
                <a:ext cx="77600" cy="75700"/>
              </a:xfrm>
              <a:custGeom>
                <a:avLst/>
                <a:gdLst/>
                <a:ahLst/>
                <a:cxnLst/>
                <a:rect l="l" t="t" r="r" b="b"/>
                <a:pathLst>
                  <a:path w="3104" h="3028" extrusionOk="0">
                    <a:moveTo>
                      <a:pt x="2636" y="1"/>
                    </a:moveTo>
                    <a:cubicBezTo>
                      <a:pt x="2528" y="1"/>
                      <a:pt x="2419" y="42"/>
                      <a:pt x="2336" y="126"/>
                    </a:cubicBezTo>
                    <a:lnTo>
                      <a:pt x="168" y="2294"/>
                    </a:lnTo>
                    <a:cubicBezTo>
                      <a:pt x="1" y="2461"/>
                      <a:pt x="1" y="2728"/>
                      <a:pt x="168" y="2895"/>
                    </a:cubicBezTo>
                    <a:cubicBezTo>
                      <a:pt x="234" y="2961"/>
                      <a:pt x="368" y="3028"/>
                      <a:pt x="468" y="3028"/>
                    </a:cubicBezTo>
                    <a:cubicBezTo>
                      <a:pt x="568" y="3028"/>
                      <a:pt x="668" y="2961"/>
                      <a:pt x="768" y="2895"/>
                    </a:cubicBezTo>
                    <a:lnTo>
                      <a:pt x="2936" y="726"/>
                    </a:lnTo>
                    <a:cubicBezTo>
                      <a:pt x="3103" y="560"/>
                      <a:pt x="3103" y="293"/>
                      <a:pt x="2936" y="126"/>
                    </a:cubicBezTo>
                    <a:cubicBezTo>
                      <a:pt x="2853" y="42"/>
                      <a:pt x="2745"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6"/>
              <p:cNvSpPr/>
              <p:nvPr/>
            </p:nvSpPr>
            <p:spPr>
              <a:xfrm>
                <a:off x="1871250" y="553550"/>
                <a:ext cx="76750" cy="74875"/>
              </a:xfrm>
              <a:custGeom>
                <a:avLst/>
                <a:gdLst/>
                <a:ahLst/>
                <a:cxnLst/>
                <a:rect l="l" t="t" r="r" b="b"/>
                <a:pathLst>
                  <a:path w="3070" h="2995" extrusionOk="0">
                    <a:moveTo>
                      <a:pt x="439" y="0"/>
                    </a:moveTo>
                    <a:cubicBezTo>
                      <a:pt x="334" y="0"/>
                      <a:pt x="234" y="42"/>
                      <a:pt x="168" y="125"/>
                    </a:cubicBezTo>
                    <a:cubicBezTo>
                      <a:pt x="1" y="292"/>
                      <a:pt x="1" y="526"/>
                      <a:pt x="168" y="693"/>
                    </a:cubicBezTo>
                    <a:lnTo>
                      <a:pt x="2336" y="2894"/>
                    </a:lnTo>
                    <a:cubicBezTo>
                      <a:pt x="2402" y="2961"/>
                      <a:pt x="2536" y="2994"/>
                      <a:pt x="2636" y="2994"/>
                    </a:cubicBezTo>
                    <a:cubicBezTo>
                      <a:pt x="2736" y="2994"/>
                      <a:pt x="2836" y="2961"/>
                      <a:pt x="2936" y="2894"/>
                    </a:cubicBezTo>
                    <a:cubicBezTo>
                      <a:pt x="3070" y="2727"/>
                      <a:pt x="3070" y="2460"/>
                      <a:pt x="2936" y="2294"/>
                    </a:cubicBezTo>
                    <a:lnTo>
                      <a:pt x="735" y="125"/>
                    </a:lnTo>
                    <a:cubicBezTo>
                      <a:pt x="651" y="42"/>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4" name="Google Shape;1724;p26"/>
            <p:cNvGrpSpPr/>
            <p:nvPr/>
          </p:nvGrpSpPr>
          <p:grpSpPr>
            <a:xfrm flipH="1">
              <a:off x="713225" y="4760880"/>
              <a:ext cx="306075" cy="248525"/>
              <a:chOff x="3769250" y="3246050"/>
              <a:chExt cx="306075" cy="248525"/>
            </a:xfrm>
          </p:grpSpPr>
          <p:sp>
            <p:nvSpPr>
              <p:cNvPr id="1725" name="Google Shape;1725;p2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9" name="Google Shape;1729;p26"/>
            <p:cNvGrpSpPr/>
            <p:nvPr/>
          </p:nvGrpSpPr>
          <p:grpSpPr>
            <a:xfrm flipH="1">
              <a:off x="1235100" y="4760880"/>
              <a:ext cx="306075" cy="248525"/>
              <a:chOff x="3769250" y="3246050"/>
              <a:chExt cx="306075" cy="248525"/>
            </a:xfrm>
          </p:grpSpPr>
          <p:sp>
            <p:nvSpPr>
              <p:cNvPr id="1730" name="Google Shape;1730;p2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2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2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D5A9C9F5-2ED6-B478-ED82-BBEF1B05B78F}"/>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846"/>
        <p:cNvGrpSpPr/>
        <p:nvPr/>
      </p:nvGrpSpPr>
      <p:grpSpPr>
        <a:xfrm>
          <a:off x="0" y="0"/>
          <a:ext cx="0" cy="0"/>
          <a:chOff x="0" y="0"/>
          <a:chExt cx="0" cy="0"/>
        </a:xfrm>
      </p:grpSpPr>
      <p:grpSp>
        <p:nvGrpSpPr>
          <p:cNvPr id="1847" name="Google Shape;1847;p28"/>
          <p:cNvGrpSpPr/>
          <p:nvPr/>
        </p:nvGrpSpPr>
        <p:grpSpPr>
          <a:xfrm>
            <a:off x="0" y="4533665"/>
            <a:ext cx="9144020" cy="805787"/>
            <a:chOff x="0" y="4533665"/>
            <a:chExt cx="9144020" cy="805787"/>
          </a:xfrm>
        </p:grpSpPr>
        <p:sp>
          <p:nvSpPr>
            <p:cNvPr id="1848" name="Google Shape;1848;p28"/>
            <p:cNvSpPr/>
            <p:nvPr/>
          </p:nvSpPr>
          <p:spPr>
            <a:xfrm>
              <a:off x="0" y="4608575"/>
              <a:ext cx="9143953" cy="278910"/>
            </a:xfrm>
            <a:custGeom>
              <a:avLst/>
              <a:gdLst/>
              <a:ahLst/>
              <a:cxnLst/>
              <a:rect l="l" t="t" r="r" b="b"/>
              <a:pathLst>
                <a:path w="47101" h="30990" extrusionOk="0">
                  <a:moveTo>
                    <a:pt x="1" y="0"/>
                  </a:moveTo>
                  <a:lnTo>
                    <a:pt x="1" y="30989"/>
                  </a:lnTo>
                  <a:lnTo>
                    <a:pt x="47101" y="30989"/>
                  </a:lnTo>
                  <a:lnTo>
                    <a:pt x="471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8"/>
            <p:cNvSpPr/>
            <p:nvPr/>
          </p:nvSpPr>
          <p:spPr>
            <a:xfrm>
              <a:off x="0" y="4887475"/>
              <a:ext cx="9144000" cy="109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8"/>
            <p:cNvSpPr/>
            <p:nvPr/>
          </p:nvSpPr>
          <p:spPr>
            <a:xfrm>
              <a:off x="2319323" y="47713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1" name="Google Shape;1851;p28"/>
            <p:cNvGrpSpPr/>
            <p:nvPr/>
          </p:nvGrpSpPr>
          <p:grpSpPr>
            <a:xfrm>
              <a:off x="1663763" y="4533665"/>
              <a:ext cx="201825" cy="474525"/>
              <a:chOff x="3495750" y="1830925"/>
              <a:chExt cx="201825" cy="474525"/>
            </a:xfrm>
          </p:grpSpPr>
          <p:sp>
            <p:nvSpPr>
              <p:cNvPr id="1852" name="Google Shape;1852;p2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4" name="Google Shape;1854;p28"/>
            <p:cNvGrpSpPr/>
            <p:nvPr/>
          </p:nvGrpSpPr>
          <p:grpSpPr>
            <a:xfrm>
              <a:off x="1904288" y="4533665"/>
              <a:ext cx="201825" cy="474525"/>
              <a:chOff x="3495750" y="1830925"/>
              <a:chExt cx="201825" cy="474525"/>
            </a:xfrm>
          </p:grpSpPr>
          <p:sp>
            <p:nvSpPr>
              <p:cNvPr id="1855" name="Google Shape;1855;p2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7" name="Google Shape;1857;p28"/>
            <p:cNvGrpSpPr/>
            <p:nvPr/>
          </p:nvGrpSpPr>
          <p:grpSpPr>
            <a:xfrm>
              <a:off x="0" y="4996550"/>
              <a:ext cx="9144020" cy="342901"/>
              <a:chOff x="0" y="55475"/>
              <a:chExt cx="9144020" cy="342901"/>
            </a:xfrm>
          </p:grpSpPr>
          <p:sp>
            <p:nvSpPr>
              <p:cNvPr id="1858" name="Google Shape;1858;p28"/>
              <p:cNvSpPr/>
              <p:nvPr/>
            </p:nvSpPr>
            <p:spPr>
              <a:xfrm>
                <a:off x="0" y="55475"/>
                <a:ext cx="4572000" cy="3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8"/>
              <p:cNvSpPr/>
              <p:nvPr/>
            </p:nvSpPr>
            <p:spPr>
              <a:xfrm>
                <a:off x="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8"/>
              <p:cNvSpPr/>
              <p:nvPr/>
            </p:nvSpPr>
            <p:spPr>
              <a:xfrm>
                <a:off x="23447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8"/>
              <p:cNvSpPr/>
              <p:nvPr/>
            </p:nvSpPr>
            <p:spPr>
              <a:xfrm>
                <a:off x="46892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8"/>
              <p:cNvSpPr/>
              <p:nvPr/>
            </p:nvSpPr>
            <p:spPr>
              <a:xfrm>
                <a:off x="70338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8"/>
              <p:cNvSpPr/>
              <p:nvPr/>
            </p:nvSpPr>
            <p:spPr>
              <a:xfrm>
                <a:off x="9378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8"/>
              <p:cNvSpPr/>
              <p:nvPr/>
            </p:nvSpPr>
            <p:spPr>
              <a:xfrm>
                <a:off x="1172304"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8"/>
              <p:cNvSpPr/>
              <p:nvPr/>
            </p:nvSpPr>
            <p:spPr>
              <a:xfrm>
                <a:off x="140676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8"/>
              <p:cNvSpPr/>
              <p:nvPr/>
            </p:nvSpPr>
            <p:spPr>
              <a:xfrm>
                <a:off x="16412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8"/>
              <p:cNvSpPr/>
              <p:nvPr/>
            </p:nvSpPr>
            <p:spPr>
              <a:xfrm>
                <a:off x="1875679"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8"/>
              <p:cNvSpPr/>
              <p:nvPr/>
            </p:nvSpPr>
            <p:spPr>
              <a:xfrm>
                <a:off x="2110137"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8"/>
              <p:cNvSpPr/>
              <p:nvPr/>
            </p:nvSpPr>
            <p:spPr>
              <a:xfrm>
                <a:off x="234459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8"/>
              <p:cNvSpPr/>
              <p:nvPr/>
            </p:nvSpPr>
            <p:spPr>
              <a:xfrm>
                <a:off x="257905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8"/>
              <p:cNvSpPr/>
              <p:nvPr/>
            </p:nvSpPr>
            <p:spPr>
              <a:xfrm>
                <a:off x="2813512"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8"/>
              <p:cNvSpPr/>
              <p:nvPr/>
            </p:nvSpPr>
            <p:spPr>
              <a:xfrm>
                <a:off x="304797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8"/>
              <p:cNvSpPr/>
              <p:nvPr/>
            </p:nvSpPr>
            <p:spPr>
              <a:xfrm>
                <a:off x="3282428"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8"/>
              <p:cNvSpPr/>
              <p:nvPr/>
            </p:nvSpPr>
            <p:spPr>
              <a:xfrm>
                <a:off x="3516886"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8"/>
              <p:cNvSpPr/>
              <p:nvPr/>
            </p:nvSpPr>
            <p:spPr>
              <a:xfrm>
                <a:off x="3751345"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8"/>
              <p:cNvSpPr/>
              <p:nvPr/>
            </p:nvSpPr>
            <p:spPr>
              <a:xfrm>
                <a:off x="3985803"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8"/>
              <p:cNvSpPr/>
              <p:nvPr/>
            </p:nvSpPr>
            <p:spPr>
              <a:xfrm>
                <a:off x="4220261"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8"/>
              <p:cNvSpPr/>
              <p:nvPr/>
            </p:nvSpPr>
            <p:spPr>
              <a:xfrm>
                <a:off x="4454720" y="55476"/>
                <a:ext cx="117300" cy="3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8"/>
              <p:cNvSpPr/>
              <p:nvPr/>
            </p:nvSpPr>
            <p:spPr>
              <a:xfrm>
                <a:off x="4572000" y="55475"/>
                <a:ext cx="4572000" cy="342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8"/>
              <p:cNvSpPr/>
              <p:nvPr/>
            </p:nvSpPr>
            <p:spPr>
              <a:xfrm>
                <a:off x="45720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8"/>
              <p:cNvSpPr/>
              <p:nvPr/>
            </p:nvSpPr>
            <p:spPr>
              <a:xfrm>
                <a:off x="480647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8"/>
              <p:cNvSpPr/>
              <p:nvPr/>
            </p:nvSpPr>
            <p:spPr>
              <a:xfrm>
                <a:off x="504092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8"/>
              <p:cNvSpPr/>
              <p:nvPr/>
            </p:nvSpPr>
            <p:spPr>
              <a:xfrm>
                <a:off x="527538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8"/>
              <p:cNvSpPr/>
              <p:nvPr/>
            </p:nvSpPr>
            <p:spPr>
              <a:xfrm>
                <a:off x="55098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8"/>
              <p:cNvSpPr/>
              <p:nvPr/>
            </p:nvSpPr>
            <p:spPr>
              <a:xfrm>
                <a:off x="5744304"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8"/>
              <p:cNvSpPr/>
              <p:nvPr/>
            </p:nvSpPr>
            <p:spPr>
              <a:xfrm>
                <a:off x="597876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8"/>
              <p:cNvSpPr/>
              <p:nvPr/>
            </p:nvSpPr>
            <p:spPr>
              <a:xfrm>
                <a:off x="62132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8"/>
              <p:cNvSpPr/>
              <p:nvPr/>
            </p:nvSpPr>
            <p:spPr>
              <a:xfrm>
                <a:off x="6447679"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8"/>
              <p:cNvSpPr/>
              <p:nvPr/>
            </p:nvSpPr>
            <p:spPr>
              <a:xfrm>
                <a:off x="6682137"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8"/>
              <p:cNvSpPr/>
              <p:nvPr/>
            </p:nvSpPr>
            <p:spPr>
              <a:xfrm>
                <a:off x="691659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28"/>
              <p:cNvSpPr/>
              <p:nvPr/>
            </p:nvSpPr>
            <p:spPr>
              <a:xfrm>
                <a:off x="715105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8"/>
              <p:cNvSpPr/>
              <p:nvPr/>
            </p:nvSpPr>
            <p:spPr>
              <a:xfrm>
                <a:off x="7385512"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8"/>
              <p:cNvSpPr/>
              <p:nvPr/>
            </p:nvSpPr>
            <p:spPr>
              <a:xfrm>
                <a:off x="761997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28"/>
              <p:cNvSpPr/>
              <p:nvPr/>
            </p:nvSpPr>
            <p:spPr>
              <a:xfrm>
                <a:off x="7854428"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28"/>
              <p:cNvSpPr/>
              <p:nvPr/>
            </p:nvSpPr>
            <p:spPr>
              <a:xfrm>
                <a:off x="8088886"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28"/>
              <p:cNvSpPr/>
              <p:nvPr/>
            </p:nvSpPr>
            <p:spPr>
              <a:xfrm>
                <a:off x="8323345"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8"/>
              <p:cNvSpPr/>
              <p:nvPr/>
            </p:nvSpPr>
            <p:spPr>
              <a:xfrm>
                <a:off x="8557803"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8"/>
              <p:cNvSpPr/>
              <p:nvPr/>
            </p:nvSpPr>
            <p:spPr>
              <a:xfrm>
                <a:off x="8792261"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8"/>
              <p:cNvSpPr/>
              <p:nvPr/>
            </p:nvSpPr>
            <p:spPr>
              <a:xfrm>
                <a:off x="9026720" y="55476"/>
                <a:ext cx="117300" cy="3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0" name="Google Shape;1900;p28"/>
            <p:cNvGrpSpPr/>
            <p:nvPr/>
          </p:nvGrpSpPr>
          <p:grpSpPr>
            <a:xfrm>
              <a:off x="7608850" y="4759675"/>
              <a:ext cx="306075" cy="248525"/>
              <a:chOff x="3769250" y="3246050"/>
              <a:chExt cx="306075" cy="248525"/>
            </a:xfrm>
          </p:grpSpPr>
          <p:sp>
            <p:nvSpPr>
              <p:cNvPr id="1901" name="Google Shape;1901;p2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5" name="Google Shape;1905;p28"/>
            <p:cNvGrpSpPr/>
            <p:nvPr/>
          </p:nvGrpSpPr>
          <p:grpSpPr>
            <a:xfrm>
              <a:off x="7187875" y="4759675"/>
              <a:ext cx="306075" cy="248525"/>
              <a:chOff x="3769250" y="3246050"/>
              <a:chExt cx="306075" cy="248525"/>
            </a:xfrm>
          </p:grpSpPr>
          <p:sp>
            <p:nvSpPr>
              <p:cNvPr id="1906" name="Google Shape;1906;p2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0" name="Google Shape;1910;p28"/>
            <p:cNvGrpSpPr/>
            <p:nvPr/>
          </p:nvGrpSpPr>
          <p:grpSpPr>
            <a:xfrm>
              <a:off x="6766900" y="4759675"/>
              <a:ext cx="306075" cy="248525"/>
              <a:chOff x="3769250" y="3246050"/>
              <a:chExt cx="306075" cy="248525"/>
            </a:xfrm>
          </p:grpSpPr>
          <p:sp>
            <p:nvSpPr>
              <p:cNvPr id="1911" name="Google Shape;1911;p2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2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2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5" name="Google Shape;1915;p28"/>
            <p:cNvGrpSpPr/>
            <p:nvPr/>
          </p:nvGrpSpPr>
          <p:grpSpPr>
            <a:xfrm>
              <a:off x="6345925" y="4759675"/>
              <a:ext cx="306075" cy="248525"/>
              <a:chOff x="3769250" y="3246050"/>
              <a:chExt cx="306075" cy="248525"/>
            </a:xfrm>
          </p:grpSpPr>
          <p:sp>
            <p:nvSpPr>
              <p:cNvPr id="1916" name="Google Shape;1916;p28"/>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8"/>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8"/>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8"/>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0" name="Google Shape;1920;p28"/>
            <p:cNvGrpSpPr/>
            <p:nvPr/>
          </p:nvGrpSpPr>
          <p:grpSpPr>
            <a:xfrm>
              <a:off x="123213" y="4533665"/>
              <a:ext cx="201825" cy="474525"/>
              <a:chOff x="3495750" y="1830925"/>
              <a:chExt cx="201825" cy="474525"/>
            </a:xfrm>
          </p:grpSpPr>
          <p:sp>
            <p:nvSpPr>
              <p:cNvPr id="1921" name="Google Shape;1921;p2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3" name="Google Shape;1923;p28"/>
            <p:cNvGrpSpPr/>
            <p:nvPr/>
          </p:nvGrpSpPr>
          <p:grpSpPr>
            <a:xfrm>
              <a:off x="363738" y="4533665"/>
              <a:ext cx="201825" cy="474525"/>
              <a:chOff x="3495750" y="1830925"/>
              <a:chExt cx="201825" cy="474525"/>
            </a:xfrm>
          </p:grpSpPr>
          <p:sp>
            <p:nvSpPr>
              <p:cNvPr id="1924" name="Google Shape;1924;p2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6" name="Google Shape;1926;p28"/>
            <p:cNvGrpSpPr/>
            <p:nvPr/>
          </p:nvGrpSpPr>
          <p:grpSpPr>
            <a:xfrm>
              <a:off x="713213" y="4533665"/>
              <a:ext cx="201825" cy="474525"/>
              <a:chOff x="3495750" y="1830925"/>
              <a:chExt cx="201825" cy="474525"/>
            </a:xfrm>
          </p:grpSpPr>
          <p:sp>
            <p:nvSpPr>
              <p:cNvPr id="1927" name="Google Shape;1927;p28"/>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8"/>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9" name="Google Shape;1929;p28"/>
            <p:cNvSpPr/>
            <p:nvPr/>
          </p:nvSpPr>
          <p:spPr>
            <a:xfrm>
              <a:off x="8133838" y="48514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8"/>
            <p:cNvSpPr/>
            <p:nvPr/>
          </p:nvSpPr>
          <p:spPr>
            <a:xfrm>
              <a:off x="5843200" y="4794875"/>
              <a:ext cx="322775" cy="92600"/>
            </a:xfrm>
            <a:custGeom>
              <a:avLst/>
              <a:gdLst/>
              <a:ahLst/>
              <a:cxnLst/>
              <a:rect l="l" t="t" r="r" b="b"/>
              <a:pathLst>
                <a:path w="12911" h="3704" extrusionOk="0">
                  <a:moveTo>
                    <a:pt x="3670" y="0"/>
                  </a:moveTo>
                  <a:cubicBezTo>
                    <a:pt x="1635" y="0"/>
                    <a:pt x="1" y="1668"/>
                    <a:pt x="1" y="3703"/>
                  </a:cubicBezTo>
                  <a:lnTo>
                    <a:pt x="12910" y="3703"/>
                  </a:lnTo>
                  <a:cubicBezTo>
                    <a:pt x="12910" y="2669"/>
                    <a:pt x="12076" y="1835"/>
                    <a:pt x="11042" y="1835"/>
                  </a:cubicBezTo>
                  <a:cubicBezTo>
                    <a:pt x="10442" y="1835"/>
                    <a:pt x="9875" y="2135"/>
                    <a:pt x="9541" y="2602"/>
                  </a:cubicBezTo>
                  <a:cubicBezTo>
                    <a:pt x="9207" y="2169"/>
                    <a:pt x="8707" y="1868"/>
                    <a:pt x="8107" y="1868"/>
                  </a:cubicBezTo>
                  <a:cubicBezTo>
                    <a:pt x="7706" y="1868"/>
                    <a:pt x="7339" y="2002"/>
                    <a:pt x="7073" y="2235"/>
                  </a:cubicBezTo>
                  <a:cubicBezTo>
                    <a:pt x="6506" y="901"/>
                    <a:pt x="5205" y="0"/>
                    <a:pt x="3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lide Number Placeholder 1">
            <a:extLst>
              <a:ext uri="{FF2B5EF4-FFF2-40B4-BE49-F238E27FC236}">
                <a16:creationId xmlns:a16="http://schemas.microsoft.com/office/drawing/2014/main" id="{2EA46BB9-5ACE-1095-8C59-E66B9D6035EC}"/>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931"/>
        <p:cNvGrpSpPr/>
        <p:nvPr/>
      </p:nvGrpSpPr>
      <p:grpSpPr>
        <a:xfrm>
          <a:off x="0" y="0"/>
          <a:ext cx="0" cy="0"/>
          <a:chOff x="0" y="0"/>
          <a:chExt cx="0" cy="0"/>
        </a:xfrm>
      </p:grpSpPr>
      <p:grpSp>
        <p:nvGrpSpPr>
          <p:cNvPr id="1932" name="Google Shape;1932;p29"/>
          <p:cNvGrpSpPr/>
          <p:nvPr/>
        </p:nvGrpSpPr>
        <p:grpSpPr>
          <a:xfrm>
            <a:off x="0" y="4388875"/>
            <a:ext cx="9144042" cy="754775"/>
            <a:chOff x="0" y="4388875"/>
            <a:chExt cx="9144042" cy="754775"/>
          </a:xfrm>
        </p:grpSpPr>
        <p:sp>
          <p:nvSpPr>
            <p:cNvPr id="1933" name="Google Shape;1933;p29"/>
            <p:cNvSpPr/>
            <p:nvPr/>
          </p:nvSpPr>
          <p:spPr>
            <a:xfrm>
              <a:off x="8414013" y="4388875"/>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9"/>
            <p:cNvSpPr/>
            <p:nvPr/>
          </p:nvSpPr>
          <p:spPr>
            <a:xfrm>
              <a:off x="126650" y="446895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9"/>
            <p:cNvSpPr/>
            <p:nvPr/>
          </p:nvSpPr>
          <p:spPr>
            <a:xfrm flipH="1">
              <a:off x="8023188" y="446895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6" name="Google Shape;1936;p29"/>
            <p:cNvGrpSpPr/>
            <p:nvPr/>
          </p:nvGrpSpPr>
          <p:grpSpPr>
            <a:xfrm>
              <a:off x="0" y="4614072"/>
              <a:ext cx="9144042" cy="342906"/>
              <a:chOff x="-12" y="127800"/>
              <a:chExt cx="9144042" cy="535205"/>
            </a:xfrm>
          </p:grpSpPr>
          <p:sp>
            <p:nvSpPr>
              <p:cNvPr id="1937" name="Google Shape;1937;p29"/>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9"/>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29"/>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9"/>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9"/>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9"/>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9"/>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9"/>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9"/>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9"/>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29"/>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29"/>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9"/>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9"/>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9"/>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9"/>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9"/>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9"/>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9"/>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9"/>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9"/>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9"/>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9"/>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9"/>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29"/>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29"/>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29"/>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29"/>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29"/>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29"/>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29"/>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9"/>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9"/>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29"/>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29"/>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9"/>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9"/>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29"/>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9"/>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9"/>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7" name="Google Shape;1977;p29"/>
            <p:cNvSpPr/>
            <p:nvPr/>
          </p:nvSpPr>
          <p:spPr>
            <a:xfrm>
              <a:off x="0" y="4818752"/>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8" name="Google Shape;1978;p29"/>
            <p:cNvGrpSpPr/>
            <p:nvPr/>
          </p:nvGrpSpPr>
          <p:grpSpPr>
            <a:xfrm flipH="1">
              <a:off x="1199300" y="4704325"/>
              <a:ext cx="306075" cy="248525"/>
              <a:chOff x="3769250" y="3246050"/>
              <a:chExt cx="306075" cy="248525"/>
            </a:xfrm>
          </p:grpSpPr>
          <p:sp>
            <p:nvSpPr>
              <p:cNvPr id="1979" name="Google Shape;1979;p2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2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2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2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3" name="Google Shape;1983;p29"/>
            <p:cNvGrpSpPr/>
            <p:nvPr/>
          </p:nvGrpSpPr>
          <p:grpSpPr>
            <a:xfrm flipH="1">
              <a:off x="282300" y="4704325"/>
              <a:ext cx="306075" cy="248525"/>
              <a:chOff x="3769250" y="3246050"/>
              <a:chExt cx="306075" cy="248525"/>
            </a:xfrm>
          </p:grpSpPr>
          <p:sp>
            <p:nvSpPr>
              <p:cNvPr id="1984" name="Google Shape;1984;p2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2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2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8" name="Google Shape;1988;p29"/>
            <p:cNvSpPr/>
            <p:nvPr/>
          </p:nvSpPr>
          <p:spPr>
            <a:xfrm>
              <a:off x="0" y="4952850"/>
              <a:ext cx="9144000" cy="11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9" name="Google Shape;1989;p29"/>
            <p:cNvGrpSpPr/>
            <p:nvPr/>
          </p:nvGrpSpPr>
          <p:grpSpPr>
            <a:xfrm>
              <a:off x="8573725" y="4704325"/>
              <a:ext cx="306075" cy="248525"/>
              <a:chOff x="3769250" y="3246050"/>
              <a:chExt cx="306075" cy="248525"/>
            </a:xfrm>
          </p:grpSpPr>
          <p:sp>
            <p:nvSpPr>
              <p:cNvPr id="1990" name="Google Shape;1990;p2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4" name="Google Shape;1994;p29"/>
            <p:cNvGrpSpPr/>
            <p:nvPr/>
          </p:nvGrpSpPr>
          <p:grpSpPr>
            <a:xfrm flipH="1">
              <a:off x="740800" y="4818775"/>
              <a:ext cx="306075" cy="248525"/>
              <a:chOff x="3769250" y="3246050"/>
              <a:chExt cx="306075" cy="248525"/>
            </a:xfrm>
          </p:grpSpPr>
          <p:sp>
            <p:nvSpPr>
              <p:cNvPr id="1995" name="Google Shape;1995;p2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9" name="Google Shape;1999;p29"/>
            <p:cNvSpPr/>
            <p:nvPr/>
          </p:nvSpPr>
          <p:spPr>
            <a:xfrm>
              <a:off x="0" y="5067450"/>
              <a:ext cx="9144000" cy="76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0" name="Google Shape;2000;p29"/>
            <p:cNvGrpSpPr/>
            <p:nvPr/>
          </p:nvGrpSpPr>
          <p:grpSpPr>
            <a:xfrm>
              <a:off x="8125350" y="4818775"/>
              <a:ext cx="306075" cy="248525"/>
              <a:chOff x="3769250" y="3246050"/>
              <a:chExt cx="306075" cy="248525"/>
            </a:xfrm>
          </p:grpSpPr>
          <p:sp>
            <p:nvSpPr>
              <p:cNvPr id="2001" name="Google Shape;2001;p2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5" name="Google Shape;2005;p29"/>
            <p:cNvGrpSpPr/>
            <p:nvPr/>
          </p:nvGrpSpPr>
          <p:grpSpPr>
            <a:xfrm>
              <a:off x="7717125" y="4818775"/>
              <a:ext cx="306075" cy="248525"/>
              <a:chOff x="3769250" y="3246050"/>
              <a:chExt cx="306075" cy="248525"/>
            </a:xfrm>
          </p:grpSpPr>
          <p:sp>
            <p:nvSpPr>
              <p:cNvPr id="2006" name="Google Shape;2006;p29"/>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9"/>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9"/>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9"/>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lide Number Placeholder 1">
            <a:extLst>
              <a:ext uri="{FF2B5EF4-FFF2-40B4-BE49-F238E27FC236}">
                <a16:creationId xmlns:a16="http://schemas.microsoft.com/office/drawing/2014/main" id="{3D960E48-F45A-9E3F-8B85-79510AB19275}"/>
              </a:ext>
            </a:extLst>
          </p:cNvPr>
          <p:cNvSpPr>
            <a:spLocks noGrp="1"/>
          </p:cNvSpPr>
          <p:nvPr>
            <p:ph type="sldNum" sz="quarter" idx="10"/>
          </p:nvPr>
        </p:nvSpPr>
        <p:spPr/>
        <p:txBody>
          <a:bodyPr/>
          <a:lstStyle/>
          <a:p>
            <a:fld id="{FD066784-9D51-4624-A73B-AF851740F5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1pPr>
            <a:lvl2pPr lvl="1"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2pPr>
            <a:lvl3pPr lvl="2"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3pPr>
            <a:lvl4pPr lvl="3"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4pPr>
            <a:lvl5pPr lvl="4"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5pPr>
            <a:lvl6pPr lvl="5"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6pPr>
            <a:lvl7pPr lvl="6"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7pPr>
            <a:lvl8pPr lvl="7"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8pPr>
            <a:lvl9pPr lvl="8" rtl="0">
              <a:spcBef>
                <a:spcPts val="0"/>
              </a:spcBef>
              <a:spcAft>
                <a:spcPts val="0"/>
              </a:spcAft>
              <a:buClr>
                <a:schemeClr val="dk1"/>
              </a:buClr>
              <a:buSzPts val="3000"/>
              <a:buFont typeface="Ubuntu"/>
              <a:buNone/>
              <a:defRPr sz="3000" b="1">
                <a:solidFill>
                  <a:schemeClr val="dk1"/>
                </a:solidFill>
                <a:latin typeface="Ubuntu"/>
                <a:ea typeface="Ubuntu"/>
                <a:cs typeface="Ubuntu"/>
                <a:sym typeface="Ubuntu"/>
              </a:defRPr>
            </a:lvl9pPr>
          </a:lstStyle>
          <a:p>
            <a:endParaRPr dirty="0"/>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
        <p:nvSpPr>
          <p:cNvPr id="3" name="Slide Number Placeholder 2">
            <a:extLst>
              <a:ext uri="{FF2B5EF4-FFF2-40B4-BE49-F238E27FC236}">
                <a16:creationId xmlns:a16="http://schemas.microsoft.com/office/drawing/2014/main" id="{7302AD75-5F6C-8D04-FEDA-47F6268EF603}"/>
              </a:ext>
            </a:extLst>
          </p:cNvPr>
          <p:cNvSpPr>
            <a:spLocks noGrp="1"/>
          </p:cNvSpPr>
          <p:nvPr>
            <p:ph type="sldNum" sz="quarter" idx="4"/>
          </p:nvPr>
        </p:nvSpPr>
        <p:spPr>
          <a:xfrm>
            <a:off x="6973104" y="4773702"/>
            <a:ext cx="2057400" cy="274637"/>
          </a:xfrm>
          <a:prstGeom prst="rect">
            <a:avLst/>
          </a:prstGeom>
        </p:spPr>
        <p:txBody>
          <a:bodyPr vert="horz" lIns="91440" tIns="45720" rIns="91440" bIns="45720" rtlCol="0" anchor="ctr"/>
          <a:lstStyle>
            <a:lvl1pPr algn="r">
              <a:defRPr lang="en-US" b="1" smtClean="0">
                <a:solidFill>
                  <a:schemeClr val="tx1"/>
                </a:solidFill>
                <a:latin typeface="Ubuntu" panose="020B0504030602030204" pitchFamily="34" charset="0"/>
              </a:defRPr>
            </a:lvl1pPr>
          </a:lstStyle>
          <a:p>
            <a:fld id="{FD066784-9D51-4624-A73B-AF851740F580}"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5" r:id="rId5"/>
    <p:sldLayoutId id="2147483658" r:id="rId6"/>
    <p:sldLayoutId id="2147483659" r:id="rId7"/>
    <p:sldLayoutId id="2147483664" r:id="rId8"/>
    <p:sldLayoutId id="2147483667" r:id="rId9"/>
    <p:sldLayoutId id="2147483668" r:id="rId10"/>
    <p:sldLayoutId id="2147483671" r:id="rId11"/>
    <p:sldLayoutId id="2147483672"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hyperlink" Target="https://doi.org/10.1017/9781009157896" TargetMode="External"/><Relationship Id="rId7" Type="http://schemas.openxmlformats.org/officeDocument/2006/relationships/hyperlink" Target="https://www.gob.mx/sener/documentos/resumen-de-la-explicacion-de-la-reforma-energetica" TargetMode="External"/><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hyperlink" Target="https://www.gob.mx/sener/articulos/reporte-de-avance-de-energias-limpias" TargetMode="External"/><Relationship Id="rId5" Type="http://schemas.openxmlformats.org/officeDocument/2006/relationships/hyperlink" Target="http://rinderesu.com/index.php/rinderesu/article/view/104/107" TargetMode="External"/><Relationship Id="rId4" Type="http://schemas.openxmlformats.org/officeDocument/2006/relationships/hyperlink" Target="https://www.gob.mx/cms/uploads/attachment/file/428621/La_industria_solar_fv_y_ft_en_M_xico-compressed.pdf"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ciep.mx/energia-solar-en-mexico-su-potencial-y-aprovechamiento/" TargetMode="External"/><Relationship Id="rId3" Type="http://schemas.openxmlformats.org/officeDocument/2006/relationships/hyperlink" Target="https://energia.conacyt.mx/planeas/electricidad/capacidad-generacion" TargetMode="External"/><Relationship Id="rId7" Type="http://schemas.openxmlformats.org/officeDocument/2006/relationships/hyperlink" Target="https://www.un.org/es/climatechange/paris-agreement" TargetMode="External"/><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hyperlink" Target="https://www.un.org/es/climatechange/science/causes-effects-climate-change" TargetMode="External"/><Relationship Id="rId5" Type="http://schemas.openxmlformats.org/officeDocument/2006/relationships/hyperlink" Target="https://www.boe.es/buscar/act.php?id=BOE-A-2013-13645" TargetMode="External"/><Relationship Id="rId4" Type="http://schemas.openxmlformats.org/officeDocument/2006/relationships/hyperlink" Target="https://twenergy.com/?p=1787" TargetMode="External"/><Relationship Id="rId9" Type="http://schemas.openxmlformats.org/officeDocument/2006/relationships/hyperlink" Target="https://www.cenace.gob.mx/Docs/14_REGLAS/Manuales/Manual%20de%20Pron%C3%B3sticos%20%5BDOF%2023-11-17%5D.pdf"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doi.org/10.1016/j.renene.2016.12.095" TargetMode="External"/><Relationship Id="rId3" Type="http://schemas.openxmlformats.org/officeDocument/2006/relationships/hyperlink" Target="https://www.gob.mx/cenace/articulos/sabes-que-es-el-mercado-electrico-mayorista?idiom=es" TargetMode="External"/><Relationship Id="rId7" Type="http://schemas.openxmlformats.org/officeDocument/2006/relationships/hyperlink" Target="https://papers.nips.cc/paper_files/paper/2015/hash/07563a3fe3bbe7e3ba84431ad9d055af-Abstract.html" TargetMode="External"/><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hyperlink" Target="https://doi.org/10.1016/j.solener.2010.08.010" TargetMode="External"/><Relationship Id="rId5" Type="http://schemas.openxmlformats.org/officeDocument/2006/relationships/hyperlink" Target="https://doi.org/10.1016/j.pecs.2008.01.001" TargetMode="External"/><Relationship Id="rId4" Type="http://schemas.openxmlformats.org/officeDocument/2006/relationships/hyperlink" Target="https://doi.org/10.1016/j.rser.2020.110201"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doi.org/10.3390/s24123897" TargetMode="External"/><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hyperlink" Target="https://arxiv.org/abs/2310.13791" TargetMode="External"/><Relationship Id="rId5" Type="http://schemas.openxmlformats.org/officeDocument/2006/relationships/hyperlink" Target="https://doi.org/10.3390/s24051593" TargetMode="External"/><Relationship Id="rId4" Type="http://schemas.openxmlformats.org/officeDocument/2006/relationships/hyperlink" Target="https://doi.org/10.32604/csse.2023.038514"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8.xml"/><Relationship Id="rId4" Type="http://schemas.openxmlformats.org/officeDocument/2006/relationships/image" Target="../media/image40.jpe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9.xml"/><Relationship Id="rId4" Type="http://schemas.openxmlformats.org/officeDocument/2006/relationships/image" Target="../media/image43.jp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19"/>
        <p:cNvGrpSpPr/>
        <p:nvPr/>
      </p:nvGrpSpPr>
      <p:grpSpPr>
        <a:xfrm>
          <a:off x="0" y="0"/>
          <a:ext cx="0" cy="0"/>
          <a:chOff x="0" y="0"/>
          <a:chExt cx="0" cy="0"/>
        </a:xfrm>
      </p:grpSpPr>
      <p:sp>
        <p:nvSpPr>
          <p:cNvPr id="2020" name="Google Shape;2020;p33"/>
          <p:cNvSpPr txBox="1">
            <a:spLocks noGrp="1"/>
          </p:cNvSpPr>
          <p:nvPr>
            <p:ph type="ctrTitle"/>
          </p:nvPr>
        </p:nvSpPr>
        <p:spPr>
          <a:xfrm>
            <a:off x="713600" y="903625"/>
            <a:ext cx="7717500" cy="159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2800" noProof="0" dirty="0"/>
              <a:t>MODELADO DE ENERGÍA FOTOVOLTAICA A PARTIR DE DATOS CLIMATOLÓGICOS MEDIANTE APRENDIZAJE AUTOMÁTICO</a:t>
            </a:r>
          </a:p>
        </p:txBody>
      </p:sp>
      <p:sp>
        <p:nvSpPr>
          <p:cNvPr id="2021" name="Google Shape;2021;p33"/>
          <p:cNvSpPr txBox="1">
            <a:spLocks noGrp="1"/>
          </p:cNvSpPr>
          <p:nvPr>
            <p:ph type="subTitle" idx="1"/>
          </p:nvPr>
        </p:nvSpPr>
        <p:spPr>
          <a:xfrm>
            <a:off x="2139050" y="2543374"/>
            <a:ext cx="45288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Lic. Claudia Lissette Gutiérrez Díaz</a:t>
            </a:r>
          </a:p>
        </p:txBody>
      </p:sp>
      <p:grpSp>
        <p:nvGrpSpPr>
          <p:cNvPr id="2022" name="Google Shape;2022;p33"/>
          <p:cNvGrpSpPr/>
          <p:nvPr/>
        </p:nvGrpSpPr>
        <p:grpSpPr>
          <a:xfrm>
            <a:off x="-125" y="2613300"/>
            <a:ext cx="9144239" cy="2530325"/>
            <a:chOff x="-125" y="2613300"/>
            <a:chExt cx="9144239" cy="2530325"/>
          </a:xfrm>
        </p:grpSpPr>
        <p:sp>
          <p:nvSpPr>
            <p:cNvPr id="2023" name="Google Shape;2023;p33"/>
            <p:cNvSpPr/>
            <p:nvPr/>
          </p:nvSpPr>
          <p:spPr>
            <a:xfrm>
              <a:off x="2597525" y="3349671"/>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24" name="Google Shape;2024;p33"/>
            <p:cNvSpPr/>
            <p:nvPr/>
          </p:nvSpPr>
          <p:spPr>
            <a:xfrm>
              <a:off x="6618250" y="3429746"/>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025" name="Google Shape;2025;p33"/>
            <p:cNvGrpSpPr/>
            <p:nvPr/>
          </p:nvGrpSpPr>
          <p:grpSpPr>
            <a:xfrm>
              <a:off x="3009013" y="3100346"/>
              <a:ext cx="201825" cy="474525"/>
              <a:chOff x="3495750" y="1830925"/>
              <a:chExt cx="201825" cy="474525"/>
            </a:xfrm>
          </p:grpSpPr>
          <p:sp>
            <p:nvSpPr>
              <p:cNvPr id="2026" name="Google Shape;2026;p33"/>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27" name="Google Shape;2027;p33"/>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28" name="Google Shape;2028;p33"/>
            <p:cNvGrpSpPr/>
            <p:nvPr/>
          </p:nvGrpSpPr>
          <p:grpSpPr>
            <a:xfrm>
              <a:off x="3249538" y="3100346"/>
              <a:ext cx="201825" cy="474525"/>
              <a:chOff x="3495750" y="1830925"/>
              <a:chExt cx="201825" cy="474525"/>
            </a:xfrm>
          </p:grpSpPr>
          <p:sp>
            <p:nvSpPr>
              <p:cNvPr id="2029" name="Google Shape;2029;p33"/>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30" name="Google Shape;2030;p33"/>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31" name="Google Shape;2031;p33"/>
            <p:cNvGrpSpPr/>
            <p:nvPr/>
          </p:nvGrpSpPr>
          <p:grpSpPr>
            <a:xfrm>
              <a:off x="3490063" y="3100346"/>
              <a:ext cx="201825" cy="474525"/>
              <a:chOff x="3495750" y="1830925"/>
              <a:chExt cx="201825" cy="474525"/>
            </a:xfrm>
          </p:grpSpPr>
          <p:sp>
            <p:nvSpPr>
              <p:cNvPr id="2032" name="Google Shape;2032;p33"/>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33" name="Google Shape;2033;p33"/>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34" name="Google Shape;2034;p33"/>
            <p:cNvGrpSpPr/>
            <p:nvPr/>
          </p:nvGrpSpPr>
          <p:grpSpPr>
            <a:xfrm>
              <a:off x="3730588" y="3100346"/>
              <a:ext cx="201825" cy="474525"/>
              <a:chOff x="3495750" y="1830925"/>
              <a:chExt cx="201825" cy="474525"/>
            </a:xfrm>
          </p:grpSpPr>
          <p:sp>
            <p:nvSpPr>
              <p:cNvPr id="2035" name="Google Shape;2035;p33"/>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36" name="Google Shape;2036;p33"/>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037" name="Google Shape;2037;p33"/>
            <p:cNvSpPr/>
            <p:nvPr/>
          </p:nvSpPr>
          <p:spPr>
            <a:xfrm>
              <a:off x="941500" y="2613300"/>
              <a:ext cx="2170725" cy="1599500"/>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38" name="Google Shape;2038;p33"/>
            <p:cNvSpPr/>
            <p:nvPr/>
          </p:nvSpPr>
          <p:spPr>
            <a:xfrm>
              <a:off x="0" y="2613300"/>
              <a:ext cx="2139050" cy="1599500"/>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39" name="Google Shape;2039;p33"/>
            <p:cNvSpPr/>
            <p:nvPr/>
          </p:nvSpPr>
          <p:spPr>
            <a:xfrm flipH="1">
              <a:off x="6260375" y="2753325"/>
              <a:ext cx="2170725" cy="1599500"/>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0" name="Google Shape;2040;p33"/>
            <p:cNvSpPr/>
            <p:nvPr/>
          </p:nvSpPr>
          <p:spPr>
            <a:xfrm>
              <a:off x="-125" y="3574481"/>
              <a:ext cx="9144000" cy="115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1" name="Google Shape;2041;p33"/>
            <p:cNvSpPr/>
            <p:nvPr/>
          </p:nvSpPr>
          <p:spPr>
            <a:xfrm>
              <a:off x="4561875" y="3574469"/>
              <a:ext cx="4581900" cy="689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042" name="Google Shape;2042;p33"/>
            <p:cNvGrpSpPr/>
            <p:nvPr/>
          </p:nvGrpSpPr>
          <p:grpSpPr>
            <a:xfrm>
              <a:off x="4562125" y="4212757"/>
              <a:ext cx="4581989" cy="521018"/>
              <a:chOff x="0" y="1470900"/>
              <a:chExt cx="3627000" cy="275700"/>
            </a:xfrm>
          </p:grpSpPr>
          <p:sp>
            <p:nvSpPr>
              <p:cNvPr id="2043" name="Google Shape;2043;p33"/>
              <p:cNvSpPr/>
              <p:nvPr/>
            </p:nvSpPr>
            <p:spPr>
              <a:xfrm>
                <a:off x="0" y="1470900"/>
                <a:ext cx="3627000" cy="275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4" name="Google Shape;2044;p33"/>
              <p:cNvSpPr/>
              <p:nvPr/>
            </p:nvSpPr>
            <p:spPr>
              <a:xfrm>
                <a:off x="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5" name="Google Shape;2045;p33"/>
              <p:cNvSpPr/>
              <p:nvPr/>
            </p:nvSpPr>
            <p:spPr>
              <a:xfrm>
                <a:off x="186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6" name="Google Shape;2046;p33"/>
              <p:cNvSpPr/>
              <p:nvPr/>
            </p:nvSpPr>
            <p:spPr>
              <a:xfrm>
                <a:off x="372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7" name="Google Shape;2047;p33"/>
              <p:cNvSpPr/>
              <p:nvPr/>
            </p:nvSpPr>
            <p:spPr>
              <a:xfrm>
                <a:off x="558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8" name="Google Shape;2048;p33"/>
              <p:cNvSpPr/>
              <p:nvPr/>
            </p:nvSpPr>
            <p:spPr>
              <a:xfrm>
                <a:off x="744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49" name="Google Shape;2049;p33"/>
              <p:cNvSpPr/>
              <p:nvPr/>
            </p:nvSpPr>
            <p:spPr>
              <a:xfrm>
                <a:off x="930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0" name="Google Shape;2050;p33"/>
              <p:cNvSpPr/>
              <p:nvPr/>
            </p:nvSpPr>
            <p:spPr>
              <a:xfrm>
                <a:off x="1116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1" name="Google Shape;2051;p33"/>
              <p:cNvSpPr/>
              <p:nvPr/>
            </p:nvSpPr>
            <p:spPr>
              <a:xfrm>
                <a:off x="1302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2" name="Google Shape;2052;p33"/>
              <p:cNvSpPr/>
              <p:nvPr/>
            </p:nvSpPr>
            <p:spPr>
              <a:xfrm>
                <a:off x="1488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3" name="Google Shape;2053;p33"/>
              <p:cNvSpPr/>
              <p:nvPr/>
            </p:nvSpPr>
            <p:spPr>
              <a:xfrm>
                <a:off x="1674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4" name="Google Shape;2054;p33"/>
              <p:cNvSpPr/>
              <p:nvPr/>
            </p:nvSpPr>
            <p:spPr>
              <a:xfrm>
                <a:off x="1860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5" name="Google Shape;2055;p33"/>
              <p:cNvSpPr/>
              <p:nvPr/>
            </p:nvSpPr>
            <p:spPr>
              <a:xfrm>
                <a:off x="2046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6" name="Google Shape;2056;p33"/>
              <p:cNvSpPr/>
              <p:nvPr/>
            </p:nvSpPr>
            <p:spPr>
              <a:xfrm>
                <a:off x="2232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7" name="Google Shape;2057;p33"/>
              <p:cNvSpPr/>
              <p:nvPr/>
            </p:nvSpPr>
            <p:spPr>
              <a:xfrm>
                <a:off x="2418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8" name="Google Shape;2058;p33"/>
              <p:cNvSpPr/>
              <p:nvPr/>
            </p:nvSpPr>
            <p:spPr>
              <a:xfrm>
                <a:off x="2604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59" name="Google Shape;2059;p33"/>
              <p:cNvSpPr/>
              <p:nvPr/>
            </p:nvSpPr>
            <p:spPr>
              <a:xfrm>
                <a:off x="2790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0" name="Google Shape;2060;p33"/>
              <p:cNvSpPr/>
              <p:nvPr/>
            </p:nvSpPr>
            <p:spPr>
              <a:xfrm>
                <a:off x="2976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1" name="Google Shape;2061;p33"/>
              <p:cNvSpPr/>
              <p:nvPr/>
            </p:nvSpPr>
            <p:spPr>
              <a:xfrm>
                <a:off x="3162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2" name="Google Shape;2062;p33"/>
              <p:cNvSpPr/>
              <p:nvPr/>
            </p:nvSpPr>
            <p:spPr>
              <a:xfrm>
                <a:off x="3348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3" name="Google Shape;2063;p33"/>
              <p:cNvSpPr/>
              <p:nvPr/>
            </p:nvSpPr>
            <p:spPr>
              <a:xfrm>
                <a:off x="3534000" y="1470900"/>
                <a:ext cx="93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64" name="Google Shape;2064;p33"/>
            <p:cNvGrpSpPr/>
            <p:nvPr/>
          </p:nvGrpSpPr>
          <p:grpSpPr>
            <a:xfrm>
              <a:off x="7245900" y="3658050"/>
              <a:ext cx="388650" cy="1075800"/>
              <a:chOff x="8604725" y="1802350"/>
              <a:chExt cx="388650" cy="1075800"/>
            </a:xfrm>
          </p:grpSpPr>
          <p:sp>
            <p:nvSpPr>
              <p:cNvPr id="2065" name="Google Shape;2065;p33"/>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6" name="Google Shape;2066;p33"/>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7" name="Google Shape;2067;p33"/>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8" name="Google Shape;2068;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69" name="Google Shape;2069;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0" name="Google Shape;2070;p33"/>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1" name="Google Shape;2071;p33"/>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2" name="Google Shape;2072;p33"/>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73" name="Google Shape;2073;p33"/>
            <p:cNvGrpSpPr/>
            <p:nvPr/>
          </p:nvGrpSpPr>
          <p:grpSpPr>
            <a:xfrm>
              <a:off x="6808250" y="3734250"/>
              <a:ext cx="388650" cy="1075800"/>
              <a:chOff x="8604725" y="1802350"/>
              <a:chExt cx="388650" cy="1075800"/>
            </a:xfrm>
          </p:grpSpPr>
          <p:sp>
            <p:nvSpPr>
              <p:cNvPr id="2074" name="Google Shape;2074;p33"/>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5" name="Google Shape;2075;p33"/>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6" name="Google Shape;2076;p33"/>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7" name="Google Shape;2077;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8" name="Google Shape;2078;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79" name="Google Shape;2079;p33"/>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0" name="Google Shape;2080;p33"/>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1" name="Google Shape;2081;p33"/>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82" name="Google Shape;2082;p33"/>
            <p:cNvGrpSpPr/>
            <p:nvPr/>
          </p:nvGrpSpPr>
          <p:grpSpPr>
            <a:xfrm>
              <a:off x="6370600" y="3658050"/>
              <a:ext cx="388650" cy="1075800"/>
              <a:chOff x="8604725" y="1802350"/>
              <a:chExt cx="388650" cy="1075800"/>
            </a:xfrm>
          </p:grpSpPr>
          <p:sp>
            <p:nvSpPr>
              <p:cNvPr id="2083" name="Google Shape;2083;p33"/>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4" name="Google Shape;2084;p33"/>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5" name="Google Shape;2085;p33"/>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6" name="Google Shape;2086;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7" name="Google Shape;2087;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8" name="Google Shape;2088;p33"/>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89" name="Google Shape;2089;p33"/>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0" name="Google Shape;2090;p33"/>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091" name="Google Shape;2091;p33"/>
            <p:cNvGrpSpPr/>
            <p:nvPr/>
          </p:nvGrpSpPr>
          <p:grpSpPr>
            <a:xfrm>
              <a:off x="5574475" y="3954000"/>
              <a:ext cx="388650" cy="1075800"/>
              <a:chOff x="8604725" y="1802350"/>
              <a:chExt cx="388650" cy="1075800"/>
            </a:xfrm>
          </p:grpSpPr>
          <p:sp>
            <p:nvSpPr>
              <p:cNvPr id="2092" name="Google Shape;2092;p33"/>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3" name="Google Shape;2093;p33"/>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4" name="Google Shape;2094;p33"/>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5" name="Google Shape;2095;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6" name="Google Shape;2096;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7" name="Google Shape;2097;p33"/>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8" name="Google Shape;2098;p33"/>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099" name="Google Shape;2099;p33"/>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00" name="Google Shape;2100;p33"/>
            <p:cNvGrpSpPr/>
            <p:nvPr/>
          </p:nvGrpSpPr>
          <p:grpSpPr>
            <a:xfrm>
              <a:off x="5136825" y="3658050"/>
              <a:ext cx="388650" cy="1075800"/>
              <a:chOff x="8604725" y="1802350"/>
              <a:chExt cx="388650" cy="1075800"/>
            </a:xfrm>
          </p:grpSpPr>
          <p:sp>
            <p:nvSpPr>
              <p:cNvPr id="2101" name="Google Shape;2101;p33"/>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2" name="Google Shape;2102;p33"/>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3" name="Google Shape;2103;p33"/>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4" name="Google Shape;2104;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5" name="Google Shape;2105;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6" name="Google Shape;2106;p33"/>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7" name="Google Shape;2107;p33"/>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08" name="Google Shape;2108;p33"/>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109" name="Google Shape;2109;p33"/>
            <p:cNvSpPr/>
            <p:nvPr/>
          </p:nvSpPr>
          <p:spPr>
            <a:xfrm flipH="1">
              <a:off x="7004950" y="3134325"/>
              <a:ext cx="2139050" cy="1599500"/>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10" name="Google Shape;2110;p33"/>
            <p:cNvSpPr/>
            <p:nvPr/>
          </p:nvSpPr>
          <p:spPr>
            <a:xfrm>
              <a:off x="0" y="4349250"/>
              <a:ext cx="4561800" cy="384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111" name="Google Shape;2111;p33"/>
            <p:cNvGrpSpPr/>
            <p:nvPr/>
          </p:nvGrpSpPr>
          <p:grpSpPr>
            <a:xfrm>
              <a:off x="4179850" y="4484313"/>
              <a:ext cx="306075" cy="248525"/>
              <a:chOff x="3769250" y="3246050"/>
              <a:chExt cx="306075" cy="248525"/>
            </a:xfrm>
          </p:grpSpPr>
          <p:sp>
            <p:nvSpPr>
              <p:cNvPr id="2112" name="Google Shape;2112;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13" name="Google Shape;2113;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14" name="Google Shape;2114;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15" name="Google Shape;2115;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16" name="Google Shape;2116;p33"/>
            <p:cNvGrpSpPr/>
            <p:nvPr/>
          </p:nvGrpSpPr>
          <p:grpSpPr>
            <a:xfrm>
              <a:off x="3758875" y="4484313"/>
              <a:ext cx="306075" cy="248525"/>
              <a:chOff x="3769250" y="3246050"/>
              <a:chExt cx="306075" cy="248525"/>
            </a:xfrm>
          </p:grpSpPr>
          <p:sp>
            <p:nvSpPr>
              <p:cNvPr id="2117" name="Google Shape;2117;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18" name="Google Shape;2118;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19" name="Google Shape;2119;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20" name="Google Shape;2120;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21" name="Google Shape;2121;p33"/>
            <p:cNvGrpSpPr/>
            <p:nvPr/>
          </p:nvGrpSpPr>
          <p:grpSpPr>
            <a:xfrm>
              <a:off x="3337900" y="4484313"/>
              <a:ext cx="306075" cy="248525"/>
              <a:chOff x="3769250" y="3246050"/>
              <a:chExt cx="306075" cy="248525"/>
            </a:xfrm>
          </p:grpSpPr>
          <p:sp>
            <p:nvSpPr>
              <p:cNvPr id="2122" name="Google Shape;2122;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23" name="Google Shape;2123;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24" name="Google Shape;2124;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25" name="Google Shape;2125;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26" name="Google Shape;2126;p33"/>
            <p:cNvGrpSpPr/>
            <p:nvPr/>
          </p:nvGrpSpPr>
          <p:grpSpPr>
            <a:xfrm>
              <a:off x="2916925" y="4484313"/>
              <a:ext cx="306075" cy="248525"/>
              <a:chOff x="3769250" y="3246050"/>
              <a:chExt cx="306075" cy="248525"/>
            </a:xfrm>
          </p:grpSpPr>
          <p:sp>
            <p:nvSpPr>
              <p:cNvPr id="2127" name="Google Shape;2127;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28" name="Google Shape;2128;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29" name="Google Shape;2129;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30" name="Google Shape;2130;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31" name="Google Shape;2131;p33"/>
            <p:cNvGrpSpPr/>
            <p:nvPr/>
          </p:nvGrpSpPr>
          <p:grpSpPr>
            <a:xfrm>
              <a:off x="2495950" y="4484313"/>
              <a:ext cx="306075" cy="248525"/>
              <a:chOff x="3769250" y="3246050"/>
              <a:chExt cx="306075" cy="248525"/>
            </a:xfrm>
          </p:grpSpPr>
          <p:sp>
            <p:nvSpPr>
              <p:cNvPr id="2132" name="Google Shape;2132;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33" name="Google Shape;2133;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34" name="Google Shape;2134;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35" name="Google Shape;2135;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36" name="Google Shape;2136;p33"/>
            <p:cNvGrpSpPr/>
            <p:nvPr/>
          </p:nvGrpSpPr>
          <p:grpSpPr>
            <a:xfrm>
              <a:off x="2074975" y="4484313"/>
              <a:ext cx="306075" cy="248525"/>
              <a:chOff x="3769250" y="3246050"/>
              <a:chExt cx="306075" cy="248525"/>
            </a:xfrm>
          </p:grpSpPr>
          <p:sp>
            <p:nvSpPr>
              <p:cNvPr id="2137" name="Google Shape;2137;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38" name="Google Shape;2138;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39" name="Google Shape;2139;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0" name="Google Shape;2140;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141" name="Google Shape;2141;p33"/>
            <p:cNvSpPr/>
            <p:nvPr/>
          </p:nvSpPr>
          <p:spPr>
            <a:xfrm>
              <a:off x="0" y="4215150"/>
              <a:ext cx="45618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142" name="Google Shape;2142;p33"/>
            <p:cNvGrpSpPr/>
            <p:nvPr/>
          </p:nvGrpSpPr>
          <p:grpSpPr>
            <a:xfrm>
              <a:off x="172175" y="3658050"/>
              <a:ext cx="388650" cy="1075800"/>
              <a:chOff x="8604725" y="1802350"/>
              <a:chExt cx="388650" cy="1075800"/>
            </a:xfrm>
          </p:grpSpPr>
          <p:sp>
            <p:nvSpPr>
              <p:cNvPr id="2143" name="Google Shape;2143;p33"/>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4" name="Google Shape;2144;p33"/>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5" name="Google Shape;2145;p33"/>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6" name="Google Shape;2146;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7" name="Google Shape;2147;p33"/>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8" name="Google Shape;2148;p33"/>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49" name="Google Shape;2149;p33"/>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0" name="Google Shape;2150;p33"/>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151" name="Google Shape;2151;p33"/>
            <p:cNvSpPr/>
            <p:nvPr/>
          </p:nvSpPr>
          <p:spPr>
            <a:xfrm>
              <a:off x="0" y="4867925"/>
              <a:ext cx="9144000" cy="275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152" name="Google Shape;2152;p33"/>
            <p:cNvGrpSpPr/>
            <p:nvPr/>
          </p:nvGrpSpPr>
          <p:grpSpPr>
            <a:xfrm>
              <a:off x="0" y="4867925"/>
              <a:ext cx="3627000" cy="275700"/>
              <a:chOff x="0" y="1470900"/>
              <a:chExt cx="3627000" cy="275700"/>
            </a:xfrm>
          </p:grpSpPr>
          <p:sp>
            <p:nvSpPr>
              <p:cNvPr id="2153" name="Google Shape;2153;p33"/>
              <p:cNvSpPr/>
              <p:nvPr/>
            </p:nvSpPr>
            <p:spPr>
              <a:xfrm>
                <a:off x="0" y="1470900"/>
                <a:ext cx="3627000" cy="27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4" name="Google Shape;2154;p33"/>
              <p:cNvSpPr/>
              <p:nvPr/>
            </p:nvSpPr>
            <p:spPr>
              <a:xfrm>
                <a:off x="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5" name="Google Shape;2155;p33"/>
              <p:cNvSpPr/>
              <p:nvPr/>
            </p:nvSpPr>
            <p:spPr>
              <a:xfrm>
                <a:off x="186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6" name="Google Shape;2156;p33"/>
              <p:cNvSpPr/>
              <p:nvPr/>
            </p:nvSpPr>
            <p:spPr>
              <a:xfrm>
                <a:off x="372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7" name="Google Shape;2157;p33"/>
              <p:cNvSpPr/>
              <p:nvPr/>
            </p:nvSpPr>
            <p:spPr>
              <a:xfrm>
                <a:off x="558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8" name="Google Shape;2158;p33"/>
              <p:cNvSpPr/>
              <p:nvPr/>
            </p:nvSpPr>
            <p:spPr>
              <a:xfrm>
                <a:off x="744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59" name="Google Shape;2159;p33"/>
              <p:cNvSpPr/>
              <p:nvPr/>
            </p:nvSpPr>
            <p:spPr>
              <a:xfrm>
                <a:off x="930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0" name="Google Shape;2160;p33"/>
              <p:cNvSpPr/>
              <p:nvPr/>
            </p:nvSpPr>
            <p:spPr>
              <a:xfrm>
                <a:off x="1116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1" name="Google Shape;2161;p33"/>
              <p:cNvSpPr/>
              <p:nvPr/>
            </p:nvSpPr>
            <p:spPr>
              <a:xfrm>
                <a:off x="1302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2" name="Google Shape;2162;p33"/>
              <p:cNvSpPr/>
              <p:nvPr/>
            </p:nvSpPr>
            <p:spPr>
              <a:xfrm>
                <a:off x="1488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3" name="Google Shape;2163;p33"/>
              <p:cNvSpPr/>
              <p:nvPr/>
            </p:nvSpPr>
            <p:spPr>
              <a:xfrm>
                <a:off x="1674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4" name="Google Shape;2164;p33"/>
              <p:cNvSpPr/>
              <p:nvPr/>
            </p:nvSpPr>
            <p:spPr>
              <a:xfrm>
                <a:off x="1860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5" name="Google Shape;2165;p33"/>
              <p:cNvSpPr/>
              <p:nvPr/>
            </p:nvSpPr>
            <p:spPr>
              <a:xfrm>
                <a:off x="2046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6" name="Google Shape;2166;p33"/>
              <p:cNvSpPr/>
              <p:nvPr/>
            </p:nvSpPr>
            <p:spPr>
              <a:xfrm>
                <a:off x="2232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7" name="Google Shape;2167;p33"/>
              <p:cNvSpPr/>
              <p:nvPr/>
            </p:nvSpPr>
            <p:spPr>
              <a:xfrm>
                <a:off x="2418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8" name="Google Shape;2168;p33"/>
              <p:cNvSpPr/>
              <p:nvPr/>
            </p:nvSpPr>
            <p:spPr>
              <a:xfrm>
                <a:off x="2604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69" name="Google Shape;2169;p33"/>
              <p:cNvSpPr/>
              <p:nvPr/>
            </p:nvSpPr>
            <p:spPr>
              <a:xfrm>
                <a:off x="2790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70" name="Google Shape;2170;p33"/>
              <p:cNvSpPr/>
              <p:nvPr/>
            </p:nvSpPr>
            <p:spPr>
              <a:xfrm>
                <a:off x="2976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71" name="Google Shape;2171;p33"/>
              <p:cNvSpPr/>
              <p:nvPr/>
            </p:nvSpPr>
            <p:spPr>
              <a:xfrm>
                <a:off x="3162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72" name="Google Shape;2172;p33"/>
              <p:cNvSpPr/>
              <p:nvPr/>
            </p:nvSpPr>
            <p:spPr>
              <a:xfrm>
                <a:off x="3348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73" name="Google Shape;2173;p33"/>
              <p:cNvSpPr/>
              <p:nvPr/>
            </p:nvSpPr>
            <p:spPr>
              <a:xfrm>
                <a:off x="3534000" y="1470900"/>
                <a:ext cx="93000" cy="275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74" name="Google Shape;2174;p33"/>
            <p:cNvGrpSpPr/>
            <p:nvPr/>
          </p:nvGrpSpPr>
          <p:grpSpPr>
            <a:xfrm>
              <a:off x="1616375" y="3514400"/>
              <a:ext cx="687200" cy="697175"/>
              <a:chOff x="974775" y="275650"/>
              <a:chExt cx="687200" cy="697175"/>
            </a:xfrm>
          </p:grpSpPr>
          <p:sp>
            <p:nvSpPr>
              <p:cNvPr id="2175" name="Google Shape;2175;p33"/>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176" name="Google Shape;2176;p33"/>
              <p:cNvGrpSpPr/>
              <p:nvPr/>
            </p:nvGrpSpPr>
            <p:grpSpPr>
              <a:xfrm>
                <a:off x="1267500" y="402400"/>
                <a:ext cx="131775" cy="570425"/>
                <a:chOff x="1267500" y="402400"/>
                <a:chExt cx="131775" cy="570425"/>
              </a:xfrm>
            </p:grpSpPr>
            <p:sp>
              <p:nvSpPr>
                <p:cNvPr id="2177" name="Google Shape;2177;p33"/>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78" name="Google Shape;2178;p33"/>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79" name="Google Shape;2179;p33"/>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180" name="Google Shape;2180;p33"/>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181" name="Google Shape;2181;p33"/>
              <p:cNvGrpSpPr/>
              <p:nvPr/>
            </p:nvGrpSpPr>
            <p:grpSpPr>
              <a:xfrm>
                <a:off x="1458450" y="546675"/>
                <a:ext cx="131800" cy="426150"/>
                <a:chOff x="1458450" y="546675"/>
                <a:chExt cx="131800" cy="426150"/>
              </a:xfrm>
            </p:grpSpPr>
            <p:sp>
              <p:nvSpPr>
                <p:cNvPr id="2182" name="Google Shape;2182;p33"/>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83" name="Google Shape;2183;p33"/>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84" name="Google Shape;2184;p33"/>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185" name="Google Shape;2185;p33"/>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186" name="Google Shape;2186;p33"/>
              <p:cNvGrpSpPr/>
              <p:nvPr/>
            </p:nvGrpSpPr>
            <p:grpSpPr>
              <a:xfrm>
                <a:off x="1045675" y="402400"/>
                <a:ext cx="132600" cy="570425"/>
                <a:chOff x="1045675" y="402400"/>
                <a:chExt cx="132600" cy="570425"/>
              </a:xfrm>
            </p:grpSpPr>
            <p:sp>
              <p:nvSpPr>
                <p:cNvPr id="2187" name="Google Shape;2187;p33"/>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88" name="Google Shape;2188;p33"/>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89" name="Google Shape;2189;p33"/>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90" name="Google Shape;2190;p33"/>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191" name="Google Shape;2191;p33"/>
            <p:cNvGrpSpPr/>
            <p:nvPr/>
          </p:nvGrpSpPr>
          <p:grpSpPr>
            <a:xfrm>
              <a:off x="3798850" y="4100713"/>
              <a:ext cx="306075" cy="248525"/>
              <a:chOff x="3769250" y="3246050"/>
              <a:chExt cx="306075" cy="248525"/>
            </a:xfrm>
          </p:grpSpPr>
          <p:sp>
            <p:nvSpPr>
              <p:cNvPr id="2192" name="Google Shape;2192;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93" name="Google Shape;2193;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94" name="Google Shape;2194;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95" name="Google Shape;2195;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196" name="Google Shape;2196;p33"/>
            <p:cNvGrpSpPr/>
            <p:nvPr/>
          </p:nvGrpSpPr>
          <p:grpSpPr>
            <a:xfrm>
              <a:off x="3377875" y="4100713"/>
              <a:ext cx="306075" cy="248525"/>
              <a:chOff x="3769250" y="3246050"/>
              <a:chExt cx="306075" cy="248525"/>
            </a:xfrm>
          </p:grpSpPr>
          <p:sp>
            <p:nvSpPr>
              <p:cNvPr id="2197" name="Google Shape;2197;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98" name="Google Shape;2198;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199" name="Google Shape;2199;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00" name="Google Shape;2200;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201" name="Google Shape;2201;p33"/>
            <p:cNvGrpSpPr/>
            <p:nvPr/>
          </p:nvGrpSpPr>
          <p:grpSpPr>
            <a:xfrm>
              <a:off x="2956900" y="4100713"/>
              <a:ext cx="306075" cy="248525"/>
              <a:chOff x="3769250" y="3246050"/>
              <a:chExt cx="306075" cy="248525"/>
            </a:xfrm>
          </p:grpSpPr>
          <p:sp>
            <p:nvSpPr>
              <p:cNvPr id="2202" name="Google Shape;2202;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03" name="Google Shape;2203;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04" name="Google Shape;2204;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05" name="Google Shape;2205;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206" name="Google Shape;2206;p33"/>
            <p:cNvGrpSpPr/>
            <p:nvPr/>
          </p:nvGrpSpPr>
          <p:grpSpPr>
            <a:xfrm>
              <a:off x="2535925" y="4100713"/>
              <a:ext cx="306075" cy="248525"/>
              <a:chOff x="3769250" y="3246050"/>
              <a:chExt cx="306075" cy="248525"/>
            </a:xfrm>
          </p:grpSpPr>
          <p:sp>
            <p:nvSpPr>
              <p:cNvPr id="2207" name="Google Shape;2207;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08" name="Google Shape;2208;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09" name="Google Shape;2209;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10" name="Google Shape;2210;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211" name="Google Shape;2211;p33"/>
            <p:cNvSpPr/>
            <p:nvPr/>
          </p:nvSpPr>
          <p:spPr>
            <a:xfrm>
              <a:off x="400175" y="3413700"/>
              <a:ext cx="1441050" cy="1320125"/>
            </a:xfrm>
            <a:custGeom>
              <a:avLst/>
              <a:gdLst/>
              <a:ahLst/>
              <a:cxnLst/>
              <a:rect l="l" t="t" r="r" b="b"/>
              <a:pathLst>
                <a:path w="57642" h="52805" extrusionOk="0">
                  <a:moveTo>
                    <a:pt x="28821" y="0"/>
                  </a:moveTo>
                  <a:cubicBezTo>
                    <a:pt x="20848" y="0"/>
                    <a:pt x="14411" y="6438"/>
                    <a:pt x="14411" y="14411"/>
                  </a:cubicBezTo>
                  <a:lnTo>
                    <a:pt x="14411" y="38395"/>
                  </a:lnTo>
                  <a:cubicBezTo>
                    <a:pt x="14411" y="46334"/>
                    <a:pt x="7939" y="52805"/>
                    <a:pt x="0" y="52805"/>
                  </a:cubicBezTo>
                  <a:lnTo>
                    <a:pt x="57641" y="52805"/>
                  </a:lnTo>
                  <a:cubicBezTo>
                    <a:pt x="49669" y="52805"/>
                    <a:pt x="43231" y="46334"/>
                    <a:pt x="43231" y="38395"/>
                  </a:cubicBezTo>
                  <a:lnTo>
                    <a:pt x="43231" y="14411"/>
                  </a:lnTo>
                  <a:cubicBezTo>
                    <a:pt x="43231" y="6438"/>
                    <a:pt x="36760" y="0"/>
                    <a:pt x="28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12" name="Google Shape;2212;p33"/>
            <p:cNvGrpSpPr/>
            <p:nvPr/>
          </p:nvGrpSpPr>
          <p:grpSpPr>
            <a:xfrm>
              <a:off x="4205325" y="3518568"/>
              <a:ext cx="274400" cy="697175"/>
              <a:chOff x="4205325" y="3518568"/>
              <a:chExt cx="274400" cy="697175"/>
            </a:xfrm>
          </p:grpSpPr>
          <p:sp>
            <p:nvSpPr>
              <p:cNvPr id="2213" name="Google Shape;2213;p33"/>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14" name="Google Shape;2214;p33"/>
              <p:cNvGrpSpPr/>
              <p:nvPr/>
            </p:nvGrpSpPr>
            <p:grpSpPr>
              <a:xfrm>
                <a:off x="4276225" y="3645318"/>
                <a:ext cx="131775" cy="570425"/>
                <a:chOff x="3901050" y="2424675"/>
                <a:chExt cx="131775" cy="570425"/>
              </a:xfrm>
            </p:grpSpPr>
            <p:sp>
              <p:nvSpPr>
                <p:cNvPr id="2215" name="Google Shape;2215;p33"/>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16" name="Google Shape;2216;p33"/>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17" name="Google Shape;2217;p33"/>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18" name="Google Shape;2218;p33"/>
            <p:cNvSpPr/>
            <p:nvPr/>
          </p:nvSpPr>
          <p:spPr>
            <a:xfrm>
              <a:off x="4979250" y="45877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19" name="Google Shape;2219;p33"/>
            <p:cNvGrpSpPr/>
            <p:nvPr/>
          </p:nvGrpSpPr>
          <p:grpSpPr>
            <a:xfrm>
              <a:off x="5870088" y="3100346"/>
              <a:ext cx="201825" cy="474525"/>
              <a:chOff x="3495750" y="1830925"/>
              <a:chExt cx="201825" cy="474525"/>
            </a:xfrm>
          </p:grpSpPr>
          <p:sp>
            <p:nvSpPr>
              <p:cNvPr id="2220" name="Google Shape;2220;p33"/>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21" name="Google Shape;2221;p33"/>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222" name="Google Shape;2222;p33"/>
            <p:cNvGrpSpPr/>
            <p:nvPr/>
          </p:nvGrpSpPr>
          <p:grpSpPr>
            <a:xfrm>
              <a:off x="6110613" y="3100346"/>
              <a:ext cx="201825" cy="474525"/>
              <a:chOff x="3495750" y="1830925"/>
              <a:chExt cx="201825" cy="474525"/>
            </a:xfrm>
          </p:grpSpPr>
          <p:sp>
            <p:nvSpPr>
              <p:cNvPr id="2223" name="Google Shape;2223;p33"/>
              <p:cNvSpPr/>
              <p:nvPr/>
            </p:nvSpPr>
            <p:spPr>
              <a:xfrm>
                <a:off x="3585825" y="2192000"/>
                <a:ext cx="20850" cy="113450"/>
              </a:xfrm>
              <a:custGeom>
                <a:avLst/>
                <a:gdLst/>
                <a:ahLst/>
                <a:cxnLst/>
                <a:rect l="l" t="t" r="r" b="b"/>
                <a:pathLst>
                  <a:path w="834" h="4538" extrusionOk="0">
                    <a:moveTo>
                      <a:pt x="0" y="1"/>
                    </a:moveTo>
                    <a:lnTo>
                      <a:pt x="0" y="4538"/>
                    </a:lnTo>
                    <a:lnTo>
                      <a:pt x="834" y="4538"/>
                    </a:ln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24" name="Google Shape;2224;p33"/>
              <p:cNvSpPr/>
              <p:nvPr/>
            </p:nvSpPr>
            <p:spPr>
              <a:xfrm>
                <a:off x="3495750" y="1830925"/>
                <a:ext cx="201825" cy="380300"/>
              </a:xfrm>
              <a:custGeom>
                <a:avLst/>
                <a:gdLst/>
                <a:ahLst/>
                <a:cxnLst/>
                <a:rect l="l" t="t" r="r" b="b"/>
                <a:pathLst>
                  <a:path w="8073" h="15212" extrusionOk="0">
                    <a:moveTo>
                      <a:pt x="4037" y="0"/>
                    </a:moveTo>
                    <a:lnTo>
                      <a:pt x="0" y="5804"/>
                    </a:lnTo>
                    <a:lnTo>
                      <a:pt x="3269" y="5804"/>
                    </a:lnTo>
                    <a:lnTo>
                      <a:pt x="0" y="10508"/>
                    </a:lnTo>
                    <a:lnTo>
                      <a:pt x="3269" y="10508"/>
                    </a:lnTo>
                    <a:lnTo>
                      <a:pt x="0" y="15211"/>
                    </a:lnTo>
                    <a:lnTo>
                      <a:pt x="8073" y="15211"/>
                    </a:lnTo>
                    <a:lnTo>
                      <a:pt x="4804" y="10508"/>
                    </a:lnTo>
                    <a:lnTo>
                      <a:pt x="8073" y="10508"/>
                    </a:lnTo>
                    <a:lnTo>
                      <a:pt x="4804" y="5804"/>
                    </a:lnTo>
                    <a:lnTo>
                      <a:pt x="8073" y="5804"/>
                    </a:lnTo>
                    <a:lnTo>
                      <a:pt x="40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225" name="Google Shape;2225;p33"/>
            <p:cNvGrpSpPr/>
            <p:nvPr/>
          </p:nvGrpSpPr>
          <p:grpSpPr>
            <a:xfrm>
              <a:off x="8488225" y="4358497"/>
              <a:ext cx="306075" cy="248525"/>
              <a:chOff x="3769250" y="3246050"/>
              <a:chExt cx="306075" cy="248525"/>
            </a:xfrm>
          </p:grpSpPr>
          <p:sp>
            <p:nvSpPr>
              <p:cNvPr id="2226" name="Google Shape;2226;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27" name="Google Shape;2227;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28" name="Google Shape;2228;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29" name="Google Shape;2229;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230" name="Google Shape;2230;p33"/>
            <p:cNvGrpSpPr/>
            <p:nvPr/>
          </p:nvGrpSpPr>
          <p:grpSpPr>
            <a:xfrm>
              <a:off x="8067250" y="4358497"/>
              <a:ext cx="306075" cy="248525"/>
              <a:chOff x="3769250" y="3246050"/>
              <a:chExt cx="306075" cy="248525"/>
            </a:xfrm>
          </p:grpSpPr>
          <p:sp>
            <p:nvSpPr>
              <p:cNvPr id="2231" name="Google Shape;2231;p33"/>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32" name="Google Shape;2232;p33"/>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33" name="Google Shape;2233;p33"/>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34" name="Google Shape;2234;p33"/>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235" name="Google Shape;2235;p33"/>
            <p:cNvSpPr/>
            <p:nvPr/>
          </p:nvSpPr>
          <p:spPr>
            <a:xfrm>
              <a:off x="7128625" y="4597575"/>
              <a:ext cx="2015400" cy="14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36" name="Google Shape;2236;p33"/>
            <p:cNvSpPr/>
            <p:nvPr/>
          </p:nvSpPr>
          <p:spPr>
            <a:xfrm flipH="1">
              <a:off x="6716113" y="45877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37" name="Google Shape;2237;p33"/>
            <p:cNvSpPr/>
            <p:nvPr/>
          </p:nvSpPr>
          <p:spPr>
            <a:xfrm>
              <a:off x="0" y="47338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pic>
        <p:nvPicPr>
          <p:cNvPr id="3" name="Picture 2" descr="Logo de la Facultad de Ciencias Físico Matemáticas">
            <a:extLst>
              <a:ext uri="{FF2B5EF4-FFF2-40B4-BE49-F238E27FC236}">
                <a16:creationId xmlns:a16="http://schemas.microsoft.com/office/drawing/2014/main" id="{E619FFB0-2E56-4BA7-7F0F-DF507E11F04F}"/>
              </a:ext>
            </a:extLst>
          </p:cNvPr>
          <p:cNvPicPr>
            <a:picLocks noChangeAspect="1"/>
          </p:cNvPicPr>
          <p:nvPr/>
        </p:nvPicPr>
        <p:blipFill>
          <a:blip r:embed="rId3"/>
          <a:stretch>
            <a:fillRect/>
          </a:stretch>
        </p:blipFill>
        <p:spPr>
          <a:xfrm>
            <a:off x="6885659" y="128300"/>
            <a:ext cx="1987351" cy="949082"/>
          </a:xfrm>
          <a:prstGeom prst="rect">
            <a:avLst/>
          </a:prstGeom>
        </p:spPr>
      </p:pic>
      <p:pic>
        <p:nvPicPr>
          <p:cNvPr id="5" name="Picture 4" descr="Logo de la Universidad Autónoma de Nuevo León">
            <a:extLst>
              <a:ext uri="{FF2B5EF4-FFF2-40B4-BE49-F238E27FC236}">
                <a16:creationId xmlns:a16="http://schemas.microsoft.com/office/drawing/2014/main" id="{61AB74F8-6035-F31F-57CE-ADB0E1EA9D35}"/>
              </a:ext>
            </a:extLst>
          </p:cNvPr>
          <p:cNvPicPr>
            <a:picLocks noChangeAspect="1"/>
          </p:cNvPicPr>
          <p:nvPr/>
        </p:nvPicPr>
        <p:blipFill>
          <a:blip r:embed="rId4"/>
          <a:stretch>
            <a:fillRect/>
          </a:stretch>
        </p:blipFill>
        <p:spPr>
          <a:xfrm>
            <a:off x="270990" y="128300"/>
            <a:ext cx="1987351" cy="9039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50"/>
        <p:cNvGrpSpPr/>
        <p:nvPr/>
      </p:nvGrpSpPr>
      <p:grpSpPr>
        <a:xfrm>
          <a:off x="0" y="0"/>
          <a:ext cx="0" cy="0"/>
          <a:chOff x="0" y="0"/>
          <a:chExt cx="0" cy="0"/>
        </a:xfrm>
      </p:grpSpPr>
      <p:sp>
        <p:nvSpPr>
          <p:cNvPr id="2251" name="Google Shape;2251;p3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Tabla de contenido</a:t>
            </a:r>
          </a:p>
        </p:txBody>
      </p:sp>
      <p:sp>
        <p:nvSpPr>
          <p:cNvPr id="2256" name="Google Shape;2256;p35"/>
          <p:cNvSpPr txBox="1">
            <a:spLocks noGrp="1"/>
          </p:cNvSpPr>
          <p:nvPr>
            <p:ph type="title" idx="5"/>
          </p:nvPr>
        </p:nvSpPr>
        <p:spPr>
          <a:xfrm>
            <a:off x="813814" y="1118552"/>
            <a:ext cx="901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z="2400" noProof="0" dirty="0"/>
              <a:t>01</a:t>
            </a:r>
            <a:endParaRPr lang="es-MX" noProof="0" dirty="0"/>
          </a:p>
        </p:txBody>
      </p:sp>
      <p:sp>
        <p:nvSpPr>
          <p:cNvPr id="2257" name="Google Shape;2257;p35"/>
          <p:cNvSpPr txBox="1">
            <a:spLocks noGrp="1"/>
          </p:cNvSpPr>
          <p:nvPr>
            <p:ph type="title" idx="6"/>
          </p:nvPr>
        </p:nvSpPr>
        <p:spPr>
          <a:xfrm>
            <a:off x="813814" y="2673688"/>
            <a:ext cx="901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z="2400" noProof="0" dirty="0"/>
              <a:t>05</a:t>
            </a:r>
          </a:p>
        </p:txBody>
      </p:sp>
      <p:sp>
        <p:nvSpPr>
          <p:cNvPr id="2258" name="Google Shape;2258;p35"/>
          <p:cNvSpPr txBox="1">
            <a:spLocks noGrp="1"/>
          </p:cNvSpPr>
          <p:nvPr>
            <p:ph type="title" idx="7"/>
          </p:nvPr>
        </p:nvSpPr>
        <p:spPr>
          <a:xfrm>
            <a:off x="813814" y="2284904"/>
            <a:ext cx="901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z="2400" noProof="0" dirty="0"/>
              <a:t>04</a:t>
            </a:r>
          </a:p>
        </p:txBody>
      </p:sp>
      <p:sp>
        <p:nvSpPr>
          <p:cNvPr id="2259" name="Google Shape;2259;p35"/>
          <p:cNvSpPr txBox="1">
            <a:spLocks noGrp="1"/>
          </p:cNvSpPr>
          <p:nvPr>
            <p:ph type="title" idx="8"/>
          </p:nvPr>
        </p:nvSpPr>
        <p:spPr>
          <a:xfrm>
            <a:off x="813814" y="1507336"/>
            <a:ext cx="901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z="2400" noProof="0" dirty="0"/>
              <a:t>02</a:t>
            </a:r>
          </a:p>
        </p:txBody>
      </p:sp>
      <p:sp>
        <p:nvSpPr>
          <p:cNvPr id="2262" name="Google Shape;2262;p35"/>
          <p:cNvSpPr txBox="1">
            <a:spLocks noGrp="1"/>
          </p:cNvSpPr>
          <p:nvPr>
            <p:ph type="title" idx="14"/>
          </p:nvPr>
        </p:nvSpPr>
        <p:spPr>
          <a:xfrm>
            <a:off x="813814" y="3062472"/>
            <a:ext cx="901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z="2400" noProof="0" dirty="0"/>
              <a:t>06</a:t>
            </a:r>
          </a:p>
        </p:txBody>
      </p:sp>
      <p:sp>
        <p:nvSpPr>
          <p:cNvPr id="2263" name="Google Shape;2263;p35"/>
          <p:cNvSpPr txBox="1">
            <a:spLocks noGrp="1"/>
          </p:cNvSpPr>
          <p:nvPr>
            <p:ph type="title" idx="15"/>
          </p:nvPr>
        </p:nvSpPr>
        <p:spPr>
          <a:xfrm>
            <a:off x="813814" y="1896120"/>
            <a:ext cx="9012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MX" sz="2400" noProof="0" dirty="0"/>
              <a:t>03</a:t>
            </a:r>
          </a:p>
        </p:txBody>
      </p:sp>
      <p:sp>
        <p:nvSpPr>
          <p:cNvPr id="2264" name="Google Shape;2264;p35"/>
          <p:cNvSpPr txBox="1">
            <a:spLocks noGrp="1"/>
          </p:cNvSpPr>
          <p:nvPr>
            <p:ph type="subTitle" idx="16"/>
          </p:nvPr>
        </p:nvSpPr>
        <p:spPr>
          <a:xfrm>
            <a:off x="1860806" y="1161649"/>
            <a:ext cx="23055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noProof="0" dirty="0"/>
              <a:t>Introducción</a:t>
            </a:r>
          </a:p>
        </p:txBody>
      </p:sp>
      <p:sp>
        <p:nvSpPr>
          <p:cNvPr id="2265" name="Google Shape;2265;p35"/>
          <p:cNvSpPr txBox="1">
            <a:spLocks noGrp="1"/>
          </p:cNvSpPr>
          <p:nvPr>
            <p:ph type="subTitle" idx="17"/>
          </p:nvPr>
        </p:nvSpPr>
        <p:spPr>
          <a:xfrm>
            <a:off x="1860806" y="2337487"/>
            <a:ext cx="3705249"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noProof="0" dirty="0"/>
              <a:t>Formulación de objetivos</a:t>
            </a:r>
          </a:p>
        </p:txBody>
      </p:sp>
      <p:sp>
        <p:nvSpPr>
          <p:cNvPr id="2266" name="Google Shape;2266;p35"/>
          <p:cNvSpPr txBox="1">
            <a:spLocks noGrp="1"/>
          </p:cNvSpPr>
          <p:nvPr>
            <p:ph type="subTitle" idx="18"/>
          </p:nvPr>
        </p:nvSpPr>
        <p:spPr>
          <a:xfrm>
            <a:off x="1860806" y="2729433"/>
            <a:ext cx="23055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noProof="0" dirty="0"/>
              <a:t>Marco teórico</a:t>
            </a:r>
          </a:p>
        </p:txBody>
      </p:sp>
      <p:sp>
        <p:nvSpPr>
          <p:cNvPr id="2267" name="Google Shape;2267;p35"/>
          <p:cNvSpPr txBox="1">
            <a:spLocks noGrp="1"/>
          </p:cNvSpPr>
          <p:nvPr>
            <p:ph type="subTitle" idx="19"/>
          </p:nvPr>
        </p:nvSpPr>
        <p:spPr>
          <a:xfrm>
            <a:off x="1860806" y="1553595"/>
            <a:ext cx="5482912"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noProof="0" dirty="0"/>
              <a:t>Delimitación y planteamiento del problema</a:t>
            </a:r>
          </a:p>
        </p:txBody>
      </p:sp>
      <p:sp>
        <p:nvSpPr>
          <p:cNvPr id="2268" name="Google Shape;2268;p35"/>
          <p:cNvSpPr txBox="1">
            <a:spLocks noGrp="1"/>
          </p:cNvSpPr>
          <p:nvPr>
            <p:ph type="subTitle" idx="20"/>
          </p:nvPr>
        </p:nvSpPr>
        <p:spPr>
          <a:xfrm>
            <a:off x="1860806" y="3121379"/>
            <a:ext cx="23055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noProof="0" dirty="0"/>
              <a:t>Metodología</a:t>
            </a:r>
          </a:p>
        </p:txBody>
      </p:sp>
      <p:sp>
        <p:nvSpPr>
          <p:cNvPr id="2269" name="Google Shape;2269;p35"/>
          <p:cNvSpPr txBox="1">
            <a:spLocks noGrp="1"/>
          </p:cNvSpPr>
          <p:nvPr>
            <p:ph type="subTitle" idx="21"/>
          </p:nvPr>
        </p:nvSpPr>
        <p:spPr>
          <a:xfrm>
            <a:off x="1860806" y="1945541"/>
            <a:ext cx="23055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MX" noProof="0" dirty="0"/>
              <a:t>Justificación</a:t>
            </a:r>
          </a:p>
        </p:txBody>
      </p:sp>
      <p:sp>
        <p:nvSpPr>
          <p:cNvPr id="14" name="Google Shape;2268;p35">
            <a:extLst>
              <a:ext uri="{FF2B5EF4-FFF2-40B4-BE49-F238E27FC236}">
                <a16:creationId xmlns:a16="http://schemas.microsoft.com/office/drawing/2014/main" id="{164CB4E3-A36B-7D8B-4493-B3F0CA2FB1A0}"/>
              </a:ext>
            </a:extLst>
          </p:cNvPr>
          <p:cNvSpPr txBox="1">
            <a:spLocks/>
          </p:cNvSpPr>
          <p:nvPr/>
        </p:nvSpPr>
        <p:spPr>
          <a:xfrm>
            <a:off x="1860806" y="3513325"/>
            <a:ext cx="23055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Ubuntu"/>
                <a:ea typeface="Ubuntu"/>
                <a:cs typeface="Ubuntu"/>
                <a:sym typeface="Ubuntu"/>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es-MX" noProof="0" dirty="0"/>
              <a:t>Resultados</a:t>
            </a:r>
          </a:p>
        </p:txBody>
      </p:sp>
      <p:sp>
        <p:nvSpPr>
          <p:cNvPr id="15" name="Google Shape;2268;p35">
            <a:extLst>
              <a:ext uri="{FF2B5EF4-FFF2-40B4-BE49-F238E27FC236}">
                <a16:creationId xmlns:a16="http://schemas.microsoft.com/office/drawing/2014/main" id="{45F6301A-99B3-DB0A-D9B5-166915102130}"/>
              </a:ext>
            </a:extLst>
          </p:cNvPr>
          <p:cNvSpPr txBox="1">
            <a:spLocks/>
          </p:cNvSpPr>
          <p:nvPr/>
        </p:nvSpPr>
        <p:spPr>
          <a:xfrm>
            <a:off x="1860806" y="3905268"/>
            <a:ext cx="23055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Ubuntu"/>
                <a:ea typeface="Ubuntu"/>
                <a:cs typeface="Ubuntu"/>
                <a:sym typeface="Ubuntu"/>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es-MX" noProof="0" dirty="0"/>
              <a:t>Conclusiones</a:t>
            </a:r>
          </a:p>
        </p:txBody>
      </p:sp>
      <p:sp>
        <p:nvSpPr>
          <p:cNvPr id="16" name="Google Shape;2262;p35">
            <a:extLst>
              <a:ext uri="{FF2B5EF4-FFF2-40B4-BE49-F238E27FC236}">
                <a16:creationId xmlns:a16="http://schemas.microsoft.com/office/drawing/2014/main" id="{5FE9BF0F-9477-BD4D-7C37-E2EB139A0170}"/>
              </a:ext>
            </a:extLst>
          </p:cNvPr>
          <p:cNvSpPr txBox="1">
            <a:spLocks/>
          </p:cNvSpPr>
          <p:nvPr/>
        </p:nvSpPr>
        <p:spPr>
          <a:xfrm>
            <a:off x="813814" y="3451256"/>
            <a:ext cx="901200" cy="548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000"/>
              <a:buFont typeface="Ubuntu"/>
              <a:buNone/>
              <a:defRPr sz="30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400" noProof="0" dirty="0"/>
              <a:t>07</a:t>
            </a:r>
          </a:p>
        </p:txBody>
      </p:sp>
      <p:sp>
        <p:nvSpPr>
          <p:cNvPr id="17" name="Google Shape;2262;p35">
            <a:extLst>
              <a:ext uri="{FF2B5EF4-FFF2-40B4-BE49-F238E27FC236}">
                <a16:creationId xmlns:a16="http://schemas.microsoft.com/office/drawing/2014/main" id="{F2EE6B00-A113-7F5A-6A78-42363A7A4A25}"/>
              </a:ext>
            </a:extLst>
          </p:cNvPr>
          <p:cNvSpPr txBox="1">
            <a:spLocks/>
          </p:cNvSpPr>
          <p:nvPr/>
        </p:nvSpPr>
        <p:spPr>
          <a:xfrm>
            <a:off x="813814" y="3840037"/>
            <a:ext cx="901200" cy="548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000"/>
              <a:buFont typeface="Ubuntu"/>
              <a:buNone/>
              <a:defRPr sz="30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400" noProof="0" dirty="0"/>
              <a:t>08</a:t>
            </a:r>
          </a:p>
        </p:txBody>
      </p:sp>
      <p:sp>
        <p:nvSpPr>
          <p:cNvPr id="3" name="Slide Number Placeholder 2">
            <a:extLst>
              <a:ext uri="{FF2B5EF4-FFF2-40B4-BE49-F238E27FC236}">
                <a16:creationId xmlns:a16="http://schemas.microsoft.com/office/drawing/2014/main" id="{1ACBEF52-4FE6-D2B0-C13D-86E0449E0B5A}"/>
              </a:ext>
            </a:extLst>
          </p:cNvPr>
          <p:cNvSpPr>
            <a:spLocks noGrp="1"/>
          </p:cNvSpPr>
          <p:nvPr>
            <p:ph type="sldNum" sz="quarter" idx="22"/>
          </p:nvPr>
        </p:nvSpPr>
        <p:spPr/>
        <p:txBody>
          <a:bodyPr/>
          <a:lstStyle/>
          <a:p>
            <a:fld id="{FD066784-9D51-4624-A73B-AF851740F580}" type="slidenum">
              <a:rPr lang="en-US" smtClean="0"/>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56"/>
                                        </p:tgtEl>
                                        <p:attrNameLst>
                                          <p:attrName>style.visibility</p:attrName>
                                        </p:attrNameLst>
                                      </p:cBhvr>
                                      <p:to>
                                        <p:strVal val="visible"/>
                                      </p:to>
                                    </p:set>
                                    <p:animEffect transition="in" filter="fade">
                                      <p:cBhvr>
                                        <p:cTn id="7" dur="500"/>
                                        <p:tgtEl>
                                          <p:spTgt spid="22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7"/>
                                        </p:tgtEl>
                                        <p:attrNameLst>
                                          <p:attrName>style.visibility</p:attrName>
                                        </p:attrNameLst>
                                      </p:cBhvr>
                                      <p:to>
                                        <p:strVal val="visible"/>
                                      </p:to>
                                    </p:set>
                                    <p:animEffect transition="in" filter="fade">
                                      <p:cBhvr>
                                        <p:cTn id="10" dur="500"/>
                                        <p:tgtEl>
                                          <p:spTgt spid="22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58"/>
                                        </p:tgtEl>
                                        <p:attrNameLst>
                                          <p:attrName>style.visibility</p:attrName>
                                        </p:attrNameLst>
                                      </p:cBhvr>
                                      <p:to>
                                        <p:strVal val="visible"/>
                                      </p:to>
                                    </p:set>
                                    <p:animEffect transition="in" filter="fade">
                                      <p:cBhvr>
                                        <p:cTn id="13" dur="500"/>
                                        <p:tgtEl>
                                          <p:spTgt spid="225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59"/>
                                        </p:tgtEl>
                                        <p:attrNameLst>
                                          <p:attrName>style.visibility</p:attrName>
                                        </p:attrNameLst>
                                      </p:cBhvr>
                                      <p:to>
                                        <p:strVal val="visible"/>
                                      </p:to>
                                    </p:set>
                                    <p:animEffect transition="in" filter="fade">
                                      <p:cBhvr>
                                        <p:cTn id="16" dur="500"/>
                                        <p:tgtEl>
                                          <p:spTgt spid="225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62"/>
                                        </p:tgtEl>
                                        <p:attrNameLst>
                                          <p:attrName>style.visibility</p:attrName>
                                        </p:attrNameLst>
                                      </p:cBhvr>
                                      <p:to>
                                        <p:strVal val="visible"/>
                                      </p:to>
                                    </p:set>
                                    <p:animEffect transition="in" filter="fade">
                                      <p:cBhvr>
                                        <p:cTn id="19" dur="500"/>
                                        <p:tgtEl>
                                          <p:spTgt spid="226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63"/>
                                        </p:tgtEl>
                                        <p:attrNameLst>
                                          <p:attrName>style.visibility</p:attrName>
                                        </p:attrNameLst>
                                      </p:cBhvr>
                                      <p:to>
                                        <p:strVal val="visible"/>
                                      </p:to>
                                    </p:set>
                                    <p:animEffect transition="in" filter="fade">
                                      <p:cBhvr>
                                        <p:cTn id="22" dur="500"/>
                                        <p:tgtEl>
                                          <p:spTgt spid="226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64">
                                            <p:txEl>
                                              <p:pRg st="0" end="0"/>
                                            </p:txEl>
                                          </p:spTgt>
                                        </p:tgtEl>
                                        <p:attrNameLst>
                                          <p:attrName>style.visibility</p:attrName>
                                        </p:attrNameLst>
                                      </p:cBhvr>
                                      <p:to>
                                        <p:strVal val="visible"/>
                                      </p:to>
                                    </p:set>
                                    <p:animEffect transition="in" filter="fade">
                                      <p:cBhvr>
                                        <p:cTn id="25" dur="500"/>
                                        <p:tgtEl>
                                          <p:spTgt spid="2264">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65">
                                            <p:txEl>
                                              <p:pRg st="0" end="0"/>
                                            </p:txEl>
                                          </p:spTgt>
                                        </p:tgtEl>
                                        <p:attrNameLst>
                                          <p:attrName>style.visibility</p:attrName>
                                        </p:attrNameLst>
                                      </p:cBhvr>
                                      <p:to>
                                        <p:strVal val="visible"/>
                                      </p:to>
                                    </p:set>
                                    <p:animEffect transition="in" filter="fade">
                                      <p:cBhvr>
                                        <p:cTn id="28" dur="500"/>
                                        <p:tgtEl>
                                          <p:spTgt spid="2265">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66">
                                            <p:txEl>
                                              <p:pRg st="0" end="0"/>
                                            </p:txEl>
                                          </p:spTgt>
                                        </p:tgtEl>
                                        <p:attrNameLst>
                                          <p:attrName>style.visibility</p:attrName>
                                        </p:attrNameLst>
                                      </p:cBhvr>
                                      <p:to>
                                        <p:strVal val="visible"/>
                                      </p:to>
                                    </p:set>
                                    <p:animEffect transition="in" filter="fade">
                                      <p:cBhvr>
                                        <p:cTn id="31" dur="500"/>
                                        <p:tgtEl>
                                          <p:spTgt spid="2266">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67">
                                            <p:txEl>
                                              <p:pRg st="0" end="0"/>
                                            </p:txEl>
                                          </p:spTgt>
                                        </p:tgtEl>
                                        <p:attrNameLst>
                                          <p:attrName>style.visibility</p:attrName>
                                        </p:attrNameLst>
                                      </p:cBhvr>
                                      <p:to>
                                        <p:strVal val="visible"/>
                                      </p:to>
                                    </p:set>
                                    <p:animEffect transition="in" filter="fade">
                                      <p:cBhvr>
                                        <p:cTn id="34" dur="500"/>
                                        <p:tgtEl>
                                          <p:spTgt spid="226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68">
                                            <p:txEl>
                                              <p:pRg st="0" end="0"/>
                                            </p:txEl>
                                          </p:spTgt>
                                        </p:tgtEl>
                                        <p:attrNameLst>
                                          <p:attrName>style.visibility</p:attrName>
                                        </p:attrNameLst>
                                      </p:cBhvr>
                                      <p:to>
                                        <p:strVal val="visible"/>
                                      </p:to>
                                    </p:set>
                                    <p:animEffect transition="in" filter="fade">
                                      <p:cBhvr>
                                        <p:cTn id="37" dur="500"/>
                                        <p:tgtEl>
                                          <p:spTgt spid="2268">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69">
                                            <p:txEl>
                                              <p:pRg st="0" end="0"/>
                                            </p:txEl>
                                          </p:spTgt>
                                        </p:tgtEl>
                                        <p:attrNameLst>
                                          <p:attrName>style.visibility</p:attrName>
                                        </p:attrNameLst>
                                      </p:cBhvr>
                                      <p:to>
                                        <p:strVal val="visible"/>
                                      </p:to>
                                    </p:set>
                                    <p:animEffect transition="in" filter="fade">
                                      <p:cBhvr>
                                        <p:cTn id="40" dur="500"/>
                                        <p:tgtEl>
                                          <p:spTgt spid="2269">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51"/>
                                        </p:tgtEl>
                                        <p:attrNameLst>
                                          <p:attrName>style.visibility</p:attrName>
                                        </p:attrNameLst>
                                      </p:cBhvr>
                                      <p:to>
                                        <p:strVal val="visible"/>
                                      </p:to>
                                    </p:set>
                                    <p:animEffect transition="in" filter="fade">
                                      <p:cBhvr>
                                        <p:cTn id="55" dur="500"/>
                                        <p:tgtEl>
                                          <p:spTgt spid="2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1" grpId="0"/>
      <p:bldP spid="2256" grpId="0"/>
      <p:bldP spid="2257" grpId="0"/>
      <p:bldP spid="2258" grpId="0"/>
      <p:bldP spid="2259" grpId="0"/>
      <p:bldP spid="2262" grpId="0"/>
      <p:bldP spid="2263" grpId="0"/>
      <p:bldP spid="2264" grpId="0" build="p"/>
      <p:bldP spid="2265" grpId="0" build="p"/>
      <p:bldP spid="2266" grpId="0" build="p"/>
      <p:bldP spid="2267" grpId="0" build="p"/>
      <p:bldP spid="2268" grpId="0" build="p"/>
      <p:bldP spid="2269" grpId="0" build="p"/>
      <p:bldP spid="14"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73"/>
        <p:cNvGrpSpPr/>
        <p:nvPr/>
      </p:nvGrpSpPr>
      <p:grpSpPr>
        <a:xfrm>
          <a:off x="0" y="0"/>
          <a:ext cx="0" cy="0"/>
          <a:chOff x="0" y="0"/>
          <a:chExt cx="0" cy="0"/>
        </a:xfrm>
      </p:grpSpPr>
      <p:sp>
        <p:nvSpPr>
          <p:cNvPr id="2274" name="Google Shape;2274;p36"/>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Introducción</a:t>
            </a:r>
          </a:p>
        </p:txBody>
      </p:sp>
      <p:sp>
        <p:nvSpPr>
          <p:cNvPr id="2276" name="Google Shape;2276;p36"/>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01</a:t>
            </a:r>
          </a:p>
        </p:txBody>
      </p:sp>
      <p:grpSp>
        <p:nvGrpSpPr>
          <p:cNvPr id="2277" name="Google Shape;2277;p36"/>
          <p:cNvGrpSpPr/>
          <p:nvPr/>
        </p:nvGrpSpPr>
        <p:grpSpPr>
          <a:xfrm>
            <a:off x="-125" y="1974925"/>
            <a:ext cx="9144167" cy="3244775"/>
            <a:chOff x="-125" y="1974925"/>
            <a:chExt cx="9144167" cy="3244775"/>
          </a:xfrm>
        </p:grpSpPr>
        <p:sp>
          <p:nvSpPr>
            <p:cNvPr id="2278" name="Google Shape;2278;p36"/>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p:cNvGrpSpPr/>
            <p:nvPr/>
          </p:nvGrpSpPr>
          <p:grpSpPr>
            <a:xfrm>
              <a:off x="6659788" y="3252040"/>
              <a:ext cx="275225" cy="539575"/>
              <a:chOff x="1386750" y="433250"/>
              <a:chExt cx="275225" cy="539575"/>
            </a:xfrm>
          </p:grpSpPr>
          <p:sp>
            <p:nvSpPr>
              <p:cNvPr id="2280" name="Google Shape;2280;p36"/>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p:cNvGrpSpPr/>
              <p:nvPr/>
            </p:nvGrpSpPr>
            <p:grpSpPr>
              <a:xfrm>
                <a:off x="1458450" y="546675"/>
                <a:ext cx="131800" cy="426150"/>
                <a:chOff x="1458450" y="546675"/>
                <a:chExt cx="131800" cy="426150"/>
              </a:xfrm>
            </p:grpSpPr>
            <p:sp>
              <p:nvSpPr>
                <p:cNvPr id="2282" name="Google Shape;2282;p3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p:cNvGrpSpPr/>
            <p:nvPr/>
          </p:nvGrpSpPr>
          <p:grpSpPr>
            <a:xfrm>
              <a:off x="3536675" y="3092321"/>
              <a:ext cx="274400" cy="697175"/>
              <a:chOff x="4205325" y="3518568"/>
              <a:chExt cx="274400" cy="697175"/>
            </a:xfrm>
          </p:grpSpPr>
          <p:sp>
            <p:nvSpPr>
              <p:cNvPr id="2287" name="Google Shape;2287;p36"/>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p:cNvGrpSpPr/>
              <p:nvPr/>
            </p:nvGrpSpPr>
            <p:grpSpPr>
              <a:xfrm>
                <a:off x="4276225" y="3645318"/>
                <a:ext cx="131775" cy="570425"/>
                <a:chOff x="3901050" y="2424675"/>
                <a:chExt cx="131775" cy="570425"/>
              </a:xfrm>
            </p:grpSpPr>
            <p:sp>
              <p:nvSpPr>
                <p:cNvPr id="2289" name="Google Shape;2289;p36"/>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p:cNvGrpSpPr/>
            <p:nvPr/>
          </p:nvGrpSpPr>
          <p:grpSpPr>
            <a:xfrm>
              <a:off x="3861788" y="3252040"/>
              <a:ext cx="275225" cy="539575"/>
              <a:chOff x="1386750" y="433250"/>
              <a:chExt cx="275225" cy="539575"/>
            </a:xfrm>
          </p:grpSpPr>
          <p:sp>
            <p:nvSpPr>
              <p:cNvPr id="2293" name="Google Shape;2293;p36"/>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p:cNvGrpSpPr/>
              <p:nvPr/>
            </p:nvGrpSpPr>
            <p:grpSpPr>
              <a:xfrm>
                <a:off x="1458450" y="546675"/>
                <a:ext cx="131800" cy="426150"/>
                <a:chOff x="1458450" y="546675"/>
                <a:chExt cx="131800" cy="426150"/>
              </a:xfrm>
            </p:grpSpPr>
            <p:sp>
              <p:nvSpPr>
                <p:cNvPr id="2295" name="Google Shape;2295;p3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p:cNvGrpSpPr/>
            <p:nvPr/>
          </p:nvGrpSpPr>
          <p:grpSpPr>
            <a:xfrm>
              <a:off x="120000" y="3093373"/>
              <a:ext cx="687200" cy="697175"/>
              <a:chOff x="974775" y="275650"/>
              <a:chExt cx="687200" cy="697175"/>
            </a:xfrm>
          </p:grpSpPr>
          <p:sp>
            <p:nvSpPr>
              <p:cNvPr id="2299" name="Google Shape;2299;p36"/>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p:cNvGrpSpPr/>
              <p:nvPr/>
            </p:nvGrpSpPr>
            <p:grpSpPr>
              <a:xfrm>
                <a:off x="1267500" y="402400"/>
                <a:ext cx="131775" cy="570425"/>
                <a:chOff x="1267500" y="402400"/>
                <a:chExt cx="131775" cy="570425"/>
              </a:xfrm>
            </p:grpSpPr>
            <p:sp>
              <p:nvSpPr>
                <p:cNvPr id="2301" name="Google Shape;2301;p36"/>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p:cNvGrpSpPr/>
              <p:nvPr/>
            </p:nvGrpSpPr>
            <p:grpSpPr>
              <a:xfrm>
                <a:off x="1458450" y="546675"/>
                <a:ext cx="131800" cy="426150"/>
                <a:chOff x="1458450" y="546675"/>
                <a:chExt cx="131800" cy="426150"/>
              </a:xfrm>
            </p:grpSpPr>
            <p:sp>
              <p:nvSpPr>
                <p:cNvPr id="2306" name="Google Shape;2306;p3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p:cNvGrpSpPr/>
              <p:nvPr/>
            </p:nvGrpSpPr>
            <p:grpSpPr>
              <a:xfrm>
                <a:off x="1045675" y="402400"/>
                <a:ext cx="132600" cy="570425"/>
                <a:chOff x="1045675" y="402400"/>
                <a:chExt cx="132600" cy="570425"/>
              </a:xfrm>
            </p:grpSpPr>
            <p:sp>
              <p:nvSpPr>
                <p:cNvPr id="2311" name="Google Shape;2311;p36"/>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p:cNvGrpSpPr/>
            <p:nvPr/>
          </p:nvGrpSpPr>
          <p:grpSpPr>
            <a:xfrm>
              <a:off x="0" y="4162501"/>
              <a:ext cx="9144042" cy="342906"/>
              <a:chOff x="-12" y="127800"/>
              <a:chExt cx="9144042" cy="535205"/>
            </a:xfrm>
          </p:grpSpPr>
          <p:sp>
            <p:nvSpPr>
              <p:cNvPr id="2316" name="Google Shape;2316;p36"/>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p:cNvGrpSpPr/>
            <p:nvPr/>
          </p:nvGrpSpPr>
          <p:grpSpPr>
            <a:xfrm>
              <a:off x="6927238" y="3295225"/>
              <a:ext cx="388650" cy="1075800"/>
              <a:chOff x="8604725" y="1802350"/>
              <a:chExt cx="388650" cy="1075800"/>
            </a:xfrm>
          </p:grpSpPr>
          <p:sp>
            <p:nvSpPr>
              <p:cNvPr id="2360" name="Google Shape;2360;p36"/>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p:cNvGrpSpPr/>
            <p:nvPr/>
          </p:nvGrpSpPr>
          <p:grpSpPr>
            <a:xfrm>
              <a:off x="4562125" y="4113525"/>
              <a:ext cx="306075" cy="248525"/>
              <a:chOff x="3769250" y="3246050"/>
              <a:chExt cx="306075" cy="248525"/>
            </a:xfrm>
          </p:grpSpPr>
          <p:sp>
            <p:nvSpPr>
              <p:cNvPr id="2369" name="Google Shape;2369;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p:cNvGrpSpPr/>
            <p:nvPr/>
          </p:nvGrpSpPr>
          <p:grpSpPr>
            <a:xfrm>
              <a:off x="7485763" y="3447625"/>
              <a:ext cx="388650" cy="1075800"/>
              <a:chOff x="8604725" y="1802350"/>
              <a:chExt cx="388650" cy="1075800"/>
            </a:xfrm>
          </p:grpSpPr>
          <p:sp>
            <p:nvSpPr>
              <p:cNvPr id="2374" name="Google Shape;2374;p36"/>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p:cNvGrpSpPr/>
            <p:nvPr/>
          </p:nvGrpSpPr>
          <p:grpSpPr>
            <a:xfrm>
              <a:off x="8044288" y="3295225"/>
              <a:ext cx="388650" cy="1075800"/>
              <a:chOff x="8604725" y="1802350"/>
              <a:chExt cx="388650" cy="1075800"/>
            </a:xfrm>
          </p:grpSpPr>
          <p:sp>
            <p:nvSpPr>
              <p:cNvPr id="2383" name="Google Shape;2383;p36"/>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p:cNvGrpSpPr/>
            <p:nvPr/>
          </p:nvGrpSpPr>
          <p:grpSpPr>
            <a:xfrm>
              <a:off x="8602813" y="3447625"/>
              <a:ext cx="388650" cy="1075800"/>
              <a:chOff x="8604725" y="1802350"/>
              <a:chExt cx="388650" cy="1075800"/>
            </a:xfrm>
          </p:grpSpPr>
          <p:sp>
            <p:nvSpPr>
              <p:cNvPr id="2392" name="Google Shape;2392;p36"/>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p:cNvGrpSpPr/>
            <p:nvPr/>
          </p:nvGrpSpPr>
          <p:grpSpPr>
            <a:xfrm>
              <a:off x="5020625" y="4113525"/>
              <a:ext cx="306075" cy="248525"/>
              <a:chOff x="3769250" y="3246050"/>
              <a:chExt cx="306075" cy="248525"/>
            </a:xfrm>
          </p:grpSpPr>
          <p:sp>
            <p:nvSpPr>
              <p:cNvPr id="2402" name="Google Shape;2402;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p:cNvGrpSpPr/>
            <p:nvPr/>
          </p:nvGrpSpPr>
          <p:grpSpPr>
            <a:xfrm>
              <a:off x="5479125" y="4113525"/>
              <a:ext cx="306075" cy="248525"/>
              <a:chOff x="3769250" y="3246050"/>
              <a:chExt cx="306075" cy="248525"/>
            </a:xfrm>
          </p:grpSpPr>
          <p:sp>
            <p:nvSpPr>
              <p:cNvPr id="2407" name="Google Shape;2407;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p:cNvGrpSpPr/>
            <p:nvPr/>
          </p:nvGrpSpPr>
          <p:grpSpPr>
            <a:xfrm>
              <a:off x="5937625" y="4113525"/>
              <a:ext cx="306075" cy="248525"/>
              <a:chOff x="3769250" y="3246050"/>
              <a:chExt cx="306075" cy="248525"/>
            </a:xfrm>
          </p:grpSpPr>
          <p:sp>
            <p:nvSpPr>
              <p:cNvPr id="2412" name="Google Shape;2412;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p:cNvGrpSpPr/>
            <p:nvPr/>
          </p:nvGrpSpPr>
          <p:grpSpPr>
            <a:xfrm>
              <a:off x="5937618" y="3721371"/>
              <a:ext cx="306075" cy="248525"/>
              <a:chOff x="3769250" y="3246050"/>
              <a:chExt cx="306075" cy="248525"/>
            </a:xfrm>
          </p:grpSpPr>
          <p:sp>
            <p:nvSpPr>
              <p:cNvPr id="2417" name="Google Shape;2417;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p:cNvGrpSpPr/>
            <p:nvPr/>
          </p:nvGrpSpPr>
          <p:grpSpPr>
            <a:xfrm>
              <a:off x="6396118" y="3721371"/>
              <a:ext cx="306075" cy="248525"/>
              <a:chOff x="3769250" y="3246050"/>
              <a:chExt cx="306075" cy="248525"/>
            </a:xfrm>
          </p:grpSpPr>
          <p:sp>
            <p:nvSpPr>
              <p:cNvPr id="2422" name="Google Shape;2422;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p:cNvGrpSpPr/>
            <p:nvPr/>
          </p:nvGrpSpPr>
          <p:grpSpPr>
            <a:xfrm>
              <a:off x="1795225" y="3678009"/>
              <a:ext cx="274400" cy="697175"/>
              <a:chOff x="4205325" y="3518568"/>
              <a:chExt cx="274400" cy="697175"/>
            </a:xfrm>
          </p:grpSpPr>
          <p:sp>
            <p:nvSpPr>
              <p:cNvPr id="2430" name="Google Shape;2430;p36"/>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p:cNvGrpSpPr/>
              <p:nvPr/>
            </p:nvGrpSpPr>
            <p:grpSpPr>
              <a:xfrm>
                <a:off x="4276225" y="3645318"/>
                <a:ext cx="131775" cy="570425"/>
                <a:chOff x="3901050" y="2424675"/>
                <a:chExt cx="131775" cy="570425"/>
              </a:xfrm>
            </p:grpSpPr>
            <p:sp>
              <p:nvSpPr>
                <p:cNvPr id="2432" name="Google Shape;2432;p36"/>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p:cNvGrpSpPr/>
            <p:nvPr/>
          </p:nvGrpSpPr>
          <p:grpSpPr>
            <a:xfrm>
              <a:off x="2120350" y="3678009"/>
              <a:ext cx="274400" cy="697175"/>
              <a:chOff x="4205325" y="3518568"/>
              <a:chExt cx="274400" cy="697175"/>
            </a:xfrm>
          </p:grpSpPr>
          <p:sp>
            <p:nvSpPr>
              <p:cNvPr id="2436" name="Google Shape;2436;p36"/>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p:cNvGrpSpPr/>
              <p:nvPr/>
            </p:nvGrpSpPr>
            <p:grpSpPr>
              <a:xfrm>
                <a:off x="4276225" y="3645318"/>
                <a:ext cx="131775" cy="570425"/>
                <a:chOff x="3901050" y="2424675"/>
                <a:chExt cx="131775" cy="570425"/>
              </a:xfrm>
            </p:grpSpPr>
            <p:sp>
              <p:nvSpPr>
                <p:cNvPr id="2438" name="Google Shape;2438;p36"/>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p:cNvGrpSpPr/>
            <p:nvPr/>
          </p:nvGrpSpPr>
          <p:grpSpPr>
            <a:xfrm>
              <a:off x="2445463" y="3837727"/>
              <a:ext cx="275225" cy="539575"/>
              <a:chOff x="1386750" y="433250"/>
              <a:chExt cx="275225" cy="539575"/>
            </a:xfrm>
          </p:grpSpPr>
          <p:sp>
            <p:nvSpPr>
              <p:cNvPr id="2442" name="Google Shape;2442;p36"/>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p:cNvGrpSpPr/>
              <p:nvPr/>
            </p:nvGrpSpPr>
            <p:grpSpPr>
              <a:xfrm>
                <a:off x="1458450" y="546675"/>
                <a:ext cx="131800" cy="426150"/>
                <a:chOff x="1458450" y="546675"/>
                <a:chExt cx="131800" cy="426150"/>
              </a:xfrm>
            </p:grpSpPr>
            <p:sp>
              <p:nvSpPr>
                <p:cNvPr id="2444" name="Google Shape;2444;p3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p:cNvGrpSpPr/>
            <p:nvPr/>
          </p:nvGrpSpPr>
          <p:grpSpPr>
            <a:xfrm>
              <a:off x="0" y="4505226"/>
              <a:ext cx="9144042" cy="342906"/>
              <a:chOff x="-12" y="127800"/>
              <a:chExt cx="9144042" cy="535205"/>
            </a:xfrm>
          </p:grpSpPr>
          <p:sp>
            <p:nvSpPr>
              <p:cNvPr id="2449" name="Google Shape;2449;p36"/>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p:cNvGrpSpPr/>
            <p:nvPr/>
          </p:nvGrpSpPr>
          <p:grpSpPr>
            <a:xfrm flipH="1">
              <a:off x="2799500" y="4464750"/>
              <a:ext cx="306075" cy="248525"/>
              <a:chOff x="3769250" y="3246050"/>
              <a:chExt cx="306075" cy="248525"/>
            </a:xfrm>
          </p:grpSpPr>
          <p:sp>
            <p:nvSpPr>
              <p:cNvPr id="2491" name="Google Shape;2491;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p:cNvGrpSpPr/>
            <p:nvPr/>
          </p:nvGrpSpPr>
          <p:grpSpPr>
            <a:xfrm flipH="1">
              <a:off x="2341000" y="4464750"/>
              <a:ext cx="306075" cy="248525"/>
              <a:chOff x="3769250" y="3246050"/>
              <a:chExt cx="306075" cy="248525"/>
            </a:xfrm>
          </p:grpSpPr>
          <p:sp>
            <p:nvSpPr>
              <p:cNvPr id="2496" name="Google Shape;2496;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p:cNvGrpSpPr/>
            <p:nvPr/>
          </p:nvGrpSpPr>
          <p:grpSpPr>
            <a:xfrm flipH="1">
              <a:off x="1882500" y="4464750"/>
              <a:ext cx="306075" cy="248525"/>
              <a:chOff x="3769250" y="3246050"/>
              <a:chExt cx="306075" cy="248525"/>
            </a:xfrm>
          </p:grpSpPr>
          <p:sp>
            <p:nvSpPr>
              <p:cNvPr id="2501" name="Google Shape;2501;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p:cNvGrpSpPr/>
            <p:nvPr/>
          </p:nvGrpSpPr>
          <p:grpSpPr>
            <a:xfrm flipH="1">
              <a:off x="3179200" y="4128775"/>
              <a:ext cx="306075" cy="248525"/>
              <a:chOff x="3769250" y="3246050"/>
              <a:chExt cx="306075" cy="248525"/>
            </a:xfrm>
          </p:grpSpPr>
          <p:sp>
            <p:nvSpPr>
              <p:cNvPr id="2506" name="Google Shape;2506;p36"/>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p:cNvGrpSpPr/>
            <p:nvPr/>
          </p:nvGrpSpPr>
          <p:grpSpPr>
            <a:xfrm>
              <a:off x="4009200" y="4172458"/>
              <a:ext cx="275225" cy="539575"/>
              <a:chOff x="1386750" y="433250"/>
              <a:chExt cx="275225" cy="539575"/>
            </a:xfrm>
          </p:grpSpPr>
          <p:sp>
            <p:nvSpPr>
              <p:cNvPr id="2511" name="Google Shape;2511;p36"/>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p:cNvGrpSpPr/>
              <p:nvPr/>
            </p:nvGrpSpPr>
            <p:grpSpPr>
              <a:xfrm>
                <a:off x="1458450" y="546675"/>
                <a:ext cx="131800" cy="426150"/>
                <a:chOff x="1458450" y="546675"/>
                <a:chExt cx="131800" cy="426150"/>
              </a:xfrm>
            </p:grpSpPr>
            <p:sp>
              <p:nvSpPr>
                <p:cNvPr id="2513" name="Google Shape;2513;p36"/>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p:cNvGrpSpPr/>
            <p:nvPr/>
          </p:nvGrpSpPr>
          <p:grpSpPr>
            <a:xfrm>
              <a:off x="842771" y="3859941"/>
              <a:ext cx="388650" cy="1075800"/>
              <a:chOff x="8604725" y="1802350"/>
              <a:chExt cx="388650" cy="1075800"/>
            </a:xfrm>
          </p:grpSpPr>
          <p:sp>
            <p:nvSpPr>
              <p:cNvPr id="2517" name="Google Shape;2517;p36"/>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p:cNvGrpSpPr/>
            <p:nvPr/>
          </p:nvGrpSpPr>
          <p:grpSpPr>
            <a:xfrm>
              <a:off x="324571" y="4143900"/>
              <a:ext cx="388650" cy="1075800"/>
              <a:chOff x="8604725" y="1802350"/>
              <a:chExt cx="388650" cy="1075800"/>
            </a:xfrm>
          </p:grpSpPr>
          <p:sp>
            <p:nvSpPr>
              <p:cNvPr id="2527" name="Google Shape;2527;p36"/>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0BC00151-2325-9A99-983E-7E4F66F4808E}"/>
              </a:ext>
            </a:extLst>
          </p:cNvPr>
          <p:cNvSpPr>
            <a:spLocks noGrp="1"/>
          </p:cNvSpPr>
          <p:nvPr>
            <p:ph type="sldNum" sz="quarter" idx="10"/>
          </p:nvPr>
        </p:nvSpPr>
        <p:spPr/>
        <p:txBody>
          <a:bodyPr/>
          <a:lstStyle/>
          <a:p>
            <a:fld id="{FD066784-9D51-4624-A73B-AF851740F580}" type="slidenum">
              <a:rPr lang="en-US" smtClean="0"/>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42"/>
        <p:cNvGrpSpPr/>
        <p:nvPr/>
      </p:nvGrpSpPr>
      <p:grpSpPr>
        <a:xfrm>
          <a:off x="0" y="0"/>
          <a:ext cx="0" cy="0"/>
          <a:chOff x="0" y="0"/>
          <a:chExt cx="0" cy="0"/>
        </a:xfrm>
      </p:grpSpPr>
      <p:pic>
        <p:nvPicPr>
          <p:cNvPr id="2843" name="Google Shape;2843;p41"/>
          <p:cNvPicPr preferRelativeResize="0">
            <a:picLocks noGrp="1"/>
          </p:cNvPicPr>
          <p:nvPr>
            <p:ph type="pic" idx="2"/>
          </p:nvPr>
        </p:nvPicPr>
        <p:blipFill>
          <a:blip r:embed="rId3"/>
          <a:srcRect l="-32" r="95"/>
          <a:stretch/>
        </p:blipFill>
        <p:spPr>
          <a:xfrm>
            <a:off x="4572000" y="838774"/>
            <a:ext cx="4134339" cy="3465949"/>
          </a:xfrm>
          <a:prstGeom prst="rect">
            <a:avLst/>
          </a:prstGeom>
        </p:spPr>
      </p:pic>
      <p:sp>
        <p:nvSpPr>
          <p:cNvPr id="2" name="Google Shape;2539;p37">
            <a:extLst>
              <a:ext uri="{FF2B5EF4-FFF2-40B4-BE49-F238E27FC236}">
                <a16:creationId xmlns:a16="http://schemas.microsoft.com/office/drawing/2014/main" id="{93BB0E72-CBF7-B46F-9C65-6EB62E56B4DB}"/>
              </a:ext>
            </a:extLst>
          </p:cNvPr>
          <p:cNvSpPr txBox="1">
            <a:spLocks/>
          </p:cNvSpPr>
          <p:nvPr/>
        </p:nvSpPr>
        <p:spPr>
          <a:xfrm>
            <a:off x="720000" y="26607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dirty="0">
                <a:solidFill>
                  <a:schemeClr val="accent1"/>
                </a:solidFill>
              </a:rPr>
              <a:t>01</a:t>
            </a:r>
            <a:r>
              <a:rPr lang="es-MX" dirty="0"/>
              <a:t> Introducción</a:t>
            </a:r>
          </a:p>
        </p:txBody>
      </p:sp>
      <p:sp>
        <p:nvSpPr>
          <p:cNvPr id="7" name="Google Shape;2540;p37">
            <a:extLst>
              <a:ext uri="{FF2B5EF4-FFF2-40B4-BE49-F238E27FC236}">
                <a16:creationId xmlns:a16="http://schemas.microsoft.com/office/drawing/2014/main" id="{92ECCFB4-73A2-D653-DF7B-DD9543AAC703}"/>
              </a:ext>
            </a:extLst>
          </p:cNvPr>
          <p:cNvSpPr txBox="1">
            <a:spLocks noGrp="1"/>
          </p:cNvSpPr>
          <p:nvPr>
            <p:ph type="subTitle" idx="1"/>
          </p:nvPr>
        </p:nvSpPr>
        <p:spPr>
          <a:xfrm>
            <a:off x="343877" y="967467"/>
            <a:ext cx="4228123" cy="3208564"/>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600"/>
              </a:spcAft>
              <a:buBlip>
                <a:blip r:embed="rId4"/>
              </a:buBlip>
            </a:pPr>
            <a:r>
              <a:rPr lang="es-MX" noProof="0" dirty="0"/>
              <a:t>La crisis climática ha impulsado la adopción de energías renovables (IPCC, 2021).</a:t>
            </a:r>
          </a:p>
          <a:p>
            <a:pPr marL="285750" lvl="0" indent="-285750" algn="just" rtl="0">
              <a:spcBef>
                <a:spcPts val="0"/>
              </a:spcBef>
              <a:spcAft>
                <a:spcPts val="600"/>
              </a:spcAft>
              <a:buBlip>
                <a:blip r:embed="rId4"/>
              </a:buBlip>
            </a:pPr>
            <a:r>
              <a:rPr lang="es-MX" dirty="0"/>
              <a:t>La energía solar al ser sostenible en la situación climática actual ha ido en aumento en los últimos años (SENER, 2018).</a:t>
            </a:r>
          </a:p>
          <a:p>
            <a:pPr marL="285750" lvl="0" indent="-285750" algn="just" rtl="0">
              <a:spcBef>
                <a:spcPts val="0"/>
              </a:spcBef>
              <a:spcAft>
                <a:spcPts val="600"/>
              </a:spcAft>
              <a:buBlip>
                <a:blip r:embed="rId4"/>
              </a:buBlip>
            </a:pPr>
            <a:r>
              <a:rPr lang="es-MX" noProof="0" dirty="0"/>
              <a:t>En México, empresas privadas han invertido para instalar plantas solares para reducir costos y completa dependencia de la Comisión Federal de Electricidad (CFE).</a:t>
            </a:r>
          </a:p>
          <a:p>
            <a:pPr marL="285750" lvl="0" indent="-285750" algn="just" rtl="0">
              <a:spcBef>
                <a:spcPts val="0"/>
              </a:spcBef>
              <a:spcAft>
                <a:spcPts val="600"/>
              </a:spcAft>
              <a:buBlip>
                <a:blip r:embed="rId4"/>
              </a:buBlip>
            </a:pPr>
            <a:r>
              <a:rPr lang="es-MX" dirty="0"/>
              <a:t>México cuenta con los niveles de radiación solar más altos del mundo (González, 2019).</a:t>
            </a:r>
          </a:p>
          <a:p>
            <a:pPr marL="0" lvl="0" indent="0" algn="l" rtl="0">
              <a:spcBef>
                <a:spcPts val="0"/>
              </a:spcBef>
              <a:spcAft>
                <a:spcPts val="0"/>
              </a:spcAft>
            </a:pPr>
            <a:endParaRPr lang="es-MX" noProof="0" dirty="0"/>
          </a:p>
        </p:txBody>
      </p:sp>
      <p:sp>
        <p:nvSpPr>
          <p:cNvPr id="3" name="Slide Number Placeholder 2">
            <a:extLst>
              <a:ext uri="{FF2B5EF4-FFF2-40B4-BE49-F238E27FC236}">
                <a16:creationId xmlns:a16="http://schemas.microsoft.com/office/drawing/2014/main" id="{EDC85D9A-87F4-69BB-A418-9A550D5245C1}"/>
              </a:ext>
            </a:extLst>
          </p:cNvPr>
          <p:cNvSpPr>
            <a:spLocks noGrp="1"/>
          </p:cNvSpPr>
          <p:nvPr>
            <p:ph type="sldNum" sz="quarter" idx="10"/>
          </p:nvPr>
        </p:nvSpPr>
        <p:spPr/>
        <p:txBody>
          <a:bodyPr/>
          <a:lstStyle/>
          <a:p>
            <a:fld id="{FD066784-9D51-4624-A73B-AF851740F580}"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1000"/>
                                        <p:tgtEl>
                                          <p:spTgt spid="7">
                                            <p:txEl>
                                              <p:pRg st="0" end="0"/>
                                            </p:txEl>
                                          </p:spTgt>
                                        </p:tgtEl>
                                      </p:cBhvr>
                                    </p:animEffect>
                                    <p:anim calcmode="lin" valueType="num">
                                      <p:cBhvr>
                                        <p:cTn id="1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1000"/>
                                        <p:tgtEl>
                                          <p:spTgt spid="7">
                                            <p:txEl>
                                              <p:pRg st="1" end="1"/>
                                            </p:txEl>
                                          </p:spTgt>
                                        </p:tgtEl>
                                      </p:cBhvr>
                                    </p:animEffect>
                                    <p:anim calcmode="lin" valueType="num">
                                      <p:cBhvr>
                                        <p:cTn id="16"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1000"/>
                                        <p:tgtEl>
                                          <p:spTgt spid="7">
                                            <p:txEl>
                                              <p:pRg st="2" end="2"/>
                                            </p:txEl>
                                          </p:spTgt>
                                        </p:tgtEl>
                                      </p:cBhvr>
                                    </p:animEffect>
                                    <p:anim calcmode="lin" valueType="num">
                                      <p:cBhvr>
                                        <p:cTn id="21"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1000"/>
                                        <p:tgtEl>
                                          <p:spTgt spid="7">
                                            <p:txEl>
                                              <p:pRg st="3" end="3"/>
                                            </p:txEl>
                                          </p:spTgt>
                                        </p:tgtEl>
                                      </p:cBhvr>
                                    </p:animEffect>
                                    <p:anim calcmode="lin" valueType="num">
                                      <p:cBhvr>
                                        <p:cTn id="2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8" presetID="10" presetClass="entr" presetSubtype="0" fill="hold" nodeType="withEffect">
                                  <p:stCondLst>
                                    <p:cond delay="0"/>
                                  </p:stCondLst>
                                  <p:childTnLst>
                                    <p:set>
                                      <p:cBhvr>
                                        <p:cTn id="29" dur="1" fill="hold">
                                          <p:stCondLst>
                                            <p:cond delay="0"/>
                                          </p:stCondLst>
                                        </p:cTn>
                                        <p:tgtEl>
                                          <p:spTgt spid="2843"/>
                                        </p:tgtEl>
                                        <p:attrNameLst>
                                          <p:attrName>style.visibility</p:attrName>
                                        </p:attrNameLst>
                                      </p:cBhvr>
                                      <p:to>
                                        <p:strVal val="visible"/>
                                      </p:to>
                                    </p:set>
                                    <p:animEffect transition="in" filter="fade">
                                      <p:cBhvr>
                                        <p:cTn id="30" dur="500"/>
                                        <p:tgtEl>
                                          <p:spTgt spid="2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0C86D47B-9E1C-4FAF-645E-F24A4BAC9269}"/>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BDE5BAE5-391C-832D-1565-71DB46B92F02}"/>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sz="4000" noProof="0" dirty="0"/>
              <a:t>Delimitación y planteamiento del problema</a:t>
            </a:r>
          </a:p>
        </p:txBody>
      </p:sp>
      <p:sp>
        <p:nvSpPr>
          <p:cNvPr id="2276" name="Google Shape;2276;p36">
            <a:extLst>
              <a:ext uri="{FF2B5EF4-FFF2-40B4-BE49-F238E27FC236}">
                <a16:creationId xmlns:a16="http://schemas.microsoft.com/office/drawing/2014/main" id="{B608B244-7796-3DA8-1B25-8F27CBB3ADA8}"/>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02</a:t>
            </a:r>
          </a:p>
        </p:txBody>
      </p:sp>
      <p:grpSp>
        <p:nvGrpSpPr>
          <p:cNvPr id="2277" name="Google Shape;2277;p36">
            <a:extLst>
              <a:ext uri="{FF2B5EF4-FFF2-40B4-BE49-F238E27FC236}">
                <a16:creationId xmlns:a16="http://schemas.microsoft.com/office/drawing/2014/main" id="{52F9634E-E129-89C8-B0E1-5D4EEDD225E9}"/>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A1A58750-2101-AE9D-D361-733804135FEA}"/>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D7F627C2-FA8F-695A-A781-5DB9831BDF0C}"/>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5A7735F5-B439-3F35-CC85-0DF50A99C268}"/>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13D607A9-A561-8ABE-4C7A-8E9BED6DECE0}"/>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8AF1168B-53B6-D542-B460-CBE7A9E8AE03}"/>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09E7301A-A203-36B3-0B6D-D35037C93260}"/>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57F40606-97B1-3126-F715-1148491C3850}"/>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7434964D-4C0F-1C80-D20D-FBC01B76BF8E}"/>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A13C7EFC-FB08-B729-92CD-8CB7A87BE7C7}"/>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9790131E-A204-5D4C-CD22-0551D6091305}"/>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44C57C17-9028-4FC4-BB6A-1787D415DCD4}"/>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791EE07C-4FE1-5699-C1A1-7F59ABD0167C}"/>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D3618BC3-BC2F-42FF-D4FE-AE5D76F27510}"/>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85EAA3F0-F7DA-30B9-EF96-2BB9951FE636}"/>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1EBE0CA0-60A5-9DED-FE85-880058703D9D}"/>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8A618ECB-6C0D-70DB-7F5E-80B2E5472835}"/>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6D8BD809-52C9-150C-6676-472E2A667F76}"/>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3346F468-9277-C146-6F61-B3B8EC2AB34F}"/>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30477ADF-D3B6-81E6-451E-1A38C08F8296}"/>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ECF2BC65-6738-9249-9946-90995D66B2C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B15612E7-F59C-9CC5-2395-466690C2A15C}"/>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735ECEB5-FA54-6005-965F-0690AAA8C6F6}"/>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5279B23F-FB55-FD94-AE4B-2682751BCE6E}"/>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143467D9-F071-DD7C-D426-538E2D57F576}"/>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D82FDDC5-5FF4-4738-BAE4-6D93E80CA5C0}"/>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B8935E6C-12D4-15CD-0FCF-690FDC2D425D}"/>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B3E19086-F395-4078-526B-81BA4FCBEE81}"/>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C13D47F1-54DB-D84D-79C2-87EB0CD5CB65}"/>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CD25FEAC-9E64-7EDD-F6A1-5B05D0920ABB}"/>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F94AA0F7-69E7-E2B1-0D93-7714B98DC2BA}"/>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3967535D-6450-7FF6-4F33-DEEF6ED0DFDE}"/>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DE01B02F-5D5F-8371-409B-88059FB82D97}"/>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29F4B5AB-EB92-CC5F-7A50-8F5A5BB9D3C7}"/>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4DB2E908-4DB2-B00C-7959-E1469E3B1C97}"/>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745566F5-70C0-983C-FA92-E1C75DCD53AC}"/>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4F095D91-BC28-9001-BAA5-1D51D2AD9EF2}"/>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AA172DC0-3192-40A4-724A-ABA2AB5D998A}"/>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C33FF49B-BC67-DB2E-C698-CBCFFCB1F52A}"/>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AD44E3F9-92F9-4E58-1ADF-678FF3B23DE8}"/>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DCBA1AF7-57B7-D2F5-13EB-8CDA1A1E7792}"/>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2F74C9B0-2CF0-1FD0-D66E-EF89B191DB48}"/>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DC212190-5E79-AAFB-CB50-F01414820887}"/>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455FAF84-04F1-F653-0CA2-2C9E18813261}"/>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CDC5345A-4B91-1817-3CC4-3A84079EF628}"/>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B4598308-ADF0-A418-8AC3-59F924E3D7F5}"/>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5CCCCB94-4483-52D8-16C7-BF2F0B0EAEBA}"/>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2BF0A585-F8F6-473D-FB71-7759B1A74504}"/>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5DBED593-6F25-E241-9E78-418962DE29C8}"/>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E2F17C6D-C9CC-5419-CDCF-45D4DB0B287B}"/>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3576F806-59E6-ACF9-1F21-0FEDC0E1E8E5}"/>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1F627966-607C-8788-2CD3-9913CD7C426C}"/>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0F60040B-5CB0-EBB6-BE65-22EA5CD72D0E}"/>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0D5C2AA7-0259-67FE-61C6-A9905B6023F7}"/>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FA59D2A9-5020-11E7-2C06-75174F7D6476}"/>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ECA58285-260F-C8CA-C92C-BEB07D009DB6}"/>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8C9A79AB-534E-E2F8-0CAA-92F6FA7E3BAF}"/>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F0C5FD4C-EA99-30B7-0FE1-D98BC6AD2A56}"/>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663712C1-C281-34B6-C795-30F0EF055F94}"/>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37AEAC0D-0CBC-7ACC-DCE3-C2ACC2775116}"/>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839E0DAB-E865-CD35-C86A-E563AE3501F2}"/>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5C2BDDF5-AEF9-DFDA-876A-106A47A9780C}"/>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4C1CA7EA-3176-0FFC-A745-3A5F6CC82E3F}"/>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432C2F97-5B12-693B-1D47-B05F10095C59}"/>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FE26446C-F04C-94F7-3670-838BFF3B64A6}"/>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416996C4-024F-4036-82B1-F3D2D9FA91B5}"/>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C186AD55-971E-F24D-D389-2132992ECBBA}"/>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736EC1DA-F9F8-9B76-0030-E3567E957E80}"/>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ACB25CCE-D84A-CAA1-3C27-214B0EEF6F7E}"/>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30A73877-92F6-15CC-E51C-0BF23D102C0D}"/>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734BE235-1652-40A8-4367-D83797BEFC36}"/>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EC6185E3-CBC5-81AC-35CA-BF82485F96F8}"/>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5499CE8A-55E7-8FC3-3A15-67C092F2B935}"/>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A2250716-9391-7E06-DE27-B1ABB2C4C473}"/>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BEB6D830-6579-707D-4C50-5FCB07E17AD0}"/>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E1684355-505B-06E2-A51C-BAB0C57B7733}"/>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456020CB-6E85-301C-994C-E4019362B95A}"/>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68695577-6FEC-0191-A81F-14103A6142FD}"/>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9EA9FA20-AB57-95AD-C247-F70399D43489}"/>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4AEB52EC-ADDE-5C36-17CE-4C587DB00453}"/>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15D37E4A-EA2D-8DEB-9D08-8F01C131EAD5}"/>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2B82FCAE-8678-2B36-31D6-F85AA33BB9D8}"/>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14C2C43F-012C-9CA5-82DA-F94E0A510F0F}"/>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0431BEC6-CAE2-35E0-A3B2-34E8AA5E5B51}"/>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8D14BAF6-79D8-8D09-6886-9FFC24F3F390}"/>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109821B1-E189-B000-3196-D617B68EC65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F9804189-86E4-2710-7B9E-AF249FA3B19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C386072A-8842-72E3-493A-65046217D89F}"/>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54C0FF91-9399-AB30-BB8B-BE036E680961}"/>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DA69D1B6-87A6-DF62-99BD-30EA22CD5D48}"/>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1B9ADE26-7D43-3589-8CC6-5D7E40FB1E96}"/>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BFE81E73-2B5E-B7ED-8554-BD0CE8DDCB5C}"/>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5FB885C5-E0EE-A158-DACF-7A4709EB685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9F2BB5A8-E028-CC57-FE73-612BEEEAFD3D}"/>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0DDC7A07-9625-67E0-843C-402A92429D39}"/>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9E7A841E-9817-CDAD-A8F8-4366E78F4E1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C144155B-B3CF-44FC-CF15-D3C245FD4FA6}"/>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50351A06-0E52-5D7A-E743-AAF3CDE6E3AD}"/>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6C09F151-339E-FEF9-A1EA-627BC06F4904}"/>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D2FD6462-6EF7-8047-BC74-EC630617D85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5B725373-AA27-175C-2333-1573049B7D6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B6CE8A65-DBC5-64FB-0D1E-01213A52769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20F8E7D1-AB82-832C-F61C-AC1787971195}"/>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30292AF6-517F-E733-239B-736674B6E36E}"/>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5DFE4249-092F-086F-D6BB-C310A1F70EF4}"/>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384FDA36-1E1B-AC31-26B9-BF0E7252342D}"/>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4617B221-7ABA-9E1D-1738-B351CCB81157}"/>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82B554BA-DC03-AAB6-1B05-23E8E7DACB98}"/>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9822F344-9E15-D1A1-16B2-7E3EFC2DF8C9}"/>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B195C886-E30A-8133-EE11-1A668DAC67D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BA3B752A-6071-D695-912A-E0C6AA4668D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DCE9D4CD-910E-FD90-522C-87170397234E}"/>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7AD24FC0-6708-0191-BB67-CC05BA02D8B5}"/>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45B9811B-6F5A-BDB0-540D-537497F26B70}"/>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599031DF-73AF-49F5-1F56-231184B4CC97}"/>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7450AA17-E654-A5D7-629E-1C39269CF6DD}"/>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E03F7970-E99B-6683-6F7A-462F6E2C8D2B}"/>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727034B9-5890-C18C-BBE6-674A327C35A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D4707293-1023-5D52-EBD7-4CC625E4B31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A28E9258-EF09-1F99-23DA-BDC713DD2572}"/>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835F5459-5340-D9E2-C6BD-412ED533FAAA}"/>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76274AB3-062D-73B8-3D6E-876AD5C38750}"/>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60F401CE-DD07-27E1-C740-EF0A460E4C97}"/>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80371639-897F-A360-0D93-C2AB226E560B}"/>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31011AB2-3EB0-7218-347B-FD0AE2633D1A}"/>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81743BAB-B162-F2F3-8CB9-E81EBE0A748C}"/>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DCDDAEE6-257A-6AB3-66C6-5FDC3FAF094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7EFC024A-BA5F-7441-86BB-424479E5589B}"/>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459D90A5-B530-7B4F-58D8-B1BC87FC150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6380CBB3-AB38-5892-2508-31307F4EF3B0}"/>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C31994B1-6F86-016C-63A0-B887B6CCE3D0}"/>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AD06F07C-BF72-0936-FF75-4F7264C62A47}"/>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413A5612-BC18-7BF3-43FD-0406E169B519}"/>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81122873-E6B0-F526-C7A1-B2EEECB9D1C1}"/>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CE2CDCBE-4259-2A22-D5CE-D0D99967AB2D}"/>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EA05D097-E0D5-7941-9954-7BDF44C704C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EEED6009-88BE-8EAB-2203-2FB015E01F6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B86FB0A0-12C3-BABB-666D-6E949FE560D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68C534D1-D128-48B8-A1EC-67FFC21FF43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9C866C9E-354D-BD15-C947-05BBFFAE3E62}"/>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CC3412FD-DBE7-FA52-0601-CB2EB933A19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B0944C2A-8661-E619-500C-2E2800AD99FD}"/>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244AD8C7-3891-A336-E15B-3723734AEE3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41E4FEFB-AB7A-B578-7913-72F8B15F9134}"/>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3CB8AF78-4714-633A-4E8F-8792D7E5C318}"/>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10DBE59C-F813-E595-122F-FEEA894C13B4}"/>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0EBC544C-B9B6-4AE2-C94A-7A29032F0E0E}"/>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3335F4BB-BCD4-3F73-4DD3-00B05C140AD8}"/>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600AF2AC-7A54-AB16-D3B1-904E6F096FF6}"/>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6ECEE47F-B4C5-DEDB-E3B6-4306BB5C1F04}"/>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B6A8B40C-7FFB-C113-91B4-314B870CEC5B}"/>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8774F03C-EE0D-B929-7839-3F130A809986}"/>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4720D320-E3B6-4228-E283-EB93FCBDF33C}"/>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10C6407C-5F4A-49E9-8CCC-9E3C3B078469}"/>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62027239-C8F1-48A1-3170-56AC5FEB4D16}"/>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CBB14D44-3ADE-B278-454F-F21267371343}"/>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2A59AE2A-4EAB-E4C1-E330-8E6A0B05081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A09524CA-971E-5307-47EE-60CFC15BA697}"/>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8D12C09D-61D5-3E1C-C063-50F2AE54FE40}"/>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2045016E-1476-D21C-D7A7-863DC437BF31}"/>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6D037163-14E8-CF19-F746-03328C35E0D8}"/>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4A58BD64-91DA-BC27-F884-C376F67AFF5F}"/>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E975B8BA-A94C-6196-817E-4174AD3B60A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535A54E2-F39D-D9B5-3B57-D395F8380AE5}"/>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B1FC8823-641E-A32F-EF81-45343150DAC3}"/>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80449CB1-D37D-1034-9718-71DED5FF6C7A}"/>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D6EE115E-9CAE-00EB-9122-247983E2480B}"/>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8C060C29-15AB-1353-2DC5-03850D79E549}"/>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AC64BF83-83F8-DB32-9A61-270A688A62E5}"/>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E1ACE5D8-5935-7FAD-6F52-67DBCB018FC1}"/>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1022E162-2137-1E36-9A1D-0C7F69D03B2A}"/>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FD2B8E52-E408-0221-D808-E4F7E105D1C7}"/>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DB7BD89E-E17F-782A-CD27-1A4768CA21F5}"/>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2BC04587-430F-F2AA-0C0A-4AF65042F57B}"/>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D50283B5-52A8-6F32-0AB4-78CF386BD694}"/>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DF40488C-7B77-05B2-A60C-39E0450F0731}"/>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3F746963-08C4-634D-29EB-35EF4DEB08EF}"/>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1176E0C3-2DC8-B496-65BF-5E4FCE39811F}"/>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B53A014D-9606-1E4D-C5DF-FFF1C309E923}"/>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33B94D95-DDBC-FBB6-5190-1CE9A19F247F}"/>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2623D75A-8E44-ABF4-4FD6-D6DD6AE58F1D}"/>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0A0EA5E5-7889-A7A8-4E2F-1C3BE1D2752C}"/>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E6985201-F931-F12F-CA36-B3C1838172BE}"/>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FBF1A64A-132A-3F50-179E-726BDCE165D7}"/>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4AB81225-4BBA-1980-BF91-E672F1F2EDB1}"/>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0F66FD07-22AB-A0F0-26ED-6E9A2AF22D57}"/>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79A73093-6894-FAFE-E8EA-42DA01B2C301}"/>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31E39D5D-B396-1A45-EAFF-176F9758590E}"/>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DD5393E9-5967-DE11-EA63-9F7CF7AA49DE}"/>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02B5D5E8-68AC-63F9-C9DF-EFC02DCE0DAE}"/>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E457B2F4-F9C9-91C5-BA17-A0123E65FFB2}"/>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7BECC1C0-88B2-B02A-3560-E555A3903DAF}"/>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31281EF3-539D-7D2A-EDCB-0077D76A3700}"/>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27F1C640-26BB-E51E-7014-1E06733F3791}"/>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EDACB74D-B18A-6F70-4815-D3286F86179F}"/>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8769A957-37C5-1267-50D8-E3537D7467C3}"/>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C009C238-474B-A479-12F2-C5BEA5ABC240}"/>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F28BA76E-85AC-F21B-3B73-323775E228FD}"/>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0203C381-62C3-4DF8-51F6-2D7D92AF55EE}"/>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05DB4CC7-69C5-8AFF-89BF-ED4C95563908}"/>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4C3B6430-9769-B950-3E05-BFE71C951355}"/>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8EC41AEF-F211-160F-F977-8526AF9B4423}"/>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795DC2B3-55BF-C3E6-BBEA-F3F0BCF87217}"/>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8CEAB8ED-0FD0-D133-B9D0-B3BB51768DCD}"/>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A674EBDD-3485-AE70-43B4-4B1C5C008700}"/>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1EF9CCCF-7805-13E7-5004-0A2F4DBC5AF9}"/>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4BCB6C8B-9AFA-C56D-A131-24DA00C4AA37}"/>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2C30DCDA-E632-CB6A-324A-F7FD7703DE6E}"/>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B07C052B-39DF-4400-3E71-F2C6AE055465}"/>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02BD6F65-4A4B-1704-BC82-04351B25EA12}"/>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DC98FB50-ABC0-2DEF-3059-620B66EEE647}"/>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10790175-8E41-AE31-C6E6-3CC2844422AB}"/>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2665CDB9-CB46-243A-19F0-EAAB0B8DC257}"/>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33FB5583-2A8B-B890-7027-F6565BDF58D1}"/>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57D1F782-1317-7ECF-BAA2-E2991C51C4B6}"/>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A5BB9C13-0705-B505-3601-DC5E68E4D7C7}"/>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51A4F626-74A2-A891-CB47-32CC3452F48B}"/>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946AA852-854F-579A-CE69-1F4475BB0522}"/>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1A86DBBB-FDDC-3426-2AAF-31265BDC0B1E}"/>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E598CE5C-8B2D-5078-7239-6EA6E6FB257D}"/>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A6E5271A-97E7-CE17-4C38-D75E625DAAC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3A1E177D-A6D0-668A-5BF9-1F3EC972CA6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3C55C4A2-8A77-AD29-8E89-A06CEEE2438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789BE623-9162-E795-DEEB-FDDBDFD839E3}"/>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0BA6CF0D-519D-D095-A9E7-0B7713506A1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F3130EF7-46E4-6A2F-A85A-99F5617C9CA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60943827-2E97-A0E6-5D72-D4241D088D7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1F087057-7757-118E-91F9-EADDC967B53D}"/>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86A5DE53-B314-13DB-FD1A-9FB94362986B}"/>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1A7F89A5-C43C-4E6A-4A03-D55FBE8C5129}"/>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BF29A61E-C820-9B86-BEED-C1EB8C22693C}"/>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B6310D62-5952-BE04-2368-8A16B4680C5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1C3E2C38-E3F1-1D1D-312A-4DAD87116E5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E0E342B7-CA4A-9E2C-4A3E-A336EF86DD76}"/>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9597EA8D-B17E-AAC9-62F3-AC32005A749F}"/>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90E3F937-B7AA-7FC0-A3A2-657FF7D35DC1}"/>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324A2F37-875C-8530-BBBF-F6CAED7AFD77}"/>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4859544E-68E4-CCC1-F231-31531311D8B0}"/>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3A56C814-3CCA-B0EC-6BF8-AEC0FBB961B0}"/>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8B575113-AA8E-67C2-B265-8C642AE064E5}"/>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1869AD12-27C7-1909-6445-30232904F85E}"/>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1BE7D033-1E8C-A652-F339-C4F196C0F7FD}"/>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57F85277-063E-B157-1FE8-3F0993C11231}"/>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6B0A8897-7823-7EE7-EEC7-2529142C128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98F31016-CEA1-105B-2E88-3174BD8C5B1F}"/>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DD62B419-3737-4C5E-CDA3-66D47E686546}"/>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8AFE5CA2-6B3D-BA47-F8C6-1814EEB4F85E}"/>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B800098F-93F6-B313-B2A0-38537E59D0F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B8F36136-D4DF-E175-DF0F-D135B89B45BC}"/>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AF019625-FF90-B6CA-803D-AD68A28DBF5D}"/>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F30F296A-FF65-D1CF-3F13-7FDC03B395F1}"/>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AA1FE6CB-FD18-0756-F3A1-D574DF0A08F8}"/>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EB26A61C-139F-32C7-3FD3-7707FBCF3F3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70D4918B-9AC3-F0A0-1B5D-5D20F7EC909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BFC07618-9627-5673-4436-3FEE53701ADC}"/>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3B7B2842-98B2-B60C-AD17-4998BC1B9A48}"/>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07CE9133-6574-9DD2-EF7A-CECD29A1A26D}"/>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818F1F0A-C62D-C9FC-5CC7-D9BFFAB6578F}"/>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171B1458-78CD-B4E6-057E-86CDDE5A1778}"/>
              </a:ext>
            </a:extLst>
          </p:cNvPr>
          <p:cNvSpPr>
            <a:spLocks noGrp="1"/>
          </p:cNvSpPr>
          <p:nvPr>
            <p:ph type="sldNum" sz="quarter" idx="10"/>
          </p:nvPr>
        </p:nvSpPr>
        <p:spPr/>
        <p:txBody>
          <a:bodyPr/>
          <a:lstStyle/>
          <a:p>
            <a:fld id="{FD066784-9D51-4624-A73B-AF851740F580}" type="slidenum">
              <a:rPr lang="en-US" smtClean="0"/>
              <a:pPr/>
              <a:t>5</a:t>
            </a:fld>
            <a:endParaRPr lang="en-US"/>
          </a:p>
        </p:txBody>
      </p:sp>
    </p:spTree>
    <p:extLst>
      <p:ext uri="{BB962C8B-B14F-4D97-AF65-F5344CB8AC3E}">
        <p14:creationId xmlns:p14="http://schemas.microsoft.com/office/powerpoint/2010/main" val="754964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12339DDF-3767-8F7C-59DC-411EC6474465}"/>
            </a:ext>
          </a:extLst>
        </p:cNvPr>
        <p:cNvGrpSpPr/>
        <p:nvPr/>
      </p:nvGrpSpPr>
      <p:grpSpPr>
        <a:xfrm>
          <a:off x="0" y="0"/>
          <a:ext cx="0" cy="0"/>
          <a:chOff x="0" y="0"/>
          <a:chExt cx="0" cy="0"/>
        </a:xfrm>
      </p:grpSpPr>
      <p:sp>
        <p:nvSpPr>
          <p:cNvPr id="2" name="Google Shape;2539;p37">
            <a:extLst>
              <a:ext uri="{FF2B5EF4-FFF2-40B4-BE49-F238E27FC236}">
                <a16:creationId xmlns:a16="http://schemas.microsoft.com/office/drawing/2014/main" id="{AAABC693-7C21-BE41-8A77-5C42D4A1A583}"/>
              </a:ext>
            </a:extLst>
          </p:cNvPr>
          <p:cNvSpPr txBox="1">
            <a:spLocks/>
          </p:cNvSpPr>
          <p:nvPr/>
        </p:nvSpPr>
        <p:spPr>
          <a:xfrm>
            <a:off x="719999" y="266075"/>
            <a:ext cx="813483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dirty="0">
                <a:solidFill>
                  <a:schemeClr val="accent1"/>
                </a:solidFill>
              </a:rPr>
              <a:t>02</a:t>
            </a:r>
            <a:r>
              <a:rPr lang="es-MX" dirty="0"/>
              <a:t> </a:t>
            </a:r>
            <a:r>
              <a:rPr lang="es-MX" sz="2800" dirty="0"/>
              <a:t>Delimitación y planteamiento del problema</a:t>
            </a:r>
            <a:endParaRPr lang="es-MX" dirty="0"/>
          </a:p>
        </p:txBody>
      </p:sp>
      <p:sp>
        <p:nvSpPr>
          <p:cNvPr id="7" name="Google Shape;2540;p37">
            <a:extLst>
              <a:ext uri="{FF2B5EF4-FFF2-40B4-BE49-F238E27FC236}">
                <a16:creationId xmlns:a16="http://schemas.microsoft.com/office/drawing/2014/main" id="{0954F3BF-C297-7598-F707-A15B4295728F}"/>
              </a:ext>
            </a:extLst>
          </p:cNvPr>
          <p:cNvSpPr txBox="1">
            <a:spLocks noGrp="1"/>
          </p:cNvSpPr>
          <p:nvPr>
            <p:ph type="subTitle" idx="1"/>
          </p:nvPr>
        </p:nvSpPr>
        <p:spPr>
          <a:xfrm>
            <a:off x="4009292" y="967466"/>
            <a:ext cx="4470400" cy="3479488"/>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600"/>
              </a:spcAft>
              <a:buBlip>
                <a:blip r:embed="rId3"/>
              </a:buBlip>
            </a:pPr>
            <a:r>
              <a:rPr lang="es-MX" sz="1050" dirty="0"/>
              <a:t>En 2023, las energías renovables generaron el 26.5% de la electricidad nacional; la solar representó el 32.8% de ese total (RAEL, 2024).</a:t>
            </a:r>
          </a:p>
          <a:p>
            <a:pPr marL="285750" lvl="0" indent="-285750" algn="just" rtl="0">
              <a:spcBef>
                <a:spcPts val="0"/>
              </a:spcBef>
              <a:spcAft>
                <a:spcPts val="600"/>
              </a:spcAft>
              <a:buBlip>
                <a:blip r:embed="rId3"/>
              </a:buBlip>
            </a:pPr>
            <a:r>
              <a:rPr lang="es-MX" sz="1050" dirty="0"/>
              <a:t>Esquemas principales de generación de energía fotovoltaica (SENER, 2018):</a:t>
            </a:r>
          </a:p>
          <a:p>
            <a:pPr marL="742950" lvl="1" indent="-285750" algn="just">
              <a:spcAft>
                <a:spcPts val="600"/>
              </a:spcAft>
              <a:buBlip>
                <a:blip r:embed="rId4"/>
              </a:buBlip>
            </a:pPr>
            <a:r>
              <a:rPr lang="es-MX" sz="1050" b="1" dirty="0"/>
              <a:t>Distribuida:</a:t>
            </a:r>
            <a:r>
              <a:rPr lang="es-MX" sz="1050" dirty="0"/>
              <a:t> hogares y pequeñas empresas con conexión bidireccional.</a:t>
            </a:r>
          </a:p>
          <a:p>
            <a:pPr marL="742950" lvl="1" indent="-285750" algn="just">
              <a:spcAft>
                <a:spcPts val="600"/>
              </a:spcAft>
              <a:buBlip>
                <a:blip r:embed="rId4"/>
              </a:buBlip>
            </a:pPr>
            <a:r>
              <a:rPr lang="es-MX" sz="1050" b="1" dirty="0"/>
              <a:t>Autoabastecimiento: </a:t>
            </a:r>
            <a:r>
              <a:rPr lang="es-MX" sz="1050" dirty="0"/>
              <a:t>grandes empresas con interconexión al Centro Nacional de Control de Energía (CENACE).</a:t>
            </a:r>
          </a:p>
          <a:p>
            <a:pPr marL="285750" indent="-285750" algn="just">
              <a:spcAft>
                <a:spcPts val="600"/>
              </a:spcAft>
              <a:buBlip>
                <a:blip r:embed="rId3"/>
              </a:buBlip>
            </a:pPr>
            <a:r>
              <a:rPr lang="es-MX" sz="1050" dirty="0"/>
              <a:t>La energía solar es variable, ya que es afectada por el clima y la ubicación geográfica (González, 2019); (Nieves-</a:t>
            </a:r>
            <a:r>
              <a:rPr lang="es-MX" sz="1050" dirty="0" err="1"/>
              <a:t>Monarrez</a:t>
            </a:r>
            <a:r>
              <a:rPr lang="es-MX" sz="1050" dirty="0"/>
              <a:t>, 2021).</a:t>
            </a:r>
          </a:p>
          <a:p>
            <a:pPr marL="285750" indent="-285750" algn="just">
              <a:spcAft>
                <a:spcPts val="600"/>
              </a:spcAft>
              <a:buBlip>
                <a:blip r:embed="rId3"/>
              </a:buBlip>
            </a:pPr>
            <a:r>
              <a:rPr lang="es-MX" sz="1050" dirty="0"/>
              <a:t>El Mercado Eléctrico Mayorista (MEM) permite comprar / vender energía para compensar la variabilidad (SENER, 2015).</a:t>
            </a:r>
          </a:p>
          <a:p>
            <a:pPr marL="285750" indent="-285750" algn="just">
              <a:spcAft>
                <a:spcPts val="600"/>
              </a:spcAft>
              <a:buBlip>
                <a:blip r:embed="rId3"/>
              </a:buBlip>
            </a:pPr>
            <a:r>
              <a:rPr lang="es-MX" sz="1050" dirty="0"/>
              <a:t>Predecir la generación de energía permite estimar la producción fotovoltaica y planificar estratégicamente la participación en el MEM.</a:t>
            </a:r>
          </a:p>
          <a:p>
            <a:pPr marL="742950" lvl="1" indent="-285750" algn="just">
              <a:spcAft>
                <a:spcPts val="600"/>
              </a:spcAft>
              <a:buBlip>
                <a:blip r:embed="rId3"/>
              </a:buBlip>
            </a:pPr>
            <a:endParaRPr lang="es-MX" sz="1050" dirty="0"/>
          </a:p>
          <a:p>
            <a:pPr marL="0" lvl="0" indent="0" algn="l" rtl="0">
              <a:spcBef>
                <a:spcPts val="0"/>
              </a:spcBef>
              <a:spcAft>
                <a:spcPts val="0"/>
              </a:spcAft>
            </a:pPr>
            <a:endParaRPr lang="es-MX" sz="1050" noProof="0" dirty="0"/>
          </a:p>
        </p:txBody>
      </p:sp>
      <p:pic>
        <p:nvPicPr>
          <p:cNvPr id="6" name="Picture 5" descr="A graph with numbers and a bar chart&#10;&#10;AI-generated content may be incorrect.">
            <a:extLst>
              <a:ext uri="{FF2B5EF4-FFF2-40B4-BE49-F238E27FC236}">
                <a16:creationId xmlns:a16="http://schemas.microsoft.com/office/drawing/2014/main" id="{8B231081-FAFB-2B32-34C1-A77612EF2FDD}"/>
              </a:ext>
            </a:extLst>
          </p:cNvPr>
          <p:cNvPicPr>
            <a:picLocks noChangeAspect="1"/>
          </p:cNvPicPr>
          <p:nvPr/>
        </p:nvPicPr>
        <p:blipFill>
          <a:blip r:embed="rId5"/>
          <a:stretch>
            <a:fillRect/>
          </a:stretch>
        </p:blipFill>
        <p:spPr>
          <a:xfrm>
            <a:off x="515815" y="1039446"/>
            <a:ext cx="3380379" cy="33496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Slide Number Placeholder 2">
            <a:extLst>
              <a:ext uri="{FF2B5EF4-FFF2-40B4-BE49-F238E27FC236}">
                <a16:creationId xmlns:a16="http://schemas.microsoft.com/office/drawing/2014/main" id="{9ABAC059-65ED-347E-2134-263FCBA034F9}"/>
              </a:ext>
            </a:extLst>
          </p:cNvPr>
          <p:cNvSpPr>
            <a:spLocks noGrp="1"/>
          </p:cNvSpPr>
          <p:nvPr>
            <p:ph type="sldNum" sz="quarter" idx="10"/>
          </p:nvPr>
        </p:nvSpPr>
        <p:spPr/>
        <p:txBody>
          <a:bodyPr/>
          <a:lstStyle/>
          <a:p>
            <a:fld id="{FD066784-9D51-4624-A73B-AF851740F580}" type="slidenum">
              <a:rPr lang="en-US" smtClean="0"/>
              <a:pPr/>
              <a:t>6</a:t>
            </a:fld>
            <a:endParaRPr lang="en-US"/>
          </a:p>
        </p:txBody>
      </p:sp>
      <p:sp>
        <p:nvSpPr>
          <p:cNvPr id="4" name="Google Shape;2845;p41">
            <a:extLst>
              <a:ext uri="{FF2B5EF4-FFF2-40B4-BE49-F238E27FC236}">
                <a16:creationId xmlns:a16="http://schemas.microsoft.com/office/drawing/2014/main" id="{866F50EB-B58E-08DA-E410-66394F43664F}"/>
              </a:ext>
            </a:extLst>
          </p:cNvPr>
          <p:cNvSpPr txBox="1">
            <a:spLocks/>
          </p:cNvSpPr>
          <p:nvPr/>
        </p:nvSpPr>
        <p:spPr>
          <a:xfrm>
            <a:off x="3208215" y="4349610"/>
            <a:ext cx="801077" cy="4240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lgn="r"/>
            <a:r>
              <a:rPr lang="es-MX" sz="800" dirty="0"/>
              <a:t>SENER, 2024</a:t>
            </a:r>
          </a:p>
        </p:txBody>
      </p:sp>
    </p:spTree>
    <p:extLst>
      <p:ext uri="{BB962C8B-B14F-4D97-AF65-F5344CB8AC3E}">
        <p14:creationId xmlns:p14="http://schemas.microsoft.com/office/powerpoint/2010/main" val="251679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42" presetClass="entr" presetSubtype="0" fill="hold" grpId="0" nodeType="with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DE7F024F-C9C7-3B68-874B-9B650FD910A2}"/>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D153E324-5492-355F-F450-52C993A53D8B}"/>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Justificación</a:t>
            </a:r>
          </a:p>
        </p:txBody>
      </p:sp>
      <p:sp>
        <p:nvSpPr>
          <p:cNvPr id="2276" name="Google Shape;2276;p36">
            <a:extLst>
              <a:ext uri="{FF2B5EF4-FFF2-40B4-BE49-F238E27FC236}">
                <a16:creationId xmlns:a16="http://schemas.microsoft.com/office/drawing/2014/main" id="{EC07B12E-9143-26AF-D362-CA75DAECE286}"/>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03</a:t>
            </a:r>
          </a:p>
        </p:txBody>
      </p:sp>
      <p:grpSp>
        <p:nvGrpSpPr>
          <p:cNvPr id="2277" name="Google Shape;2277;p36">
            <a:extLst>
              <a:ext uri="{FF2B5EF4-FFF2-40B4-BE49-F238E27FC236}">
                <a16:creationId xmlns:a16="http://schemas.microsoft.com/office/drawing/2014/main" id="{30A204FA-77E7-1FF2-4D41-321B074395BB}"/>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A7D9DD5E-408A-967E-A25B-39E9E312442F}"/>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63F164B3-5B4E-B249-F5CA-77E48C1707A6}"/>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9EA57DD8-A860-18AD-31FC-BEEC6CD0BCD1}"/>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9A47D0A7-1106-CA0E-5722-0842DE3BE413}"/>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F832FF56-E2E4-C74A-8EEB-B2D82CD726C0}"/>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C347ACE3-995E-A038-4811-42A44C278225}"/>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9E11D71E-6194-9D2B-9452-0ABE3212372F}"/>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54E8F0D2-15F4-2A57-C417-8B84BE173E07}"/>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CED435DE-BA03-3D86-EAE0-EBEB1D6268A1}"/>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C6055420-5F57-E282-996C-E62951DAF932}"/>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FBACAB01-6EAF-D227-9710-33967336FB66}"/>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B1A4C897-76DF-C18C-150C-7861BC6F155F}"/>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80D1B794-71BD-9B33-B972-0EAC5631849A}"/>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62EC89F2-E502-DFE3-A593-52CEF9F5A575}"/>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0566EEE8-F4EA-E665-0694-D57576339189}"/>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CEACFD01-058B-7A76-D129-C9A8DB2A3729}"/>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C4DD329C-571C-2CDB-B15F-5D416D4DC71A}"/>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E200E977-C9AB-579D-303B-60520F070DE1}"/>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2374BAAC-AD14-8B80-A967-EF097F23F24C}"/>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EC134A68-6E4C-D5F5-EDE4-DF3300EE0171}"/>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5B703B1E-0AC3-800C-01E5-911B04AC57DE}"/>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F23ACD66-6196-B7EE-8F77-7F8764744EEA}"/>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752A4363-7F58-086F-831C-6C4837BEB846}"/>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1D6A6E82-E2E6-1C09-7FA6-DA41132FAB66}"/>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1E604C1B-57E7-3646-CDBB-F57AFBDF4CA3}"/>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739A0EEA-9241-7157-12F5-D75E325A5365}"/>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7C6BAB23-3901-0533-595D-966B263EC9E2}"/>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CB266A42-35C9-2FB6-2F51-62BC79231DF4}"/>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EE455068-1D09-3C82-0093-2F91A01E4EB6}"/>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B4C1A642-D4E7-95D2-F2E1-1A9328FCB991}"/>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64A45C5D-DE34-D129-709D-F1F92D37C03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674A613C-18D4-A0AF-F240-E520E28DAF51}"/>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021DC00D-B07C-8596-D75C-B83F71680241}"/>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E4C0ECC2-022D-2CAF-E722-D15AA2A27296}"/>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052CE0EF-2627-06AA-79CE-3245CF063E83}"/>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58D7F2AB-16F8-36C8-B763-447B5D6DC0CF}"/>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AB854D84-6695-95D6-D9ED-B862C0CE67E9}"/>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0C4F1102-3714-257B-0AC2-53C57724A4B9}"/>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2E4528FE-F70E-06DA-12D6-F23A2E6985F8}"/>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314BE90C-7B89-F8B2-E285-C537AB0759B4}"/>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F3EE9F4C-3118-4B82-0194-EF0F012F3540}"/>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FCA9910F-28C8-77BE-EA34-4196808AEE12}"/>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31A05FA0-5F7E-7447-F9ED-41BF2C3A3A41}"/>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6B36FEBD-7084-11A1-29C7-1D4195981B90}"/>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23D4FF7A-BD4F-DDE6-4417-1F44418959E8}"/>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6C7A83BA-F821-E3C1-A69B-C7AD3D181510}"/>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B99B47EC-32DC-A008-BA44-2E9A583C44D6}"/>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1208E35C-0C5C-2015-1A02-EFA19EDCCE37}"/>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102F7C20-C4B4-AD44-6934-C2C7CC573282}"/>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C4DC849B-4F87-BC0B-5674-D1452CAFEA99}"/>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5F191431-E265-2859-C6F1-DA004D8A6730}"/>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7A2C17E7-80D6-AB73-C9A0-8C5108303506}"/>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B7EA1186-AA9D-2D69-B28C-DE71A68E24F6}"/>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4AB25598-5F44-0EF7-40BD-7298393D7314}"/>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F5B9E0C8-4FD0-6BDC-CAEB-D07C08CB395F}"/>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F5455A99-591D-176F-1FAE-D0C18938B029}"/>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D942B563-3C4B-8480-FC00-C451ABEB2BA9}"/>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C613067B-796C-96F5-7CE4-806D81819A5F}"/>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276F101D-2D0F-DA02-52BE-EF7E0753006B}"/>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A25E69A5-C4AF-566F-C6C9-6F00BEC1F001}"/>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E91A3B55-E6C8-A396-D8FD-07F30F52289F}"/>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6273058A-4B0F-2921-D376-0D5177E7A3FB}"/>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DA4AEE55-6087-F0C4-C264-DCF92FE9B715}"/>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48617331-E7AF-11BC-C280-6CEACEAD835D}"/>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045C8A7D-E5AB-E373-8D24-4E891DBC163E}"/>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8DF257C4-6547-0314-132C-3D708264B2D0}"/>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62551BE9-C01E-539F-394F-AEAF9748B856}"/>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6CA2AC3C-D6C8-DDE6-64B9-31BC4308838F}"/>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9033123F-2C2D-A32A-D8D5-1CACA1CA1CB1}"/>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E7A10E93-5D02-8EC4-D697-1E2EC8EF6BE0}"/>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03265199-8A1F-7427-5CFB-97CFAF1455E6}"/>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2C8B6290-6FA9-4AB7-CA4E-E2963743C2B2}"/>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BFC7CEF2-A345-5215-F05A-D6E1A54661A5}"/>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5B7003FF-E76C-F234-CA3E-DB6A867A95D4}"/>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E032B6AC-A93A-57DF-29D2-BDF3D55CFBAD}"/>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0D20100C-6A01-6924-58EB-3812F2FEF7C6}"/>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5FDBFE54-0DB5-05BF-648D-387C25E95EC4}"/>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F533C39D-644B-5A67-9BB4-A625BB41F53C}"/>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98551C85-AC69-E933-BB31-5B36F55C7BCB}"/>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00FC0559-1742-EE12-F211-8385EB4EC848}"/>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5C250F57-B16F-3DF2-DAAB-0912BDAD10D1}"/>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87987691-629D-3A33-5998-BD6A61B01AF7}"/>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61D22EBC-9847-3067-6B7C-282A5719CB2F}"/>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1FA894D6-2F85-A8ED-2BAD-F467BEF83F7A}"/>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ACE83B1C-AF30-E636-3FD6-72047B5EC7C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01A98565-1766-CED5-8389-425C01151EAA}"/>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D0CCCB4D-BA7E-D189-83C9-50E58F8235F6}"/>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40793A17-E768-18C5-1B39-A13B298EC211}"/>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737DE7BB-0089-2ED0-B7F3-D06F89A7D3FA}"/>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5734F358-ACDC-4C39-D57A-AC25FDCE647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127D8EDE-D57D-56FF-419E-96E6E2E42610}"/>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FF811EC7-8684-8FCF-CEBD-1B105FC9C90B}"/>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082B2503-FFB8-41AC-0DF6-2B193D579245}"/>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36DF2EEF-26DE-6658-9409-391A9DDC52A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C1C8DD92-109B-1D40-E275-DA190D19974B}"/>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03558894-F14E-C0D6-35F6-2531A3BC9CB3}"/>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7F5CF587-E342-7349-8D6E-90C8F06CC6E2}"/>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C3EB1D42-D8CC-F69D-0848-B219E5BE0F56}"/>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BC8D43AC-1838-136C-68A3-951028877AE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5346D7B5-0F3C-5B07-5CE2-EF703C3DC8B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557D43AA-6869-2B46-D5A1-1F5CCF7AC15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06EE46DA-941E-72E2-705E-C1DB97FBF6C5}"/>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9C23EFB7-AF42-E813-0292-8A7005E6E649}"/>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96863C6D-45E5-0DB2-1574-1DED1792289E}"/>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1F8C8DE6-8B37-1104-0AFC-8609F78673C4}"/>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BE067E9E-1C2B-4B8C-FF03-6CE0CE41A452}"/>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A01E1CF5-1176-BD7A-934E-B0BEB6C2584B}"/>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518439F5-5DA8-AE1A-D81D-E76C2E49573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3CF17234-38C3-C9C7-C430-50EEEBF2627B}"/>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E6B86056-186E-DC5B-B700-F1813A7E67C6}"/>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950F75BB-C61A-ED2D-11A6-BD826926DF5A}"/>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C0A80F70-8669-3C32-E3C2-AF0EBDD615FF}"/>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F33A2FA8-A834-5C58-E2F5-C5FB1383D568}"/>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CCC94063-D8BE-F28F-64CC-91ECDB3C3C2C}"/>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247F706C-5F10-1C66-49B7-CF3115D7C86E}"/>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3C2FD7E7-64C7-5539-577E-47155FDCCAFD}"/>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A826882A-E432-0C40-AE6D-68AFECC42ECC}"/>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9749926A-65F4-FA11-F199-15DDA9022974}"/>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622AD2D1-9B1A-5454-1BC5-98FD6F14974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97FBC33E-805B-A846-19A6-2282A2FDAA4F}"/>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6352C75E-19C9-0E7B-77FD-72C30688552E}"/>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9F0E6A14-620D-7B23-F783-9B1FF55DD39B}"/>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78FDF4F9-2276-97B9-40BC-C0F7F1CA675F}"/>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A3059C43-D4C2-7438-1542-B54FA95B271E}"/>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DEED56D2-772A-3167-B774-6EC412771549}"/>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44DCBD7E-438C-9F6B-0351-31AE90FD9C1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18756237-A9A4-5C05-BF21-800D8212EEC9}"/>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5B033E6A-40DB-1805-FDEB-034A9F80A9C7}"/>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1DBAB115-8A15-BF6D-02E3-7699E6D983CB}"/>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C9CD2ADC-6C74-4572-B2D0-08667C8087F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B4C35FD9-DDBE-8A92-9F0A-40D93C8C7E3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4A718E0D-07F2-46E4-C051-C082B368CC94}"/>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B12BDA00-8AF0-2614-3767-583073AB64B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BE6D965B-E1F7-BE8D-1847-15DC25E6345C}"/>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2EC73727-5B01-64E2-68C0-485C4370F6C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F144B214-B873-29B5-0E8C-C0975C1E8CD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2E9B3D37-CDA9-41D2-7D25-881E8BFF9ECA}"/>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1896AE59-96B1-EEFC-D05D-BD1A4BB0A12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12A1CCED-F0DE-CA37-B9A6-57716D4463C1}"/>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1B0914FC-BE9A-4DE4-18C7-7EF0C7F784CC}"/>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BABB9B09-B1E8-A840-B4F3-69A706A5E141}"/>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298CB184-528B-13AB-A1BD-8D6733C84C16}"/>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75FD9853-B4F0-1376-271D-1770D5A273FB}"/>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B087A1CF-2DFF-01B9-0E80-B1685F49913D}"/>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2665B508-FD9A-9DB2-7766-8FA23601F1D0}"/>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A7CFB541-1DD5-F6C7-3B8C-BB2B0C7A318D}"/>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82A03299-8291-EC87-5DC6-866138506E96}"/>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06E80E36-7409-C5A1-5437-74B60E4FAF22}"/>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F1DF9DBC-69CA-108A-39D3-6E64724B0B6C}"/>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4A889E2C-DEFB-6CE3-DAC4-1987664104A8}"/>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15C55F37-E9EE-C82A-2417-8676C3E6B0FB}"/>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034BF255-5CD1-7229-2246-A225FB50D7F3}"/>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FD8004F3-93FE-D6A0-16A3-76A243258F7E}"/>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6E877380-5FF8-B919-7164-A43D5D003D54}"/>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391DA284-8BA5-691F-F396-02D0B5E6FA3E}"/>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AE4C5B28-EFB4-439E-B2D4-9B8F2AA4A5B0}"/>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74274117-D091-EE30-4EF4-79FF0524C6D4}"/>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2955D9E9-9C53-7688-0B9E-1806F20E42C2}"/>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AEA004F5-ADB3-8795-2390-F54482E17C09}"/>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110877C9-7FA0-5D7A-78F5-6AB67EDBCFC8}"/>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EF2DD7FA-5D45-2952-5EBA-DB810AC8A47E}"/>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9CB48442-4E75-97A7-EC63-B26904A564B1}"/>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EED98108-3927-AAE3-C051-BED459C70935}"/>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467E71F5-67B1-FB8F-AE2E-72A544A87BE8}"/>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B18C28E2-23DC-FA02-E985-4AA86F324C95}"/>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B7DF0643-72B2-AB82-7A28-D8624DE0EC5E}"/>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C20E3BC6-1B9D-1BBB-64C0-4CFCF4311E84}"/>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8FA3FE02-C1D0-FAF1-16F8-B13B782FCBE1}"/>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AD2C6AB8-4D57-1975-53A9-8ED0D728B9C7}"/>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AAD05A10-4B60-DA5D-64F6-847E8E296D1C}"/>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7227FE7A-F29A-DFDD-E192-79089F4748FA}"/>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E21C0EC0-64DE-2C0E-E485-AFF337B84C2F}"/>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3C0A8D1E-B89C-D3F1-A4C1-84EAE0F41DCC}"/>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2DC26CAE-6210-28C6-7CEA-ACB3872ECBE0}"/>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EC76AAA9-CDB3-523E-3DA6-9628DF205794}"/>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98820385-AD1A-E630-177A-F61A4894E8B4}"/>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F4A51BE0-A774-9804-CB59-B56C27A2853C}"/>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93998564-2A0A-9BD0-685B-E12DFBFCE462}"/>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6CBAFB93-5A86-50AD-423F-D7BD5DA66522}"/>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C1A9E6C1-9477-2F74-3826-64470CB5EAD7}"/>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1569B582-2E8F-4367-893A-96BA58D64780}"/>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A78BA5B6-9124-2715-3C04-0C8122418D50}"/>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D4A85647-3D87-3556-04CB-19A14789292E}"/>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DB77BE1E-A1C0-095D-5C08-D4088DBD3708}"/>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F237FC1D-7965-5195-BEB0-DBDF30FF7668}"/>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5B591BA6-D03E-25C2-6990-D035E091E248}"/>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E83A2015-5463-98EE-BB4F-17B51A8951EB}"/>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0C6AF52C-07CD-5641-A55E-E0D0B62CC927}"/>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B0F830D1-5515-D942-F80D-24908DDF9628}"/>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A0AF42EF-D5A4-3807-8764-437BBB3145D2}"/>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0FB85D1D-75CF-8140-318B-99F7DA8BAE97}"/>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FDBE9EE8-EDC6-2B5B-BE8D-D6C44163A90F}"/>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6BFAB74C-39C5-ACE7-D26E-D525263D04A1}"/>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635E1390-1CF3-6F84-A1DA-A08F6267F214}"/>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AA759717-1F11-BAED-ACB8-6C1546B3283B}"/>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F7C32710-1967-22C5-B45C-89A87D59614C}"/>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35D7C6AC-36CA-C158-03CB-6BA42392F572}"/>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BEB057EB-7592-98F5-D36B-1FF0369E758A}"/>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3535E306-9EEB-1276-481D-C49C6989A175}"/>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7B609644-8C7B-50D7-3BCF-5489D0EBAD9F}"/>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3EC7E764-5373-6184-857D-93343640D54F}"/>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63A9830E-4E78-83BB-B556-DDBF9A799AA2}"/>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3BB6603C-93A4-355A-B02E-702955776A10}"/>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F089C269-6B06-D079-63ED-EA97C236BBBF}"/>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B2D32677-BE31-B7EB-34A3-2BD97BAFFEFE}"/>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0A3BCBAE-7B66-31EC-119C-B949BE5A8E78}"/>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D970C76D-9C0E-BA5C-4A91-A18C167E1003}"/>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98FA2598-2232-4D34-3049-C84DF93C99C3}"/>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DA97E89D-34C5-8D5D-18CD-D2062DB3951D}"/>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FB50C9FE-E71B-DA49-27BD-F2BE34E39A3B}"/>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30C5C273-C53E-32A2-43FE-46847E5DD2CB}"/>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848CD1F0-15F7-EAC9-88AD-9C638B866CE8}"/>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FDA45F8E-76AA-5C99-C33C-4FA1A41C1D93}"/>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E014B4AC-D51C-4BFC-0582-E19F2EBBDD96}"/>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D74A25F6-6F51-AEB7-32FB-259C4F0F781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4B894194-5589-CE38-5634-36262236F32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751BAE17-2B4C-2B19-5EEF-AC27617DFEB3}"/>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F4EF2EEF-B383-FC5D-CA11-8EA7966EAFB3}"/>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B365A616-2F0C-019E-0070-ED2359EE341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879804A7-47BC-A838-CE66-493A73AC94D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9CEB3BA8-67DA-7AC0-51F0-5CE1B85303FB}"/>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A54F2363-7883-9FF9-212B-16E677273A51}"/>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91529B1A-2E42-73A5-66B8-C4D48EEA94B9}"/>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4BBE8FBC-222B-0515-DB15-9C2E8E7344A2}"/>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ACA8F491-CBBF-27F3-F981-1DFC6CA11052}"/>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A6B8A08D-5159-F25C-246D-9FFAB84F08F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874A0AB5-4D32-F310-459D-966599547C7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3B83812D-BB3E-7562-D9C5-53A62F92B4DC}"/>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A1C8DAAD-64AF-4CCA-0A95-A2E62F54E162}"/>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CBC1FA69-D375-C6F6-7FCF-19A60C2CCEDA}"/>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CD1BAF33-7244-153E-585C-0DED60314D4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3F750CEE-BA93-92F4-49F4-7A4EFA00256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D39517DA-AF71-8227-C6A0-4147800B5440}"/>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B0789C1D-001E-2208-526D-1E46280F364B}"/>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A6B0DEB4-1E99-91AC-F493-23912382C5FF}"/>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993D20BC-893B-13C5-347B-B1AF99732E3E}"/>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783D7683-04FD-ABF0-56D6-68E7AE955DB9}"/>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909A2A03-BE60-5598-5158-F256C31E7C0D}"/>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91693B25-E64C-F463-DE99-A156967F6989}"/>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461F6B45-2BAD-8EFD-5058-8F6F85A5F5D5}"/>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C7C5FB77-9DF0-0183-7129-69AAF86BB9DC}"/>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21B90289-AC4F-B729-5C89-25E3E177E3F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C18DC8A5-20A3-A12D-66CF-5A00AA9F8F2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BF888867-2843-F74D-04B3-C2ED864334CF}"/>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AA1DC7E0-22E1-EF54-F2B3-6B01E0607FF2}"/>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A0BF14BB-5D7A-5B99-A39C-1555F1F45336}"/>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A90BDDE1-8718-4893-3BCE-F7D1968D6F23}"/>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9731B960-354D-C2FA-7C43-89C9AA9AF55B}"/>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54ECD518-FCDC-57F6-7E6F-1DA80B56B3A7}"/>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16C339D1-1302-16E5-1044-FAFEAE6D2A50}"/>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E9AA2E1E-CAD9-A082-6DE1-555FFC634A3E}"/>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5D7D2317-DF8A-2567-8511-69C212F607D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23D199AC-74B5-E2D9-D0B8-96E31C1AA63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5CD0B236-93B3-4523-5D0E-43EF4B17B08A}"/>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7E02E6F7-4A75-8F35-5765-74543453792E}"/>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49429798-D0F1-3B75-F170-7938B51B1BC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9CC715CA-ABB7-AE90-84BD-79BF50F8E365}"/>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0ED88388-9860-C775-449B-D500FA65CB83}"/>
              </a:ext>
            </a:extLst>
          </p:cNvPr>
          <p:cNvSpPr>
            <a:spLocks noGrp="1"/>
          </p:cNvSpPr>
          <p:nvPr>
            <p:ph type="sldNum" sz="quarter" idx="10"/>
          </p:nvPr>
        </p:nvSpPr>
        <p:spPr/>
        <p:txBody>
          <a:bodyPr/>
          <a:lstStyle/>
          <a:p>
            <a:fld id="{FD066784-9D51-4624-A73B-AF851740F580}" type="slidenum">
              <a:rPr lang="en-US" smtClean="0"/>
              <a:pPr/>
              <a:t>7</a:t>
            </a:fld>
            <a:endParaRPr lang="en-US"/>
          </a:p>
        </p:txBody>
      </p:sp>
    </p:spTree>
    <p:extLst>
      <p:ext uri="{BB962C8B-B14F-4D97-AF65-F5344CB8AC3E}">
        <p14:creationId xmlns:p14="http://schemas.microsoft.com/office/powerpoint/2010/main" val="9749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8"/>
        <p:cNvGrpSpPr/>
        <p:nvPr/>
      </p:nvGrpSpPr>
      <p:grpSpPr>
        <a:xfrm>
          <a:off x="0" y="0"/>
          <a:ext cx="0" cy="0"/>
          <a:chOff x="0" y="0"/>
          <a:chExt cx="0" cy="0"/>
        </a:xfrm>
      </p:grpSpPr>
      <p:sp>
        <p:nvSpPr>
          <p:cNvPr id="2539" name="Google Shape;2539;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solidFill>
                  <a:schemeClr val="accent1"/>
                </a:solidFill>
              </a:rPr>
              <a:t>03</a:t>
            </a:r>
            <a:r>
              <a:rPr lang="es-MX" noProof="0" dirty="0"/>
              <a:t> Justificación</a:t>
            </a:r>
          </a:p>
        </p:txBody>
      </p:sp>
      <p:sp>
        <p:nvSpPr>
          <p:cNvPr id="2540" name="Google Shape;2540;p37"/>
          <p:cNvSpPr txBox="1">
            <a:spLocks noGrp="1"/>
          </p:cNvSpPr>
          <p:nvPr>
            <p:ph type="subTitle" idx="1"/>
          </p:nvPr>
        </p:nvSpPr>
        <p:spPr>
          <a:xfrm>
            <a:off x="720000" y="1249136"/>
            <a:ext cx="7534094" cy="3208564"/>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pPr>
            <a:r>
              <a:rPr lang="es-MX" noProof="0" dirty="0"/>
              <a:t>La variabilidad climática puede causar desabasto energético en empresas de autoabasto (Nieves-</a:t>
            </a:r>
            <a:r>
              <a:rPr lang="es-MX" noProof="0" dirty="0" err="1"/>
              <a:t>Monarrez</a:t>
            </a:r>
            <a:r>
              <a:rPr lang="es-MX" noProof="0" dirty="0"/>
              <a:t>, 2021), elevando así los costos operativos.</a:t>
            </a:r>
          </a:p>
          <a:p>
            <a:pPr marL="0" lvl="0" indent="0" algn="just" rtl="0">
              <a:spcBef>
                <a:spcPts val="0"/>
              </a:spcBef>
              <a:spcAft>
                <a:spcPts val="1200"/>
              </a:spcAft>
            </a:pPr>
            <a:r>
              <a:rPr lang="es-MX" dirty="0"/>
              <a:t>El CENACE por contrato, exige diariamente los pronósticos de generación energética para determinar los precios futuros en el MEM.</a:t>
            </a:r>
            <a:endParaRPr lang="es-MX" noProof="0" dirty="0"/>
          </a:p>
          <a:p>
            <a:pPr marL="0" lvl="0" indent="0" algn="just" rtl="0">
              <a:spcBef>
                <a:spcPts val="0"/>
              </a:spcBef>
              <a:spcAft>
                <a:spcPts val="1200"/>
              </a:spcAft>
            </a:pPr>
            <a:r>
              <a:rPr lang="es-MX" noProof="0" dirty="0"/>
              <a:t>Realizar predicciones confiables permite anticipar las fluctuaciones del clima y diseñar estrategias preventivas como la compra anticipada de energía en el MEM, asegurando precios competitivos (Torres Crisanto, 2024).</a:t>
            </a:r>
          </a:p>
          <a:p>
            <a:pPr marL="0" lvl="0" indent="0" algn="just" rtl="0">
              <a:spcBef>
                <a:spcPts val="0"/>
              </a:spcBef>
              <a:spcAft>
                <a:spcPts val="1200"/>
              </a:spcAft>
            </a:pPr>
            <a:r>
              <a:rPr lang="es-MX" dirty="0"/>
              <a:t>Además, se pueden predecir días de alta generación permitiendo programar ventas anticipadas de los excedentes en el MEM, mejorando la rentabilidad de la infraestructura.</a:t>
            </a:r>
          </a:p>
          <a:p>
            <a:pPr marL="0" lvl="0" indent="0" algn="l" rtl="0">
              <a:spcBef>
                <a:spcPts val="0"/>
              </a:spcBef>
              <a:spcAft>
                <a:spcPts val="0"/>
              </a:spcAft>
            </a:pPr>
            <a:endParaRPr lang="es-MX" noProof="0" dirty="0"/>
          </a:p>
          <a:p>
            <a:pPr marL="0" lvl="0" indent="0" algn="l" rtl="0">
              <a:spcBef>
                <a:spcPts val="0"/>
              </a:spcBef>
              <a:spcAft>
                <a:spcPts val="0"/>
              </a:spcAft>
            </a:pPr>
            <a:endParaRPr lang="es-MX" noProof="0" dirty="0"/>
          </a:p>
        </p:txBody>
      </p:sp>
      <p:sp>
        <p:nvSpPr>
          <p:cNvPr id="2" name="Slide Number Placeholder 1">
            <a:extLst>
              <a:ext uri="{FF2B5EF4-FFF2-40B4-BE49-F238E27FC236}">
                <a16:creationId xmlns:a16="http://schemas.microsoft.com/office/drawing/2014/main" id="{9F9C986E-C2A7-22C4-4896-AC0914B3DB23}"/>
              </a:ext>
            </a:extLst>
          </p:cNvPr>
          <p:cNvSpPr>
            <a:spLocks noGrp="1"/>
          </p:cNvSpPr>
          <p:nvPr>
            <p:ph type="sldNum" sz="quarter" idx="10"/>
          </p:nvPr>
        </p:nvSpPr>
        <p:spPr/>
        <p:txBody>
          <a:bodyPr/>
          <a:lstStyle/>
          <a:p>
            <a:fld id="{FD066784-9D51-4624-A73B-AF851740F580}"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39"/>
                                        </p:tgtEl>
                                        <p:attrNameLst>
                                          <p:attrName>style.visibility</p:attrName>
                                        </p:attrNameLst>
                                      </p:cBhvr>
                                      <p:to>
                                        <p:strVal val="visible"/>
                                      </p:to>
                                    </p:set>
                                    <p:animEffect transition="in" filter="fade">
                                      <p:cBhvr>
                                        <p:cTn id="7" dur="500"/>
                                        <p:tgtEl>
                                          <p:spTgt spid="2539"/>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540">
                                            <p:txEl>
                                              <p:pRg st="0" end="0"/>
                                            </p:txEl>
                                          </p:spTgt>
                                        </p:tgtEl>
                                        <p:attrNameLst>
                                          <p:attrName>style.visibility</p:attrName>
                                        </p:attrNameLst>
                                      </p:cBhvr>
                                      <p:to>
                                        <p:strVal val="visible"/>
                                      </p:to>
                                    </p:set>
                                    <p:animEffect transition="in" filter="fade">
                                      <p:cBhvr>
                                        <p:cTn id="10" dur="1000"/>
                                        <p:tgtEl>
                                          <p:spTgt spid="2540">
                                            <p:txEl>
                                              <p:pRg st="0" end="0"/>
                                            </p:txEl>
                                          </p:spTgt>
                                        </p:tgtEl>
                                      </p:cBhvr>
                                    </p:animEffect>
                                    <p:anim calcmode="lin" valueType="num">
                                      <p:cBhvr>
                                        <p:cTn id="11" dur="1000" fill="hold"/>
                                        <p:tgtEl>
                                          <p:spTgt spid="2540">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2540">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540">
                                            <p:txEl>
                                              <p:pRg st="1" end="1"/>
                                            </p:txEl>
                                          </p:spTgt>
                                        </p:tgtEl>
                                        <p:attrNameLst>
                                          <p:attrName>style.visibility</p:attrName>
                                        </p:attrNameLst>
                                      </p:cBhvr>
                                      <p:to>
                                        <p:strVal val="visible"/>
                                      </p:to>
                                    </p:set>
                                    <p:animEffect transition="in" filter="fade">
                                      <p:cBhvr>
                                        <p:cTn id="15" dur="1000"/>
                                        <p:tgtEl>
                                          <p:spTgt spid="2540">
                                            <p:txEl>
                                              <p:pRg st="1" end="1"/>
                                            </p:txEl>
                                          </p:spTgt>
                                        </p:tgtEl>
                                      </p:cBhvr>
                                    </p:animEffect>
                                    <p:anim calcmode="lin" valueType="num">
                                      <p:cBhvr>
                                        <p:cTn id="16" dur="1000" fill="hold"/>
                                        <p:tgtEl>
                                          <p:spTgt spid="2540">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2540">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540">
                                            <p:txEl>
                                              <p:pRg st="2" end="2"/>
                                            </p:txEl>
                                          </p:spTgt>
                                        </p:tgtEl>
                                        <p:attrNameLst>
                                          <p:attrName>style.visibility</p:attrName>
                                        </p:attrNameLst>
                                      </p:cBhvr>
                                      <p:to>
                                        <p:strVal val="visible"/>
                                      </p:to>
                                    </p:set>
                                    <p:animEffect transition="in" filter="fade">
                                      <p:cBhvr>
                                        <p:cTn id="20" dur="1000"/>
                                        <p:tgtEl>
                                          <p:spTgt spid="2540">
                                            <p:txEl>
                                              <p:pRg st="2" end="2"/>
                                            </p:txEl>
                                          </p:spTgt>
                                        </p:tgtEl>
                                      </p:cBhvr>
                                    </p:animEffect>
                                    <p:anim calcmode="lin" valueType="num">
                                      <p:cBhvr>
                                        <p:cTn id="21" dur="1000" fill="hold"/>
                                        <p:tgtEl>
                                          <p:spTgt spid="2540">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540">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540">
                                            <p:txEl>
                                              <p:pRg st="3" end="3"/>
                                            </p:txEl>
                                          </p:spTgt>
                                        </p:tgtEl>
                                        <p:attrNameLst>
                                          <p:attrName>style.visibility</p:attrName>
                                        </p:attrNameLst>
                                      </p:cBhvr>
                                      <p:to>
                                        <p:strVal val="visible"/>
                                      </p:to>
                                    </p:set>
                                    <p:animEffect transition="in" filter="fade">
                                      <p:cBhvr>
                                        <p:cTn id="25" dur="1000"/>
                                        <p:tgtEl>
                                          <p:spTgt spid="2540">
                                            <p:txEl>
                                              <p:pRg st="3" end="3"/>
                                            </p:txEl>
                                          </p:spTgt>
                                        </p:tgtEl>
                                      </p:cBhvr>
                                    </p:animEffect>
                                    <p:anim calcmode="lin" valueType="num">
                                      <p:cBhvr>
                                        <p:cTn id="26" dur="1000" fill="hold"/>
                                        <p:tgtEl>
                                          <p:spTgt spid="2540">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254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 grpId="0"/>
      <p:bldP spid="254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952BFD67-7C60-E6AB-FCF1-023D0B36B5E7}"/>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F0AC36CF-A45C-8632-A4B7-CD767DF66A98}"/>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Formulación de objetivos</a:t>
            </a:r>
          </a:p>
        </p:txBody>
      </p:sp>
      <p:sp>
        <p:nvSpPr>
          <p:cNvPr id="2276" name="Google Shape;2276;p36">
            <a:extLst>
              <a:ext uri="{FF2B5EF4-FFF2-40B4-BE49-F238E27FC236}">
                <a16:creationId xmlns:a16="http://schemas.microsoft.com/office/drawing/2014/main" id="{6690092A-48F7-A9E6-44E9-1A300CD2E65D}"/>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04</a:t>
            </a:r>
          </a:p>
        </p:txBody>
      </p:sp>
      <p:grpSp>
        <p:nvGrpSpPr>
          <p:cNvPr id="2277" name="Google Shape;2277;p36">
            <a:extLst>
              <a:ext uri="{FF2B5EF4-FFF2-40B4-BE49-F238E27FC236}">
                <a16:creationId xmlns:a16="http://schemas.microsoft.com/office/drawing/2014/main" id="{C5652826-129A-177B-5450-956AC82B087D}"/>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B4A81462-CFD1-5C16-02A7-C49E7BF82528}"/>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E64E2596-BDA2-9B4D-385F-FB4737DFBD15}"/>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F5E8E296-952F-20A5-A723-6479D3F7C7A8}"/>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E75B25EB-94C2-496C-39F7-ACC55F4F6750}"/>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346130C5-B0EB-DD5B-3C03-C3F490FC958B}"/>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9082938C-C1D2-D6B4-53B2-439E7E377A26}"/>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69AF94E9-F513-82F4-265B-7342D1FAFCC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727D0E6E-5DA5-65B9-09F3-11EB9488E29D}"/>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AE79734B-2114-1140-6867-3D769ABDAB4F}"/>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90D7F06F-94DF-F481-FA60-0C1B160235C2}"/>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482518AC-BABF-03FE-C0D5-8E3C3DA7A28F}"/>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D1BAE9CF-D3EC-CC7D-AEC6-0477D86055D7}"/>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2E2C6FFD-6CFA-A1C9-AA29-C29F964B6E61}"/>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82DA6ACE-897F-5C31-DF80-F03E31BF109E}"/>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B1243946-5806-64A1-2560-0DC71ABA660D}"/>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C6B4A400-AF48-E5D3-9926-AC6A8A7CDB03}"/>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2D4F7767-76FA-7390-E739-3F89FFC00E22}"/>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2AD7B6F9-227E-A7A8-4F73-E2F9775AFC0B}"/>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64D4C95B-57FF-3B53-530E-788D16C4CD67}"/>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8E32915E-0C61-7C65-46B9-606F751A07FE}"/>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1A2AD19A-9E7F-8F11-5725-39CBA5382BC0}"/>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38161D3A-0DF0-4539-EC60-80E3D9B65EC8}"/>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E8AA5690-F9B1-644E-044C-CA98DB80479C}"/>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73A4725F-E597-0BAF-22A7-F431999CC5D3}"/>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265D8BD4-C646-6E77-EF2A-5CC1D696346D}"/>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2D0D7459-24F5-4C42-5EC7-58DB98014D36}"/>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0CC82B0C-E5FC-5C08-23EB-D23CB391CF32}"/>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5087AF10-AB2D-B297-F950-32C5C2EB18CA}"/>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1FAEA3A9-C781-CC18-6E05-7D8BC15583F1}"/>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A6D9AC2C-B9C9-951A-3918-D7F1AF31EB5D}"/>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B1930404-77F1-2143-A6F9-689B50F47BB0}"/>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8D1E71E7-A12E-53FB-B579-653570CBF1C6}"/>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E99B620C-01C7-5019-C671-379D5CEFB1ED}"/>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4C2349D0-2927-32EC-3C66-A675EC8BF0E2}"/>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BC020943-815B-4DC2-C247-2661FBE897E0}"/>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1A7BC6CF-F60C-AA41-AA93-B60CC0C2AC48}"/>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17C774E1-030A-841E-6C53-B4196353747A}"/>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625A2518-28AE-032D-84B3-534DBA2878FD}"/>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AD595D4F-C153-111E-3A7D-338DEF5E927C}"/>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5C1225D2-F232-E670-D5E9-9F6BC1DFCEC7}"/>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66A869D5-3AC3-D16F-1D85-58883D02FE69}"/>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EA737599-573E-43C7-FA94-A882D03A097B}"/>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8E94E26A-C4E3-A404-3825-7208C25E87A1}"/>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307C4511-EDBD-35D9-5A85-60AB1D5796A7}"/>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B4C5137B-2D84-99D1-E5AB-347A72DF47DB}"/>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7BDB507C-69F5-BCD4-F8AF-B0039D5AFF8B}"/>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02AEBC87-F4B4-B539-6AFB-C7F1770D8C9F}"/>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1C221087-BCF5-3670-C2DE-92C42393B416}"/>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9E96ADA0-05F9-446E-177D-16387C599535}"/>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AA613960-90A7-FDD1-E628-D5B445A9ACDD}"/>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CF34024B-3CDA-7487-363D-F602ACCAE898}"/>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57C47E2E-8912-CA59-C3A5-37CB1A8E38A3}"/>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01754DFC-5796-9C14-9997-ED9C5EFBB2DF}"/>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975E515B-EA29-C101-B796-599C69163207}"/>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2EA6A80A-350F-7AFE-DF5A-9791FCF9A24B}"/>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4A4C5A86-B020-F817-F345-6093853F580A}"/>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5352C03B-415A-042D-3FE9-1377CBFA0420}"/>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139AE835-E79D-4E48-8982-C2F0720496D5}"/>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4A2F527D-3176-064B-E73C-CDB9050F9289}"/>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C804C3F1-D461-A152-972E-12D405A929AA}"/>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33757915-1881-1B27-07FE-BB666A75F93A}"/>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A9A85308-3523-3A79-94C4-FD453B2ECB46}"/>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BB0446FB-9C3E-0CDD-D8AA-E47AB3DD09A4}"/>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C8F5A088-CCA1-65F4-B53A-551C9EF1C5BE}"/>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B56A1C16-7343-C1C4-AE93-8088A05EA294}"/>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5AF9926E-B61C-8234-9095-416F6B8DE12A}"/>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EDD9BB44-E6CF-8EA6-7855-5BABE6474D11}"/>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B16ED693-EE91-034B-E88C-BE313D93D9E9}"/>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341AF81C-B707-2E1A-73A3-5CB4C7A2845F}"/>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24815908-4926-13FD-0248-E80DBEDD2F95}"/>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65489586-241D-6842-9436-DC69701707A5}"/>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FC0EEB3A-1867-DA61-28E7-B1337211C65A}"/>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9896DDC9-0980-2D8D-60A9-C8FA6C212C63}"/>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63E2FFF2-6724-0CCA-857A-08CFDBEAB5E7}"/>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52C0409F-76E1-1E68-9BC0-A16755FAEA28}"/>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E391790E-6B25-B013-1B93-88CD832205B1}"/>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E0887CE8-27BA-A1A7-C5B4-2789E6927C49}"/>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207CDF89-9E98-F805-632A-A6A2E3E85844}"/>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5A6F82B6-15BB-C7C1-984D-1AF90CA08233}"/>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0E8A529C-1539-8A32-69BB-DD4B095434EC}"/>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FB8E74D5-2C2E-AC72-D8F6-5B5A72C4B892}"/>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9C5394AC-1550-917D-9C87-D6C1E51FF4AA}"/>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81A63939-B233-4CEA-7F06-F507530E221A}"/>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719A71D3-D805-B50C-FE45-59EE9211A933}"/>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A1E445B0-0D16-DFEE-E18A-F64C70C4C5E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80AEE163-A231-B1E2-5B65-C9CAAA0D2A6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0A890DE9-E4B2-CA17-DC7F-5D6C4EDE200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321E1416-60C9-3E72-2FCB-232874F65856}"/>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7BB674CF-E796-DF5E-CE18-6FCCE52AADA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46187A75-EA22-7941-9377-85359F7B19BD}"/>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7E52315C-2E77-E032-021F-FB9768B777B0}"/>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15474DEF-4F6A-4AEC-5B0E-557E6F717260}"/>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0821520B-7A9F-20A4-ABD7-E058393671EC}"/>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B3484CEE-6CD3-AD5D-98B6-DA9A1F4811E9}"/>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4B17DE3A-DCBB-5EA5-CF46-E7D02971C9E4}"/>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5A7A2CFD-43BE-93ED-FD61-9B7852C63173}"/>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C57C890C-13E0-A512-B999-B9197BB29520}"/>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6877A7C0-4DBD-7239-F4F1-0B6CD99ADC53}"/>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D2D78FA4-4289-E701-B4EE-A582F6089A15}"/>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025511F0-C936-27BB-04E1-61F053BC772B}"/>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14AE513A-3570-36C9-FE08-7BE54882CF1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29C458C1-8CE0-6072-3279-47F08AA520CB}"/>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51D426F1-617F-0EA0-1B8C-CBE17AF11843}"/>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C877CFA7-0DC5-F3AA-2A12-CE9B229E811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F500B61F-33F2-7AF9-3402-AA05175FE287}"/>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14B840CD-5190-D1E7-E499-5F67C1483BBB}"/>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29E40ED9-F8CF-E87B-9661-EB356C6FB0D0}"/>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4B13F8E0-D852-080D-8926-B045633B7FB4}"/>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26D13B9E-D4DE-61CD-9D53-1EF0C7B84AB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E462F19A-C9C5-3AA5-6863-06765F3C5F42}"/>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0A73C4F9-3360-4CBD-C254-AA4CC8E14F78}"/>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7E13687C-542C-EDB4-3B00-44038056DC2E}"/>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B629E60E-585C-CC19-AA01-43EB7E869D6D}"/>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BD81A15C-992F-60C7-0292-8FFDB98E4D8C}"/>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26987076-6E29-1F0C-8303-1527105BC988}"/>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86D652DB-E964-EBFB-4F6C-B164000F6622}"/>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B1AF46D7-AFEB-6982-E649-63B5CA84B26F}"/>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E8A83FAF-313E-3388-9EE3-5EE1271B1FD4}"/>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A1E725D0-6DFE-D150-8466-F61BCE053BB6}"/>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330318E5-ED1D-BF1E-7341-864CAF161F3C}"/>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CD1E8D21-9E83-0768-FAD9-21B86196BDF9}"/>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3849E31F-C27E-6C18-5336-E42E1073FBF8}"/>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22492C1A-2850-0B54-23B3-C90D2C09A442}"/>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F9CBF051-A8DC-617B-11F8-3D0A52CC724E}"/>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5F5BFBD6-80D2-551E-8DB8-C6ACDC55CF7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7F41B325-D6EF-299E-239D-DB888AFBB6B8}"/>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44F4198C-845F-D88E-AD10-2335825A1BA5}"/>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E871DC56-C86C-4245-16E3-DB15AB75BDF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6BDE4252-6ACA-936D-92FB-51BFA573CC41}"/>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2A86602A-DB15-1E92-35F9-AA015CE89F44}"/>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79C05CB8-341F-1379-136A-3FE8D8CEF0AA}"/>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59D5B32D-F1F8-8303-A8EA-B123111E6FF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DC8A151B-65E1-0B31-F8BD-46A0A5AAF087}"/>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3EACCD75-8EE3-E028-2AB8-96C4246FFCDE}"/>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5BB1D6B1-2FA6-3FEE-B7E1-4D2D74DC86A2}"/>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A359EAFC-6D21-9E43-9E39-C109A02E337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4330F820-53B7-705E-D4A5-025D6EA7796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2674D378-B67B-1721-E6AD-E52093F480D2}"/>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DBD7EC74-5160-F1AE-040B-74037A80FCD6}"/>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FE4B5B29-1EEA-FFEA-3342-ABC7EC693DEF}"/>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49DF6433-092E-2131-3D36-4ACB9FB7CD6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FD3E134B-D47A-A2B2-97A9-FD96124BA85A}"/>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5DD5C804-F8BB-227B-12B7-24F854A6438A}"/>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F70B2530-E6C7-0EBF-860C-3A8A79270612}"/>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15C63528-A91D-F4E4-163A-1001ABED459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80CE6472-C0CA-15AC-C001-37BBAA704BE2}"/>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955BBEE5-32FC-2E10-C51C-3FDCA32A660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F0A8FA27-4A07-82C3-FA86-8D4B5B0A8A6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4B6BF1F1-462E-B46B-E2DC-71122DEF4C06}"/>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7EFD2C7F-6821-A2DD-F864-542D16EA2534}"/>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9EA6463B-BEB3-5569-EAFC-61F85B4D911B}"/>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1916D4B9-273A-B656-A36F-273C29505D45}"/>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C521D657-0739-96A0-3F2B-1F89659857E8}"/>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2078997F-B703-8DCB-18AC-5708F54A2817}"/>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D2E97E95-E3BB-AECD-3D4A-12A03E54953D}"/>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C8DDCFA3-70B9-F5AC-9E6C-C44A17BDE93A}"/>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68EF22F8-B66E-B641-C529-6DB8E9DA5BDA}"/>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DCD0DB2B-EE29-CE00-124C-D34155B851CF}"/>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435165BD-BC16-F311-E13D-A0431441751E}"/>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85FBAE45-EAE1-792C-11B7-0B4C6B7A102F}"/>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1CBF6E18-1005-86AA-7D3D-15F7F751F674}"/>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37E10DD3-C44E-B8C6-2823-0DE0470FD482}"/>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6D5F0EFE-C4D6-D20B-4A35-E02A8C6990EB}"/>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972F7ABA-895E-923D-C795-41B722CAFAF5}"/>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23B7319C-486C-ACE3-EDC8-9D3C2B4F3396}"/>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CF12C174-3035-F71B-0298-EF934400A286}"/>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B7AB0B38-DD57-18B9-7DE7-2CEB9F5A06FA}"/>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D6F73F72-A291-D78E-98C6-8EEB30E86FE2}"/>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26E0F49D-13D4-CA1A-D0B9-B7C0503A2AD7}"/>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A8B7149C-970A-70F0-1875-DEE8670ADADE}"/>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FFEF2AC0-C034-40FA-149A-FAD7DC21575E}"/>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AAAABD98-14CB-BF8E-B7C5-F36A42111CD9}"/>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C32F9BC7-D160-CDA0-FDBD-7043624F7AF6}"/>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B1A3F4A5-56A0-B587-BD84-EC4D3A6E2381}"/>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BBDE8C04-5568-101E-ED64-744B9A1D20F3}"/>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9B7DA53C-6ADC-8045-A5F9-C494BD4A7F6F}"/>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0F075856-81BD-8053-13D1-1CDDD19D6C9D}"/>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D3AD63D8-1377-7681-26A0-BA948944E6B6}"/>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A0DDA429-5A4E-E3D8-E800-482CFC4E0C76}"/>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4D0FD642-C943-14F1-ACEE-846600FB03B0}"/>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E7330C57-A7CD-9314-4797-67AD402FD363}"/>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B329D449-0EBA-61AD-B664-362DCC24E64C}"/>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3484B456-84F2-550D-FE62-DA1F1C4D09D8}"/>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42B77BA0-1251-2413-2FF8-80C60B797C76}"/>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A10AF87A-246C-8F32-92A6-1149D743E2D2}"/>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FB85A4A8-B2E7-0F81-3B97-E1848BA96622}"/>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D2FF406B-B8E2-5713-A2E6-F67DAF1AC081}"/>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BCED1183-B3D1-F973-0AEA-B93796C170F6}"/>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ED7BB90D-024F-9566-A6E1-160781CB7CE1}"/>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36F7DE4B-8418-2D85-96AE-52BB5EDCE2C7}"/>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C39B14EC-F3DE-1D0F-53CB-8B23279C70D3}"/>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351B6DA6-45A1-52B1-B133-01CE16675AF7}"/>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DDB59632-7186-4B95-BB5D-9D73CF0A09E4}"/>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94805F19-B06F-044C-96C3-3EAA94ED7C0A}"/>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DDE1F952-EF06-7335-E0CC-665ED4E82C71}"/>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02400348-36BF-BDBE-1687-9673AA527C90}"/>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867A9D36-FF16-4D2A-0A99-26A1DB0A67A2}"/>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D2352274-FA64-1514-231C-56E6E06A7709}"/>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C3E582AC-0163-A339-F5A8-253100AC0A40}"/>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50E460AA-B586-8814-E4F2-158250E11D02}"/>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289E733F-CF7E-8B88-02C6-32E6E13005B6}"/>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23C7D394-7D4F-215D-DC0D-68794E96467C}"/>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655FA3A1-1A43-3B22-BB40-6AE52647A8CB}"/>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E769C1F3-C51A-DD36-BF7C-9AB6A1D2CFF8}"/>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57945EAD-89FA-F2AC-09CE-2735D5DB6047}"/>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8871B7CB-8776-A7E6-1373-BABBB0A17897}"/>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78B2C78C-F05F-26A5-B8C4-9DDF749BD86A}"/>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FD6942B1-D771-146D-008A-CBEAA26E0362}"/>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578F114B-8C03-0B11-C471-11A0932A530F}"/>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4F0D8556-E297-3307-7BB5-7E034F16823F}"/>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ADD30DE4-2A7A-1BE6-F9DD-94541670E1AC}"/>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ED4E5650-B403-B64B-195E-7E67CB9B4727}"/>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3FE9D5F7-35C1-EA08-581F-9FEF72840B51}"/>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C12C46E1-81EA-C78C-10A2-CEEFC2AB4A3A}"/>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F489A35E-3FB4-8715-44F4-41498F25FDA2}"/>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63F1B078-33CC-AC54-C41B-C9F0A76EA271}"/>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E53277F9-EDB2-023D-1587-438066D35B25}"/>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B9D9E513-7E28-7221-1DEF-4DD962490D5B}"/>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01B9ECFD-0AA5-693C-9678-97C1346A9F54}"/>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D8223DFD-010A-AE74-E360-2CDB482DBFAF}"/>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88D2C4D3-6ED7-3911-FA05-5EDC2CEEF38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A05F0967-0B3D-6D70-55E9-F921262E3C9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066443F8-9B41-6959-545F-18776DD29C96}"/>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636267ED-1E14-9FBC-B5CD-CC28CC334A5C}"/>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0E98678E-B726-279B-74E8-701913D2B3C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3680C6C0-939A-C558-86AC-5D81A18555E2}"/>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8C2EE559-921E-F1D7-C839-B92E529261D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3E620231-BC55-46BC-F837-49E5FCFD8511}"/>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1C104175-2E68-42B8-B327-05C10C4AB779}"/>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DC355F81-9E4C-045D-ED8F-B8FE82F503DD}"/>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0D8E6F5C-BF58-8194-ED82-0BDDC5C8411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1041CEC8-B71A-3A37-0AA2-7D61E432946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93B959B0-69D7-CFFF-9FD1-2A34B2849C4E}"/>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AE1BD6DC-5F7A-ABA2-27C9-10AA5B1E6F98}"/>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3AB62CC2-9987-6F9B-25C1-E80DBE970D67}"/>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D6B48966-E7EE-6C98-7EF3-0FA7D3661FD9}"/>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C0945778-F080-5BF2-5AF3-657CC344EE0D}"/>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680E65CA-EE1A-74E3-E024-3E2F0420F200}"/>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396A08E8-C5CC-D5B3-D04E-1675C83AE7E0}"/>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8D4CC7B3-DEEF-9C3A-BA4B-056147CFDADD}"/>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AB2460A5-3584-30F1-EE29-262E779BF888}"/>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7135F856-32ED-B1A2-445B-027D105A4B2E}"/>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1BBE5E74-BBFE-4FFF-544A-17AEF91720C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7AFE863E-8468-FF5A-11F7-984467DD068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D1A07AC3-7D28-1ED4-F03C-30615AC52DA3}"/>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79B801E7-4012-C10D-59F5-D01A8D507397}"/>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A7A09CF9-5122-39DA-3D92-A044EFC11AEC}"/>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FCDAF082-F332-5E27-5295-7A44D4408DF4}"/>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90EA9B04-2593-2165-B5F0-DB18E5175A57}"/>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2531D000-22A8-F12D-23CA-283F6F6CA709}"/>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22AA14B5-CA43-6F17-7D93-D28FEC099DA0}"/>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E45F6657-9CDD-8676-51F6-2BA40C92DF01}"/>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8A2B8D51-0BB5-2C69-7215-E19AD2B18D2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1C6F4EB6-3445-E8A5-332D-FE79C410967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7DB96A54-9E18-CA1B-A3AD-B458DC625B54}"/>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0E472DC0-6DCD-0DCF-B5B3-4F3B2118967D}"/>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295553D5-7408-C1BA-3373-5B94A503F4C6}"/>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BE962571-1940-B169-E791-1D5AC1064DCF}"/>
              </a:ext>
            </a:extLst>
          </p:cNvPr>
          <p:cNvSpPr>
            <a:spLocks noGrp="1"/>
          </p:cNvSpPr>
          <p:nvPr>
            <p:ph type="sldNum" sz="quarter" idx="10"/>
          </p:nvPr>
        </p:nvSpPr>
        <p:spPr/>
        <p:txBody>
          <a:bodyPr/>
          <a:lstStyle/>
          <a:p>
            <a:fld id="{FD066784-9D51-4624-A73B-AF851740F580}" type="slidenum">
              <a:rPr lang="en-US" smtClean="0"/>
              <a:pPr/>
              <a:t>9</a:t>
            </a:fld>
            <a:endParaRPr lang="en-US"/>
          </a:p>
        </p:txBody>
      </p:sp>
    </p:spTree>
    <p:extLst>
      <p:ext uri="{BB962C8B-B14F-4D97-AF65-F5344CB8AC3E}">
        <p14:creationId xmlns:p14="http://schemas.microsoft.com/office/powerpoint/2010/main" val="6133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32">
          <a:extLst>
            <a:ext uri="{FF2B5EF4-FFF2-40B4-BE49-F238E27FC236}">
              <a16:creationId xmlns:a16="http://schemas.microsoft.com/office/drawing/2014/main" id="{AE326260-EE89-D154-D90D-5FD9DB31500A}"/>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66C50564-8CFC-3522-7693-3F34E60DC5C4}"/>
              </a:ext>
            </a:extLst>
          </p:cNvPr>
          <p:cNvSpPr/>
          <p:nvPr/>
        </p:nvSpPr>
        <p:spPr>
          <a:xfrm>
            <a:off x="2838583" y="1250462"/>
            <a:ext cx="5976000" cy="307144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2539;p37">
            <a:extLst>
              <a:ext uri="{FF2B5EF4-FFF2-40B4-BE49-F238E27FC236}">
                <a16:creationId xmlns:a16="http://schemas.microsoft.com/office/drawing/2014/main" id="{837064C5-F690-6596-B437-EF4B0BBCC8AD}"/>
              </a:ext>
            </a:extLst>
          </p:cNvPr>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3000" noProof="0" dirty="0">
                <a:solidFill>
                  <a:schemeClr val="accent1"/>
                </a:solidFill>
              </a:rPr>
              <a:t>04</a:t>
            </a:r>
            <a:r>
              <a:rPr lang="es-MX" sz="3000" noProof="0" dirty="0"/>
              <a:t> </a:t>
            </a:r>
            <a:r>
              <a:rPr lang="es-MX" sz="3000" noProof="0" dirty="0">
                <a:solidFill>
                  <a:schemeClr val="tx1"/>
                </a:solidFill>
              </a:rPr>
              <a:t>Formulación de objetivos</a:t>
            </a:r>
          </a:p>
        </p:txBody>
      </p:sp>
      <p:sp>
        <p:nvSpPr>
          <p:cNvPr id="16" name="Google Shape;2679;p38">
            <a:extLst>
              <a:ext uri="{FF2B5EF4-FFF2-40B4-BE49-F238E27FC236}">
                <a16:creationId xmlns:a16="http://schemas.microsoft.com/office/drawing/2014/main" id="{0EB308B5-4F93-8D31-7AFE-5B3BB583EF80}"/>
              </a:ext>
            </a:extLst>
          </p:cNvPr>
          <p:cNvSpPr txBox="1">
            <a:spLocks noGrp="1"/>
          </p:cNvSpPr>
          <p:nvPr>
            <p:ph type="subTitle" idx="1"/>
          </p:nvPr>
        </p:nvSpPr>
        <p:spPr>
          <a:xfrm>
            <a:off x="407384" y="1857831"/>
            <a:ext cx="2389909" cy="235465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Diseñar y evaluar un modelo predictivo que, a partir de variables meteorológicas, permita estimar con alta precisión la generación de energía solar para el día siguiente.</a:t>
            </a:r>
          </a:p>
        </p:txBody>
      </p:sp>
      <p:sp>
        <p:nvSpPr>
          <p:cNvPr id="17" name="Google Shape;2844;p41">
            <a:extLst>
              <a:ext uri="{FF2B5EF4-FFF2-40B4-BE49-F238E27FC236}">
                <a16:creationId xmlns:a16="http://schemas.microsoft.com/office/drawing/2014/main" id="{F928D065-B275-D4C2-B341-0340F4E40F6C}"/>
              </a:ext>
            </a:extLst>
          </p:cNvPr>
          <p:cNvSpPr txBox="1">
            <a:spLocks/>
          </p:cNvSpPr>
          <p:nvPr/>
        </p:nvSpPr>
        <p:spPr>
          <a:xfrm>
            <a:off x="1008306" y="1349377"/>
            <a:ext cx="1155692" cy="50175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lt1"/>
              </a:buClr>
              <a:buSzPts val="6000"/>
              <a:buFont typeface="Ubuntu"/>
              <a:buNone/>
              <a:defRPr sz="4500" b="1" i="0" u="none" strike="noStrike" cap="none">
                <a:solidFill>
                  <a:schemeClr val="accent1"/>
                </a:solidFill>
                <a:latin typeface="Ubuntu"/>
                <a:ea typeface="Ubuntu"/>
                <a:cs typeface="Ubuntu"/>
                <a:sym typeface="Ubuntu"/>
              </a:defRPr>
            </a:lvl1pPr>
            <a:lvl2pPr marR="0" lvl="1"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2pPr>
            <a:lvl3pPr marR="0" lvl="2"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3pPr>
            <a:lvl4pPr marR="0" lvl="3"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4pPr>
            <a:lvl5pPr marR="0" lvl="4"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5pPr>
            <a:lvl6pPr marR="0" lvl="5"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6pPr>
            <a:lvl7pPr marR="0" lvl="6"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7pPr>
            <a:lvl8pPr marR="0" lvl="7"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8pPr>
            <a:lvl9pPr marR="0" lvl="8"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9pPr>
          </a:lstStyle>
          <a:p>
            <a:pPr algn="l"/>
            <a:r>
              <a:rPr lang="es-MX" sz="2000" dirty="0">
                <a:solidFill>
                  <a:schemeClr val="tx1"/>
                </a:solidFill>
              </a:rPr>
              <a:t>General</a:t>
            </a:r>
          </a:p>
        </p:txBody>
      </p:sp>
      <p:sp>
        <p:nvSpPr>
          <p:cNvPr id="18" name="Google Shape;2844;p41">
            <a:extLst>
              <a:ext uri="{FF2B5EF4-FFF2-40B4-BE49-F238E27FC236}">
                <a16:creationId xmlns:a16="http://schemas.microsoft.com/office/drawing/2014/main" id="{BE718E28-21A7-1F2D-8EB3-CB32DD172A8D}"/>
              </a:ext>
            </a:extLst>
          </p:cNvPr>
          <p:cNvSpPr txBox="1">
            <a:spLocks/>
          </p:cNvSpPr>
          <p:nvPr/>
        </p:nvSpPr>
        <p:spPr>
          <a:xfrm>
            <a:off x="5065476" y="1356074"/>
            <a:ext cx="1686338" cy="50175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lt1"/>
              </a:buClr>
              <a:buSzPts val="6000"/>
              <a:buFont typeface="Ubuntu"/>
              <a:buNone/>
              <a:defRPr sz="4500" b="1" i="0" u="none" strike="noStrike" cap="none">
                <a:solidFill>
                  <a:schemeClr val="accent1"/>
                </a:solidFill>
                <a:latin typeface="Ubuntu"/>
                <a:ea typeface="Ubuntu"/>
                <a:cs typeface="Ubuntu"/>
                <a:sym typeface="Ubuntu"/>
              </a:defRPr>
            </a:lvl1pPr>
            <a:lvl2pPr marR="0" lvl="1"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2pPr>
            <a:lvl3pPr marR="0" lvl="2"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3pPr>
            <a:lvl4pPr marR="0" lvl="3"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4pPr>
            <a:lvl5pPr marR="0" lvl="4"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5pPr>
            <a:lvl6pPr marR="0" lvl="5"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6pPr>
            <a:lvl7pPr marR="0" lvl="6"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7pPr>
            <a:lvl8pPr marR="0" lvl="7"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8pPr>
            <a:lvl9pPr marR="0" lvl="8" algn="ctr" rtl="0">
              <a:lnSpc>
                <a:spcPct val="100000"/>
              </a:lnSpc>
              <a:spcBef>
                <a:spcPts val="0"/>
              </a:spcBef>
              <a:spcAft>
                <a:spcPts val="0"/>
              </a:spcAft>
              <a:buClr>
                <a:schemeClr val="lt1"/>
              </a:buClr>
              <a:buSzPts val="6000"/>
              <a:buFont typeface="Ubuntu"/>
              <a:buNone/>
              <a:defRPr sz="6000" b="1" i="0" u="none" strike="noStrike" cap="none">
                <a:solidFill>
                  <a:schemeClr val="lt1"/>
                </a:solidFill>
                <a:latin typeface="Ubuntu"/>
                <a:ea typeface="Ubuntu"/>
                <a:cs typeface="Ubuntu"/>
                <a:sym typeface="Ubuntu"/>
              </a:defRPr>
            </a:lvl9pPr>
          </a:lstStyle>
          <a:p>
            <a:pPr algn="l"/>
            <a:r>
              <a:rPr lang="es-MX" sz="2000" dirty="0">
                <a:solidFill>
                  <a:schemeClr val="tx1"/>
                </a:solidFill>
              </a:rPr>
              <a:t>Específicos</a:t>
            </a:r>
          </a:p>
        </p:txBody>
      </p:sp>
      <p:sp>
        <p:nvSpPr>
          <p:cNvPr id="19" name="Google Shape;2679;p38">
            <a:extLst>
              <a:ext uri="{FF2B5EF4-FFF2-40B4-BE49-F238E27FC236}">
                <a16:creationId xmlns:a16="http://schemas.microsoft.com/office/drawing/2014/main" id="{AFDC0965-CFFC-5001-E5CA-A070FA930EF5}"/>
              </a:ext>
            </a:extLst>
          </p:cNvPr>
          <p:cNvSpPr txBox="1">
            <a:spLocks/>
          </p:cNvSpPr>
          <p:nvPr/>
        </p:nvSpPr>
        <p:spPr>
          <a:xfrm>
            <a:off x="2838582" y="1851133"/>
            <a:ext cx="2154925" cy="23546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Lato"/>
              <a:buNone/>
              <a:defRPr sz="16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9pPr>
          </a:lstStyle>
          <a:p>
            <a:pPr marL="0" indent="0"/>
            <a:r>
              <a:rPr lang="es-MX" sz="1400" dirty="0"/>
              <a:t>a) Identificar las variables meteorológicas que tienen mayor influencia en la generación de energía solar, con el fin de mejorar la predicción de los modelos predictivos.</a:t>
            </a:r>
          </a:p>
        </p:txBody>
      </p:sp>
      <p:sp>
        <p:nvSpPr>
          <p:cNvPr id="20" name="Google Shape;2679;p38">
            <a:extLst>
              <a:ext uri="{FF2B5EF4-FFF2-40B4-BE49-F238E27FC236}">
                <a16:creationId xmlns:a16="http://schemas.microsoft.com/office/drawing/2014/main" id="{0C07941C-68AD-00FA-4D14-0334BE0D19DF}"/>
              </a:ext>
            </a:extLst>
          </p:cNvPr>
          <p:cNvSpPr txBox="1">
            <a:spLocks/>
          </p:cNvSpPr>
          <p:nvPr/>
        </p:nvSpPr>
        <p:spPr>
          <a:xfrm>
            <a:off x="4913245" y="1857830"/>
            <a:ext cx="1990800" cy="23546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Lato"/>
              <a:buNone/>
              <a:defRPr sz="16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9pPr>
          </a:lstStyle>
          <a:p>
            <a:pPr marL="0" indent="0"/>
            <a:r>
              <a:rPr lang="es-MX" sz="1400" dirty="0"/>
              <a:t>b) Comparar el desempeño predictivo de distintos modelos de aprendizaje automático, para determinar el modelo de mejor desempeño.</a:t>
            </a:r>
          </a:p>
        </p:txBody>
      </p:sp>
      <p:sp>
        <p:nvSpPr>
          <p:cNvPr id="2" name="Google Shape;2679;p38">
            <a:extLst>
              <a:ext uri="{FF2B5EF4-FFF2-40B4-BE49-F238E27FC236}">
                <a16:creationId xmlns:a16="http://schemas.microsoft.com/office/drawing/2014/main" id="{B91DAE57-7486-526A-2985-A13D4D8F7897}"/>
              </a:ext>
            </a:extLst>
          </p:cNvPr>
          <p:cNvSpPr txBox="1">
            <a:spLocks/>
          </p:cNvSpPr>
          <p:nvPr/>
        </p:nvSpPr>
        <p:spPr>
          <a:xfrm>
            <a:off x="6823783" y="1855599"/>
            <a:ext cx="1990800" cy="23546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Lato"/>
              <a:buNone/>
              <a:defRPr sz="16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2100"/>
              <a:buFont typeface="Lato"/>
              <a:buNone/>
              <a:defRPr sz="2100" b="0" i="0" u="none" strike="noStrike" cap="none">
                <a:solidFill>
                  <a:schemeClr val="dk1"/>
                </a:solidFill>
                <a:latin typeface="Lato"/>
                <a:ea typeface="Lato"/>
                <a:cs typeface="Lato"/>
                <a:sym typeface="Lato"/>
              </a:defRPr>
            </a:lvl9pPr>
          </a:lstStyle>
          <a:p>
            <a:pPr marL="0" indent="0"/>
            <a:r>
              <a:rPr lang="es-MX" sz="1400" dirty="0"/>
              <a:t>c) Compara el desempeño  predictivo del modelo propuesto con distintos modelos de generación de  energía propuestos en la literatura.</a:t>
            </a:r>
          </a:p>
        </p:txBody>
      </p:sp>
      <p:sp>
        <p:nvSpPr>
          <p:cNvPr id="3" name="Slide Number Placeholder 2">
            <a:extLst>
              <a:ext uri="{FF2B5EF4-FFF2-40B4-BE49-F238E27FC236}">
                <a16:creationId xmlns:a16="http://schemas.microsoft.com/office/drawing/2014/main" id="{C603C5D0-7672-7217-CF30-79A52331A5F3}"/>
              </a:ext>
            </a:extLst>
          </p:cNvPr>
          <p:cNvSpPr>
            <a:spLocks noGrp="1"/>
          </p:cNvSpPr>
          <p:nvPr>
            <p:ph type="sldNum" sz="quarter" idx="10"/>
          </p:nvPr>
        </p:nvSpPr>
        <p:spPr/>
        <p:txBody>
          <a:bodyPr/>
          <a:lstStyle/>
          <a:p>
            <a:fld id="{FD066784-9D51-4624-A73B-AF851740F580}" type="slidenum">
              <a:rPr lang="en-US" smtClean="0"/>
              <a:pPr/>
              <a:t>10</a:t>
            </a:fld>
            <a:endParaRPr lang="en-US"/>
          </a:p>
        </p:txBody>
      </p:sp>
    </p:spTree>
    <p:extLst>
      <p:ext uri="{BB962C8B-B14F-4D97-AF65-F5344CB8AC3E}">
        <p14:creationId xmlns:p14="http://schemas.microsoft.com/office/powerpoint/2010/main" val="241316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1000"/>
                                        <p:tgtEl>
                                          <p:spTgt spid="16">
                                            <p:txEl>
                                              <p:pRg st="0" end="0"/>
                                            </p:txEl>
                                          </p:spTgt>
                                        </p:tgtEl>
                                      </p:cBhvr>
                                    </p:animEffect>
                                    <p:anim calcmode="lin" valueType="num">
                                      <p:cBhvr>
                                        <p:cTn id="1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anim calcmode="lin" valueType="num">
                                      <p:cBhvr>
                                        <p:cTn id="25" dur="1000" fill="hold"/>
                                        <p:tgtEl>
                                          <p:spTgt spid="21"/>
                                        </p:tgtEl>
                                        <p:attrNameLst>
                                          <p:attrName>ppt_x</p:attrName>
                                        </p:attrNameLst>
                                      </p:cBhvr>
                                      <p:tavLst>
                                        <p:tav tm="0">
                                          <p:val>
                                            <p:strVal val="#ppt_x"/>
                                          </p:val>
                                        </p:tav>
                                        <p:tav tm="100000">
                                          <p:val>
                                            <p:strVal val="#ppt_x"/>
                                          </p:val>
                                        </p:tav>
                                      </p:tavLst>
                                    </p:anim>
                                    <p:anim calcmode="lin" valueType="num">
                                      <p:cBhvr>
                                        <p:cTn id="26" dur="1000" fill="hold"/>
                                        <p:tgtEl>
                                          <p:spTgt spid="2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fade">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5" grpId="0"/>
      <p:bldP spid="16" grpId="0" build="p"/>
      <p:bldP spid="17" grpId="0"/>
      <p:bldP spid="18" grpId="0"/>
      <p:bldP spid="19" grpId="0"/>
      <p:bldP spid="20"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E5F325F6-6D21-F50A-CC7A-70960FC5E58F}"/>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8F96570B-A7AC-6A47-33BC-4423DD4785B4}"/>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Marco teórico</a:t>
            </a:r>
          </a:p>
        </p:txBody>
      </p:sp>
      <p:sp>
        <p:nvSpPr>
          <p:cNvPr id="2276" name="Google Shape;2276;p36">
            <a:extLst>
              <a:ext uri="{FF2B5EF4-FFF2-40B4-BE49-F238E27FC236}">
                <a16:creationId xmlns:a16="http://schemas.microsoft.com/office/drawing/2014/main" id="{59C89585-518D-8E64-7E5A-322C5C6C0CDF}"/>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05</a:t>
            </a:r>
          </a:p>
        </p:txBody>
      </p:sp>
      <p:grpSp>
        <p:nvGrpSpPr>
          <p:cNvPr id="2277" name="Google Shape;2277;p36">
            <a:extLst>
              <a:ext uri="{FF2B5EF4-FFF2-40B4-BE49-F238E27FC236}">
                <a16:creationId xmlns:a16="http://schemas.microsoft.com/office/drawing/2014/main" id="{AE5BA84B-5775-69BB-57B0-8F2D5D6F96E8}"/>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B2620214-D616-647F-97AF-9818FCDD5140}"/>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678E3326-F55F-7C00-128D-FA6D7B55BE69}"/>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BAD29FE9-0B09-CA4D-945F-1FCE976E3B1F}"/>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BCB092BF-A602-C0FA-443A-960B93F134C5}"/>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AABE8ABB-888B-7BFB-C34D-2AD545B7608C}"/>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604EBEA5-1D48-EC46-6C7A-AAA0BFF8CBE4}"/>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6E4BC985-8057-06AA-F2E9-8066E137026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AECDACCC-170F-4E6C-B927-85B5EE2483FB}"/>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0F413BC0-7AD9-7ED2-671D-D70F4E4A553F}"/>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FAE2AE8D-05E5-3ECD-D2F5-5F84827FBBB5}"/>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CA442DBB-977D-7E0F-DB24-8B2751E3E115}"/>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03C732C2-210D-0256-DB4F-0C67C32D9E67}"/>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006A0576-3EC4-019B-F5B7-8873A0EE1011}"/>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9CFEBA2E-7F7A-6046-8EC4-7988F2E49738}"/>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A85AA337-A69F-C928-B702-0A8216D6ACC6}"/>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C1F91962-DD04-5805-1D6B-43E3A49DFD80}"/>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BA8F3FE1-A7A1-7188-36A5-C8F2015CC836}"/>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27B9080D-7DA2-94CE-3CB2-7A867158E0E2}"/>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F08C3306-876D-999B-40D8-922B050C2012}"/>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D243CDD4-BE02-8765-E0DA-52A8BB2DE5CA}"/>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BB0CB169-4A8C-2144-5C7F-2674F9F0F05E}"/>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1F73DFE7-DE85-32F9-5193-752ED365A42B}"/>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1FA3FA73-08D8-EDC0-BC0B-018B4A68A4E8}"/>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3707C443-2B49-50F3-0B1A-B811B1F648D9}"/>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65A92144-77F3-3FE2-27E1-F6C13D822106}"/>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5E8D0710-784D-42F2-A989-2A75128A4AF2}"/>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128E70DB-FD3D-8581-D86F-AD01933A1B5C}"/>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25C6D718-CDBB-EC81-60A1-BAF27159D7B5}"/>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CED660BD-D7F6-7D9F-F53B-1269F7DA34E8}"/>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762F780B-DB3C-8ECB-C39B-2F2E8981A351}"/>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4ACE60D9-FE88-3502-CB1D-C398D2BC2E8D}"/>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F2F2DBB4-9F37-CECF-C54E-F05C459B0CE6}"/>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491FB214-5433-967A-5887-BCF46A07EAB6}"/>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9295E8C1-BFC7-91B7-98E7-9379950C5941}"/>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427DC74F-7516-D2FC-EE9F-BE4193DDEFED}"/>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D5A04721-6404-C065-C5D2-0E4F63733916}"/>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5A0B73D9-0A41-19FF-0FE0-9986DF8C3176}"/>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09E35E1E-4583-0908-E63A-DB1884EB280E}"/>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A56A5826-4AEE-0C98-5358-FC81C98CB0DC}"/>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DC666270-F220-F742-A0AA-2C89B55A856D}"/>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EF1753E4-2811-BDC7-A8B7-E55C78FF5768}"/>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2C833C92-DDF0-19DB-6653-41B1AD0062FF}"/>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8A0BED0D-CE5E-4558-53CC-A4DD9C33E047}"/>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F2541F8D-7190-C100-84C5-B88A3A1C3792}"/>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8B3325CB-6D36-5C50-7D89-724AA26A2D71}"/>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D9F8CB32-9008-3DDE-6B97-B09093681B2C}"/>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FB94CDA5-4600-E310-1F4C-1DB09A752212}"/>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804220D7-466F-AE61-1274-F6B44FC6E232}"/>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65A69487-237E-2E84-EC7C-35252C80F1D7}"/>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23AA78AC-AB62-AD41-903D-98A2523B3A49}"/>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FD26A6C4-BDFB-03DB-FA88-6BF56D55A364}"/>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49BCC94A-E4D4-FF59-CD03-8A95C28AE1A7}"/>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4864F6AB-3418-55F0-0656-0AB7D3DB4C9E}"/>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C9A0D031-CEEC-60B7-3D35-CFAC496ECCBB}"/>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158F7D23-34D1-3447-1E80-B1D490C6E8C1}"/>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0C7B0ED3-09F8-DD39-DEF5-88138389EFA5}"/>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51F9E782-19D9-393A-EEAC-398C44D708A8}"/>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F6296AE8-31AC-69BF-C042-2BD9CD497496}"/>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EC72615A-CA8B-3848-63F7-131BBD43A9D2}"/>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9537F269-95A5-25F7-0D60-556C6C5CE453}"/>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93FA15FC-7BE0-BCFF-1A1B-F1CC18714E5E}"/>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E95243BC-EAD2-EBC2-DB3F-63D87A89F75A}"/>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D2BFE2DF-D122-E0C1-1700-90776775771B}"/>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485FC6A7-3593-F2BF-DEBF-088DE0471D30}"/>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539B99C5-9A1E-4137-9545-DEF70D64364D}"/>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C7701C93-3BA6-D502-F917-F68B6A73139E}"/>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6CE91B31-DCED-312C-E685-D7682C01D6E9}"/>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AB2A7B8C-55CE-F1B6-CE17-054FD8BEF09A}"/>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21EFC4FE-A029-22A2-BADD-1162BD6B8A8F}"/>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35E78995-0B74-427D-A0D7-D9312FA13F0C}"/>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CD17F248-8255-9DC9-4B86-E8904185EB95}"/>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66B9A30D-2357-7E6F-1A19-67447293AB71}"/>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B792C2A0-5EB7-7656-5A5B-6F749859682C}"/>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643E338D-599E-053E-C5D7-C1DC2C46A275}"/>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09437D1A-63B1-8A11-E802-27C044E2EC0A}"/>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BA544846-C1B5-A535-A9AE-B064E53F670F}"/>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3826CE5B-8F21-584D-C7F0-5C275D9775BF}"/>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A2D97F67-7E90-C1B4-CB03-399831873CC7}"/>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34482CE7-894D-D094-1568-DDEF40657A86}"/>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5D101164-58D0-8848-AEC7-950C36CD4AD5}"/>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04E404A6-1B3A-C376-A2D7-AEE6BB4971D6}"/>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64E8C924-FCD1-BAF3-B8F9-68923CDC5099}"/>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1034AFB5-D77D-68A4-03D6-5D4EC53D8365}"/>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24F2C644-2EB9-3543-33BE-B1C4FAB400F6}"/>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3FC72EF4-EDAD-5421-1651-E62C969930B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24DC1960-C5B0-2585-AA91-B56CF3676012}"/>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8A0FD10E-91C4-E6DF-0F6C-24A0FEE90A9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194C363D-FE08-A8B2-BCA9-1F287E0FE9F3}"/>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3B57B5EF-6A75-C99E-8EBA-376E40A84C64}"/>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95F93C58-AE0E-BBFF-2CD6-BA541E9FD41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77456426-F119-C137-E570-6FFA55216CA4}"/>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75B1170F-5004-9E82-9315-B58DC20F0E2D}"/>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19904119-F7EE-24B7-8C2A-655789F428B1}"/>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57F5BC3E-C2EA-A8BC-7133-5DF6816511EB}"/>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CB4958F6-1EBE-72E1-8B0C-D0D40C95C6C1}"/>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1E2DB14B-EBA8-F38E-104F-83FD5E9B2541}"/>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0583F9F0-B355-2086-D1CC-2D4BC859A450}"/>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00C9C9A9-C64B-312C-1BAE-F29FE867ADDB}"/>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C16F1CB0-8DA9-35D1-4F26-7964F6B1329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25F4F490-8F17-D537-5147-26F3EDFE381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EEC886B7-3C50-772B-3BA5-57236467A69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22F0A0C4-DE4E-E620-0DF7-086C5F7C37B6}"/>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F76E2A7C-17D2-A8BC-817A-F99EB788D2A6}"/>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B5D6C40F-C227-7E16-7BB0-95C2DDD8821B}"/>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DC341ABF-667D-C10C-626C-7722048718D4}"/>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E28DAF2F-6903-1BBD-8DF9-F41B34B0889C}"/>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62A24274-9D12-C490-A833-D28D3CFD6F43}"/>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92ED6128-E6B0-4D17-7210-AA84E257941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E52AE3D5-D6D8-6F80-F5E4-03C4E729136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224176DB-B83D-6A94-739A-E3DED92E15DB}"/>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2CAD2782-2F99-4329-444A-5A2DA9D45084}"/>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B579CE7F-6058-E33A-1CF1-A4750EA2AE0A}"/>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8C7C5C34-F243-A0B7-91F7-CF4DFA122721}"/>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24852325-DD63-19C7-678C-F4125E212971}"/>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660530FC-24DE-EF6F-CC52-D942FC12782F}"/>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A754D588-F34A-2D6A-189A-016E2918C912}"/>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3AC2DC3E-8B99-F7E7-64F2-8B7FB545990B}"/>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DAE4198C-E6C6-FEFC-C0C6-EA7F6EEEE9A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3CA96C2E-703F-937D-1475-B0D2ED89CEE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8B16803E-0B31-EFA4-FB8E-786A72F67E9F}"/>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53BE789D-F26B-65F9-9741-6543330E88D8}"/>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9D1AE539-C047-D0E2-2D4E-95300A0B47DE}"/>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04CB9816-FB02-AFD1-F135-9235F2E52612}"/>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A05F5906-7863-E36B-2207-4116B6441A12}"/>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F9F7CEB3-825B-8461-2279-2B04D78EBAFC}"/>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3A3806FB-BA46-43D7-0B75-7CAF73CA35BA}"/>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8AD38834-4AF3-E2D7-238E-91EC4809F4E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6D2E0193-A687-838A-6DC0-AFAB3849BD65}"/>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EC3BE948-C20E-49A1-4C16-66A4EB848CD0}"/>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1BDCF608-CBF2-63D2-02E0-A444AE36A157}"/>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EF3D3219-01AD-AA88-7D8D-298CF0319AB7}"/>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198B800D-3E91-6C93-291F-904862960B0F}"/>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7D9FBD84-53CF-92A9-63A4-4E243435C91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B79F3C6B-C6C2-7762-28AB-7D16DA1DCFB0}"/>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01FE9A63-A1D8-4C77-2855-97061BC65D6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680CFDAF-AA22-80B7-9845-BE120F768C6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472FAE5D-FA8F-9629-A735-AAD78C0DE47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511B3E7F-CF06-78DA-073C-A1768C2E8D0C}"/>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D1EF00F6-703F-F641-0050-2CB12A3E81B8}"/>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94E50F25-FD61-8878-107A-716CC4266F46}"/>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AE6E4329-FF64-B78E-1866-DA33637650FB}"/>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6B24F607-D507-B6FC-6BF0-E6D5A8D7436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C500BBB6-E69E-8C92-E7D2-16AB625B1BDC}"/>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89586809-C732-A5A1-F5F4-01D1C8963417}"/>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E42BF0F4-E390-AA1B-D772-B61B1F3F9B7D}"/>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65D8BFC9-4712-FEE4-AF36-ED8F9F66C19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949FFDA8-C6BF-FF8C-E357-C96910150C6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8DAE00CC-A849-D78B-5694-8EC2588EB4EA}"/>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CA059D15-3925-CE6E-6025-F4710CC26D66}"/>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8B708BFF-53DE-1F3A-D817-070E2F4230FB}"/>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DA3C73CB-51A2-D546-6354-5AB1DB5FB959}"/>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F342F6B7-3201-8A26-DFB1-7753AD1BF019}"/>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FF52CB1C-40F2-EAC7-52CB-46EAC3A69C22}"/>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54CC6FDF-19C4-F438-58C2-1731264FA99F}"/>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762D22A1-CD14-C2E7-7D6A-35CA11258E91}"/>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82A89022-4839-C380-F676-C0B5AD28FEC3}"/>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25C52349-89BE-9B0E-8126-D72D7CA4D251}"/>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F734F84A-CD5B-538E-C487-708F8E48249C}"/>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2F883721-C0C3-9C76-1D6C-5A7772774C29}"/>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3C7DEB12-5712-F66B-858D-9D5187BE4A12}"/>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1D9E7410-FDF1-8228-59FB-E67C3A200839}"/>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D7D43D6D-18C1-02A8-658A-12ACA3096929}"/>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74D5B2AB-A4B9-2F0C-6DC4-6917206BCAB5}"/>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8640FC9D-E58F-4D49-9E15-4DDDA88DC73B}"/>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AF6CF569-4F47-3B08-2760-98349D4F78AD}"/>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25F72203-EBB7-8394-4EA5-D227A8741A9A}"/>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A8C526C1-1A44-BA3B-2889-FEABD87741E9}"/>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B4DE5354-AF17-E85D-5896-16A2888D6664}"/>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E8E35173-4C72-F237-21C2-8C23BF24388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509C1795-41F7-ACBF-3310-4296A40CD591}"/>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B01109B2-2F87-0B22-971F-C39CBBDA58E1}"/>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A1F028B6-D695-86F8-6049-EC20E13DDFE3}"/>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76F0A8E7-C287-8C0C-D162-23B01C49F598}"/>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9BE6B10B-7C2C-CE2E-BC35-D21AFD114FDA}"/>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CA6F86E5-C727-7622-7CB9-F4549B0AE83F}"/>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A608EE38-9BE3-22A2-4EDA-240FD7D2E0FD}"/>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30558692-D84C-9B30-40B8-6A874943B929}"/>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9A97834B-F90D-BECD-8D57-797723770A83}"/>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4EFF206D-FF1B-11CF-A805-F942C9BF93F5}"/>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F0B65E57-7606-E127-FD99-768D5AFEA0EC}"/>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3CE47A19-7BB8-BA65-86CF-43909A1F8759}"/>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926E7B5E-628B-C78E-01A8-0C1C4803754A}"/>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7F4756C6-A575-3BB6-9C78-7CA51E36D3B2}"/>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F80706DD-B82E-101D-26DD-6BF3B4C35E7C}"/>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08672391-337C-8915-FBC0-CE5ED8988E0E}"/>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CB866DD0-9C8D-5799-E423-D01A7A22C195}"/>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4E7C926F-3D24-7854-DE1B-98943A4D3595}"/>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357183A1-B2C8-06D5-22F8-F752E54A7FEA}"/>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E3A64AB5-E79B-D423-6345-505597405ECB}"/>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CB3AACB4-312D-B761-5983-F1F689827DB9}"/>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960CF170-C17B-9FCA-4C47-8AF611D100A3}"/>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761C579F-B713-3B45-FE47-5F95C838A641}"/>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4B87B975-B510-1FA1-6383-4CA9D7374704}"/>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9A7711BD-B5EB-889C-6F09-24C700F9048C}"/>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73701E0A-6B3F-0693-5443-221D22D9DDEF}"/>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EAA00F03-0F66-5954-5188-63D68C411F5F}"/>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3491B89E-99B2-B1DC-12AE-9D6EDC89508E}"/>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F68B23CB-3D16-3E27-6F59-119619FB5367}"/>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FDAA1CBD-9BC8-9883-63F8-7F54562A86E5}"/>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B400AB2A-5BA4-2123-8257-0A40B8BF273C}"/>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C6C88BFA-791E-2195-E960-861AB00C3204}"/>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95155D63-66E0-85C0-3645-06DE44EE2269}"/>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DA86F0BF-CB29-166C-EEDA-BF1D48F47B92}"/>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3822A574-CEC3-ADC8-F8EB-CD1F01D5FB4D}"/>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B2612475-8BB5-5490-AF6A-3CF1EFBF5162}"/>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8FC66199-9B38-7E4F-5CE6-975EC3D2EECD}"/>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2E118B50-4899-EA96-CED0-283B558051CD}"/>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133AD7F0-DDB9-B65A-FB86-D2BB10CE8FA0}"/>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4D3FD399-C381-B089-3358-355CC683D332}"/>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B4B7DE8D-2021-52CC-33B0-37FBE9A8FAEF}"/>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D4D7D70A-5C81-0A7B-D7EC-40592FBECF03}"/>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402BCDFE-67D7-110D-216F-AD41DF04F293}"/>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7D96243E-8614-F9DD-40EB-7A3743CDE57E}"/>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650F6592-863C-8BD7-C2D6-828C0156AB87}"/>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314241BC-2B6E-C5C5-7742-D44822F5DE18}"/>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9511ECCF-45AC-EC47-AFBF-BF3D2D76110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EA3D24E0-9A10-1534-3D14-AB867F336B05}"/>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9E7910B0-5E15-133F-74B7-8F7545094041}"/>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547ABD3B-78FB-CE86-1CF6-C5FAC9E19B8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1F786BE8-0940-0566-2745-DE9150B8E83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6A882098-4A59-0FBF-D061-E2AF5097480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435AB601-1546-DA6D-614D-24ED59301B5D}"/>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6F05AD67-C8D2-7AD4-118C-2978C4E56A16}"/>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FF1152C7-5604-2D31-5260-76D5FD9031DB}"/>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32141821-30C4-E1F5-BC8D-A136234E1B3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83609B92-C47D-C98F-FA4E-112EE86DE9F4}"/>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5853626A-B117-DCC0-6984-E428D0FF2491}"/>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7EB314B9-7879-4FF3-C690-5C0B1A6C19AB}"/>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86B9F9C9-10A5-1FD2-DE39-52A6A9B0B8A7}"/>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658EE402-02B1-0347-858C-6FA59112AC0B}"/>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79A7F67C-A620-1BEF-4BD3-C8B9145631C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81B9BD42-0F61-4277-1E8C-5FB1A501D557}"/>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37B57C34-E954-BAAA-EF7C-0FF536EF4A74}"/>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B2491EAD-59E4-52F1-767B-CEEDFF71D71F}"/>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5AD49507-2D22-4BBB-3A16-84FB4C429559}"/>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FACA28AE-B10B-4D50-18C6-39EDB729661F}"/>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D64E0DCD-E4F3-E234-F681-1CFDB17F9732}"/>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957BA1AE-2ACA-1F80-3E12-909206AECA10}"/>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D32FAA22-B01B-E1D9-5CAF-CA46E02C2A09}"/>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B1CCBBD0-DC31-83A6-1FB0-EE178A290BAA}"/>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CB5E3D15-D636-4371-6806-0D15F2605F3D}"/>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DF0900A8-CB5D-75A2-6ECF-91E8B45EAFB2}"/>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36F90EFD-B696-C447-8B0A-F5D61781F22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DB92703A-8F9A-927D-E75B-6CEC81590BD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B6C03E68-F5ED-2F81-6582-9EF446D956F9}"/>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5811F8CD-B859-B8EE-2186-727A6A8A5E83}"/>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D9E443A1-25A1-8991-70AB-306B9DE8B409}"/>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6DCD0E44-37AF-20CD-5FBC-AAF1FC66C9FA}"/>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34FC9B87-B770-3016-34B0-7A857FCA3038}"/>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E8284AE2-F2F0-A4F1-5765-E106E9B0DB53}"/>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571E68DE-F5DD-87C5-2C0F-04EB60DA3292}"/>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91E6F4DB-575F-9C31-EACD-2CC4C26DDD02}"/>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E8F23838-455A-C90A-9DC9-6F2F09F6077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DE394177-3CE9-47EA-3CE1-CE054E7DEDC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A91831D4-F733-C812-FB12-0DE267FB3EA0}"/>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6E2190BE-E70E-2F41-89D0-C45218802FF1}"/>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AF2C0974-DC42-87A3-A1AA-F2BF77226E94}"/>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632EC6C9-4DDA-ABA0-6E41-AECF7266F106}"/>
              </a:ext>
            </a:extLst>
          </p:cNvPr>
          <p:cNvSpPr>
            <a:spLocks noGrp="1"/>
          </p:cNvSpPr>
          <p:nvPr>
            <p:ph type="sldNum" sz="quarter" idx="10"/>
          </p:nvPr>
        </p:nvSpPr>
        <p:spPr/>
        <p:txBody>
          <a:bodyPr/>
          <a:lstStyle/>
          <a:p>
            <a:fld id="{FD066784-9D51-4624-A73B-AF851740F580}" type="slidenum">
              <a:rPr lang="en-US" smtClean="0"/>
              <a:pPr/>
              <a:t>11</a:t>
            </a:fld>
            <a:endParaRPr lang="en-US"/>
          </a:p>
        </p:txBody>
      </p:sp>
    </p:spTree>
    <p:extLst>
      <p:ext uri="{BB962C8B-B14F-4D97-AF65-F5344CB8AC3E}">
        <p14:creationId xmlns:p14="http://schemas.microsoft.com/office/powerpoint/2010/main" val="255633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05DB5557-1AC7-8D15-11A4-CC0BBDAD42C0}"/>
            </a:ext>
          </a:extLst>
        </p:cNvPr>
        <p:cNvGrpSpPr/>
        <p:nvPr/>
      </p:nvGrpSpPr>
      <p:grpSpPr>
        <a:xfrm>
          <a:off x="0" y="0"/>
          <a:ext cx="0" cy="0"/>
          <a:chOff x="0" y="0"/>
          <a:chExt cx="0" cy="0"/>
        </a:xfrm>
      </p:grpSpPr>
      <p:pic>
        <p:nvPicPr>
          <p:cNvPr id="2843" name="Google Shape;2843;p41">
            <a:extLst>
              <a:ext uri="{FF2B5EF4-FFF2-40B4-BE49-F238E27FC236}">
                <a16:creationId xmlns:a16="http://schemas.microsoft.com/office/drawing/2014/main" id="{95C934D3-61EC-1323-9878-3B0519FE5B9D}"/>
              </a:ext>
            </a:extLst>
          </p:cNvPr>
          <p:cNvPicPr preferRelativeResize="0">
            <a:picLocks noGrp="1"/>
          </p:cNvPicPr>
          <p:nvPr>
            <p:ph type="pic" idx="2"/>
          </p:nvPr>
        </p:nvPicPr>
        <p:blipFill>
          <a:blip r:embed="rId3"/>
          <a:srcRect t="13554" b="13554"/>
          <a:stretch/>
        </p:blipFill>
        <p:spPr>
          <a:xfrm>
            <a:off x="4731175" y="838800"/>
            <a:ext cx="3699599" cy="3465949"/>
          </a:xfrm>
          <a:prstGeom prst="rect">
            <a:avLst/>
          </a:prstGeom>
          <a:ln>
            <a:noFill/>
          </a:ln>
          <a:effectLst>
            <a:outerShdw blurRad="292100" dist="139700" dir="2700000" algn="tl" rotWithShape="0">
              <a:srgbClr val="333333">
                <a:alpha val="65000"/>
              </a:srgbClr>
            </a:outerShdw>
          </a:effectLst>
        </p:spPr>
      </p:pic>
      <p:sp>
        <p:nvSpPr>
          <p:cNvPr id="2844" name="Google Shape;2844;p41">
            <a:extLst>
              <a:ext uri="{FF2B5EF4-FFF2-40B4-BE49-F238E27FC236}">
                <a16:creationId xmlns:a16="http://schemas.microsoft.com/office/drawing/2014/main" id="{8B15FFB4-2DD7-AF8D-E57B-FA3ABAB7075C}"/>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noProof="0" dirty="0"/>
              <a:t>¿Qué es la energía solar fotovoltaica?</a:t>
            </a:r>
          </a:p>
        </p:txBody>
      </p:sp>
      <p:sp>
        <p:nvSpPr>
          <p:cNvPr id="2845" name="Google Shape;2845;p41">
            <a:extLst>
              <a:ext uri="{FF2B5EF4-FFF2-40B4-BE49-F238E27FC236}">
                <a16:creationId xmlns:a16="http://schemas.microsoft.com/office/drawing/2014/main" id="{688E8C67-EA43-798E-F0CB-80DB21E66B54}"/>
              </a:ext>
            </a:extLst>
          </p:cNvPr>
          <p:cNvSpPr txBox="1">
            <a:spLocks noGrp="1"/>
          </p:cNvSpPr>
          <p:nvPr>
            <p:ph type="subTitle" idx="1"/>
          </p:nvPr>
        </p:nvSpPr>
        <p:spPr>
          <a:xfrm>
            <a:off x="290154" y="838801"/>
            <a:ext cx="4281846" cy="3465948"/>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s-MX" noProof="0" dirty="0"/>
              <a:t>La energía fotovoltaica es una forma de energía eléctrica que se obtiene a partir de la radiación solar. Este fenómeno ocurre cuando ciertos materiales, como el silicio, generan corriente eléctrica al ser expuestos a la luz solar (</a:t>
            </a:r>
            <a:r>
              <a:rPr lang="es-MX" noProof="0" dirty="0" err="1"/>
              <a:t>Fern</a:t>
            </a:r>
            <a:r>
              <a:rPr lang="es-MX" dirty="0"/>
              <a:t>á</a:t>
            </a:r>
            <a:r>
              <a:rPr lang="es-MX" noProof="0" dirty="0" err="1"/>
              <a:t>ndez</a:t>
            </a:r>
            <a:r>
              <a:rPr lang="es-MX" noProof="0" dirty="0"/>
              <a:t> et al., 2010).</a:t>
            </a:r>
          </a:p>
          <a:p>
            <a:pPr marL="0" lvl="0" indent="0" algn="just" rtl="0">
              <a:spcBef>
                <a:spcPts val="0"/>
              </a:spcBef>
              <a:spcAft>
                <a:spcPts val="0"/>
              </a:spcAft>
              <a:buNone/>
            </a:pPr>
            <a:endParaRPr lang="es-MX" dirty="0"/>
          </a:p>
          <a:p>
            <a:pPr marL="0" lvl="0" indent="0" algn="just" rtl="0">
              <a:spcBef>
                <a:spcPts val="0"/>
              </a:spcBef>
              <a:spcAft>
                <a:spcPts val="0"/>
              </a:spcAft>
              <a:buNone/>
            </a:pPr>
            <a:r>
              <a:rPr lang="es-MX" noProof="0" dirty="0"/>
              <a:t>Este proceso no requiere partes móviles ni combustión, lo que reduce el  impacto ambiental. En las últimas décadas, su costo de producción ha disminuido significativamente, lo que facilita la integración en proyectos residenciales, comerciales e industriales (SENER, 2018).</a:t>
            </a:r>
          </a:p>
        </p:txBody>
      </p:sp>
      <p:sp>
        <p:nvSpPr>
          <p:cNvPr id="5" name="Google Shape;2845;p41">
            <a:extLst>
              <a:ext uri="{FF2B5EF4-FFF2-40B4-BE49-F238E27FC236}">
                <a16:creationId xmlns:a16="http://schemas.microsoft.com/office/drawing/2014/main" id="{138DF489-323A-6E27-33A6-69CEA8F1BE4E}"/>
              </a:ext>
            </a:extLst>
          </p:cNvPr>
          <p:cNvSpPr txBox="1">
            <a:spLocks/>
          </p:cNvSpPr>
          <p:nvPr/>
        </p:nvSpPr>
        <p:spPr>
          <a:xfrm>
            <a:off x="7690337" y="4197180"/>
            <a:ext cx="801077" cy="4240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lgn="r"/>
            <a:r>
              <a:rPr lang="es-MX" sz="800" dirty="0"/>
              <a:t>SENER, 2018</a:t>
            </a:r>
          </a:p>
        </p:txBody>
      </p:sp>
      <p:sp>
        <p:nvSpPr>
          <p:cNvPr id="2" name="Slide Number Placeholder 1">
            <a:extLst>
              <a:ext uri="{FF2B5EF4-FFF2-40B4-BE49-F238E27FC236}">
                <a16:creationId xmlns:a16="http://schemas.microsoft.com/office/drawing/2014/main" id="{0392D823-D58E-DB07-5CDB-67029E906516}"/>
              </a:ext>
            </a:extLst>
          </p:cNvPr>
          <p:cNvSpPr>
            <a:spLocks noGrp="1"/>
          </p:cNvSpPr>
          <p:nvPr>
            <p:ph type="sldNum" sz="quarter" idx="10"/>
          </p:nvPr>
        </p:nvSpPr>
        <p:spPr/>
        <p:txBody>
          <a:bodyPr/>
          <a:lstStyle/>
          <a:p>
            <a:fld id="{FD066784-9D51-4624-A73B-AF851740F580}" type="slidenum">
              <a:rPr lang="en-US" smtClean="0"/>
              <a:pPr/>
              <a:t>12</a:t>
            </a:fld>
            <a:endParaRPr lang="en-US"/>
          </a:p>
        </p:txBody>
      </p:sp>
    </p:spTree>
    <p:extLst>
      <p:ext uri="{BB962C8B-B14F-4D97-AF65-F5344CB8AC3E}">
        <p14:creationId xmlns:p14="http://schemas.microsoft.com/office/powerpoint/2010/main" val="365370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44"/>
                                        </p:tgtEl>
                                        <p:attrNameLst>
                                          <p:attrName>style.visibility</p:attrName>
                                        </p:attrNameLst>
                                      </p:cBhvr>
                                      <p:to>
                                        <p:strVal val="visible"/>
                                      </p:to>
                                    </p:set>
                                    <p:animEffect transition="in" filter="fade">
                                      <p:cBhvr>
                                        <p:cTn id="7" dur="1000"/>
                                        <p:tgtEl>
                                          <p:spTgt spid="2844"/>
                                        </p:tgtEl>
                                      </p:cBhvr>
                                    </p:animEffect>
                                  </p:childTnLst>
                                </p:cTn>
                              </p:par>
                              <p:par>
                                <p:cTn id="8" presetID="10" presetClass="entr" presetSubtype="0" fill="hold" nodeType="withEffect">
                                  <p:stCondLst>
                                    <p:cond delay="0"/>
                                  </p:stCondLst>
                                  <p:childTnLst>
                                    <p:set>
                                      <p:cBhvr>
                                        <p:cTn id="9" dur="1" fill="hold">
                                          <p:stCondLst>
                                            <p:cond delay="0"/>
                                          </p:stCondLst>
                                        </p:cTn>
                                        <p:tgtEl>
                                          <p:spTgt spid="2843"/>
                                        </p:tgtEl>
                                        <p:attrNameLst>
                                          <p:attrName>style.visibility</p:attrName>
                                        </p:attrNameLst>
                                      </p:cBhvr>
                                      <p:to>
                                        <p:strVal val="visible"/>
                                      </p:to>
                                    </p:set>
                                    <p:animEffect transition="in" filter="fade">
                                      <p:cBhvr>
                                        <p:cTn id="10" dur="1000"/>
                                        <p:tgtEl>
                                          <p:spTgt spid="284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2" end="2"/>
                                            </p:txEl>
                                          </p:spTgt>
                                        </p:tgtEl>
                                        <p:attrNameLst>
                                          <p:attrName>style.visibility</p:attrName>
                                        </p:attrNameLst>
                                      </p:cBhvr>
                                      <p:to>
                                        <p:strVal val="visible"/>
                                      </p:to>
                                    </p:set>
                                    <p:animEffect transition="in" filter="fade">
                                      <p:cBhvr>
                                        <p:cTn id="18" dur="1000"/>
                                        <p:tgtEl>
                                          <p:spTgt spid="2845">
                                            <p:txEl>
                                              <p:pRg st="2" end="2"/>
                                            </p:txEl>
                                          </p:spTgt>
                                        </p:tgtEl>
                                      </p:cBhvr>
                                    </p:animEffect>
                                    <p:anim calcmode="lin" valueType="num">
                                      <p:cBhvr>
                                        <p:cTn id="19"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4" grpId="0"/>
      <p:bldP spid="284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9"/>
        <p:cNvGrpSpPr/>
        <p:nvPr/>
      </p:nvGrpSpPr>
      <p:grpSpPr>
        <a:xfrm>
          <a:off x="0" y="0"/>
          <a:ext cx="0" cy="0"/>
          <a:chOff x="0" y="0"/>
          <a:chExt cx="0" cy="0"/>
        </a:xfrm>
      </p:grpSpPr>
      <p:sp>
        <p:nvSpPr>
          <p:cNvPr id="3181" name="Google Shape;3181;p46"/>
          <p:cNvSpPr txBox="1">
            <a:spLocks noGrp="1"/>
          </p:cNvSpPr>
          <p:nvPr>
            <p:ph type="subTitle" idx="1"/>
          </p:nvPr>
        </p:nvSpPr>
        <p:spPr>
          <a:xfrm>
            <a:off x="937625" y="2150341"/>
            <a:ext cx="2175300" cy="165935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Potencia máxima que una planta eléctrica puede generar, considerando condiciones técnicas como disponibilidad de recursos (CONACYT, 2024).</a:t>
            </a:r>
          </a:p>
        </p:txBody>
      </p:sp>
      <p:sp>
        <p:nvSpPr>
          <p:cNvPr id="3182" name="Google Shape;3182;p46"/>
          <p:cNvSpPr txBox="1">
            <a:spLocks noGrp="1"/>
          </p:cNvSpPr>
          <p:nvPr>
            <p:ph type="subTitle" idx="2"/>
          </p:nvPr>
        </p:nvSpPr>
        <p:spPr>
          <a:xfrm>
            <a:off x="3484350" y="1887484"/>
            <a:ext cx="2175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Cantidad de energía requerida por los consumidores en un periodo determinado (</a:t>
            </a:r>
            <a:r>
              <a:rPr lang="es-MX" noProof="0" dirty="0" err="1"/>
              <a:t>Twenergy</a:t>
            </a:r>
            <a:r>
              <a:rPr lang="es-MX" noProof="0" dirty="0"/>
              <a:t>, 2019). Valor más alto de consumo registrado en un intervalo de tiempo, establecido por contrato con CFE (Crisanto, 2024).</a:t>
            </a:r>
          </a:p>
        </p:txBody>
      </p:sp>
      <p:sp>
        <p:nvSpPr>
          <p:cNvPr id="3183" name="Google Shape;3183;p46"/>
          <p:cNvSpPr txBox="1">
            <a:spLocks noGrp="1"/>
          </p:cNvSpPr>
          <p:nvPr>
            <p:ph type="subTitle" idx="3"/>
          </p:nvPr>
        </p:nvSpPr>
        <p:spPr>
          <a:xfrm>
            <a:off x="6031075" y="1919234"/>
            <a:ext cx="2175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Entrega de energía a través de redes de transporte y distribución mediante contraprestación económica (BOE, 2013).</a:t>
            </a:r>
          </a:p>
          <a:p>
            <a:pPr marL="0" lvl="0" indent="0" algn="ctr" rtl="0">
              <a:spcBef>
                <a:spcPts val="0"/>
              </a:spcBef>
              <a:spcAft>
                <a:spcPts val="0"/>
              </a:spcAft>
            </a:pPr>
            <a:r>
              <a:rPr lang="es-MX" i="1" noProof="0" dirty="0"/>
              <a:t>Suministrador de Servicios Básicos</a:t>
            </a:r>
          </a:p>
          <a:p>
            <a:pPr marL="0" lvl="0" indent="0" algn="ctr" rtl="0">
              <a:spcBef>
                <a:spcPts val="0"/>
              </a:spcBef>
              <a:spcAft>
                <a:spcPts val="0"/>
              </a:spcAft>
            </a:pPr>
            <a:r>
              <a:rPr lang="es-MX" i="1" dirty="0"/>
              <a:t>Suministrador de Servicios Calificados</a:t>
            </a:r>
            <a:endParaRPr lang="es-MX" i="1" noProof="0" dirty="0"/>
          </a:p>
        </p:txBody>
      </p:sp>
      <p:sp>
        <p:nvSpPr>
          <p:cNvPr id="3184" name="Google Shape;3184;p46"/>
          <p:cNvSpPr txBox="1">
            <a:spLocks noGrp="1"/>
          </p:cNvSpPr>
          <p:nvPr>
            <p:ph type="subTitle" idx="4"/>
          </p:nvPr>
        </p:nvSpPr>
        <p:spPr>
          <a:xfrm>
            <a:off x="908317" y="1555920"/>
            <a:ext cx="21753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Capacidad de energía instalada</a:t>
            </a:r>
          </a:p>
        </p:txBody>
      </p:sp>
      <p:sp>
        <p:nvSpPr>
          <p:cNvPr id="3185" name="Google Shape;3185;p46"/>
          <p:cNvSpPr txBox="1">
            <a:spLocks noGrp="1"/>
          </p:cNvSpPr>
          <p:nvPr>
            <p:ph type="subTitle" idx="5"/>
          </p:nvPr>
        </p:nvSpPr>
        <p:spPr>
          <a:xfrm>
            <a:off x="3484350" y="1384585"/>
            <a:ext cx="21753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Demanda de energía</a:t>
            </a:r>
          </a:p>
        </p:txBody>
      </p:sp>
      <p:sp>
        <p:nvSpPr>
          <p:cNvPr id="3186" name="Google Shape;3186;p46"/>
          <p:cNvSpPr txBox="1">
            <a:spLocks noGrp="1"/>
          </p:cNvSpPr>
          <p:nvPr>
            <p:ph type="subTitle" idx="6"/>
          </p:nvPr>
        </p:nvSpPr>
        <p:spPr>
          <a:xfrm>
            <a:off x="6060383" y="1555920"/>
            <a:ext cx="21753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Suministro de energía</a:t>
            </a:r>
          </a:p>
        </p:txBody>
      </p:sp>
      <p:sp>
        <p:nvSpPr>
          <p:cNvPr id="2" name="Google Shape;2844;p41">
            <a:extLst>
              <a:ext uri="{FF2B5EF4-FFF2-40B4-BE49-F238E27FC236}">
                <a16:creationId xmlns:a16="http://schemas.microsoft.com/office/drawing/2014/main" id="{D4723B91-413D-5AC8-388D-8FF788054FA9}"/>
              </a:ext>
            </a:extLst>
          </p:cNvPr>
          <p:cNvSpPr txBox="1">
            <a:spLocks/>
          </p:cNvSpPr>
          <p:nvPr/>
        </p:nvSpPr>
        <p:spPr>
          <a:xfrm>
            <a:off x="290154" y="414660"/>
            <a:ext cx="5235323"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Otros conceptos</a:t>
            </a:r>
          </a:p>
        </p:txBody>
      </p:sp>
      <p:pic>
        <p:nvPicPr>
          <p:cNvPr id="6" name="Picture 5" descr="A solar panel and a clock&#10;&#10;AI-generated content may be incorrect.">
            <a:extLst>
              <a:ext uri="{FF2B5EF4-FFF2-40B4-BE49-F238E27FC236}">
                <a16:creationId xmlns:a16="http://schemas.microsoft.com/office/drawing/2014/main" id="{B467BB4F-5F76-16D7-76F9-89728A64BD3A}"/>
              </a:ext>
            </a:extLst>
          </p:cNvPr>
          <p:cNvPicPr>
            <a:picLocks noChangeAspect="1"/>
          </p:cNvPicPr>
          <p:nvPr/>
        </p:nvPicPr>
        <p:blipFill>
          <a:blip r:embed="rId3"/>
          <a:stretch>
            <a:fillRect/>
          </a:stretch>
        </p:blipFill>
        <p:spPr>
          <a:xfrm>
            <a:off x="1779658" y="866148"/>
            <a:ext cx="491234" cy="491234"/>
          </a:xfrm>
          <a:prstGeom prst="rect">
            <a:avLst/>
          </a:prstGeom>
        </p:spPr>
      </p:pic>
      <p:pic>
        <p:nvPicPr>
          <p:cNvPr id="8" name="Picture 7" descr="A graph with a lightning bolt and arrow&#10;&#10;AI-generated content may be incorrect.">
            <a:extLst>
              <a:ext uri="{FF2B5EF4-FFF2-40B4-BE49-F238E27FC236}">
                <a16:creationId xmlns:a16="http://schemas.microsoft.com/office/drawing/2014/main" id="{2866D604-4445-0701-DE56-07F17A954535}"/>
              </a:ext>
            </a:extLst>
          </p:cNvPr>
          <p:cNvPicPr>
            <a:picLocks noChangeAspect="1"/>
          </p:cNvPicPr>
          <p:nvPr/>
        </p:nvPicPr>
        <p:blipFill>
          <a:blip r:embed="rId4"/>
          <a:stretch>
            <a:fillRect/>
          </a:stretch>
        </p:blipFill>
        <p:spPr>
          <a:xfrm>
            <a:off x="4325400" y="864182"/>
            <a:ext cx="493200" cy="493200"/>
          </a:xfrm>
          <a:prstGeom prst="rect">
            <a:avLst/>
          </a:prstGeom>
        </p:spPr>
      </p:pic>
      <p:pic>
        <p:nvPicPr>
          <p:cNvPr id="10" name="Picture 9" descr="A solar panel and power line&#10;&#10;AI-generated content may be incorrect.">
            <a:extLst>
              <a:ext uri="{FF2B5EF4-FFF2-40B4-BE49-F238E27FC236}">
                <a16:creationId xmlns:a16="http://schemas.microsoft.com/office/drawing/2014/main" id="{0C2AEF3B-1024-BD7B-FC4F-E03FAEC01A2D}"/>
              </a:ext>
            </a:extLst>
          </p:cNvPr>
          <p:cNvPicPr>
            <a:picLocks noChangeAspect="1"/>
          </p:cNvPicPr>
          <p:nvPr/>
        </p:nvPicPr>
        <p:blipFill>
          <a:blip r:embed="rId5"/>
          <a:stretch>
            <a:fillRect/>
          </a:stretch>
        </p:blipFill>
        <p:spPr>
          <a:xfrm>
            <a:off x="6901433" y="838751"/>
            <a:ext cx="493200" cy="493200"/>
          </a:xfrm>
          <a:prstGeom prst="rect">
            <a:avLst/>
          </a:prstGeom>
        </p:spPr>
      </p:pic>
      <p:sp>
        <p:nvSpPr>
          <p:cNvPr id="3" name="Slide Number Placeholder 2">
            <a:extLst>
              <a:ext uri="{FF2B5EF4-FFF2-40B4-BE49-F238E27FC236}">
                <a16:creationId xmlns:a16="http://schemas.microsoft.com/office/drawing/2014/main" id="{8A660F11-B301-4667-C75E-C1B26018EA28}"/>
              </a:ext>
            </a:extLst>
          </p:cNvPr>
          <p:cNvSpPr>
            <a:spLocks noGrp="1"/>
          </p:cNvSpPr>
          <p:nvPr>
            <p:ph type="sldNum" sz="quarter" idx="10"/>
          </p:nvPr>
        </p:nvSpPr>
        <p:spPr/>
        <p:txBody>
          <a:bodyPr/>
          <a:lstStyle/>
          <a:p>
            <a:fld id="{FD066784-9D51-4624-A73B-AF851740F580}" type="slidenum">
              <a:rPr lang="en-US" smtClean="0"/>
              <a:pPr/>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84">
                                            <p:txEl>
                                              <p:pRg st="0" end="0"/>
                                            </p:txEl>
                                          </p:spTgt>
                                        </p:tgtEl>
                                        <p:attrNameLst>
                                          <p:attrName>style.visibility</p:attrName>
                                        </p:attrNameLst>
                                      </p:cBhvr>
                                      <p:to>
                                        <p:strVal val="visible"/>
                                      </p:to>
                                    </p:set>
                                    <p:animEffect transition="in" filter="fade">
                                      <p:cBhvr>
                                        <p:cTn id="17" dur="1000"/>
                                        <p:tgtEl>
                                          <p:spTgt spid="3184">
                                            <p:txEl>
                                              <p:pRg st="0" end="0"/>
                                            </p:txEl>
                                          </p:spTgt>
                                        </p:tgtEl>
                                      </p:cBhvr>
                                    </p:animEffect>
                                    <p:anim calcmode="lin" valueType="num">
                                      <p:cBhvr>
                                        <p:cTn id="18" dur="1000" fill="hold"/>
                                        <p:tgtEl>
                                          <p:spTgt spid="3184">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184">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181">
                                            <p:txEl>
                                              <p:pRg st="0" end="0"/>
                                            </p:txEl>
                                          </p:spTgt>
                                        </p:tgtEl>
                                        <p:attrNameLst>
                                          <p:attrName>style.visibility</p:attrName>
                                        </p:attrNameLst>
                                      </p:cBhvr>
                                      <p:to>
                                        <p:strVal val="visible"/>
                                      </p:to>
                                    </p:set>
                                    <p:animEffect transition="in" filter="fade">
                                      <p:cBhvr>
                                        <p:cTn id="22" dur="1000"/>
                                        <p:tgtEl>
                                          <p:spTgt spid="3181">
                                            <p:txEl>
                                              <p:pRg st="0" end="0"/>
                                            </p:txEl>
                                          </p:spTgt>
                                        </p:tgtEl>
                                      </p:cBhvr>
                                    </p:animEffect>
                                    <p:anim calcmode="lin" valueType="num">
                                      <p:cBhvr>
                                        <p:cTn id="23" dur="1000" fill="hold"/>
                                        <p:tgtEl>
                                          <p:spTgt spid="3181">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318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85">
                                            <p:txEl>
                                              <p:pRg st="0" end="0"/>
                                            </p:txEl>
                                          </p:spTgt>
                                        </p:tgtEl>
                                        <p:attrNameLst>
                                          <p:attrName>style.visibility</p:attrName>
                                        </p:attrNameLst>
                                      </p:cBhvr>
                                      <p:to>
                                        <p:strVal val="visible"/>
                                      </p:to>
                                    </p:set>
                                    <p:animEffect transition="in" filter="fade">
                                      <p:cBhvr>
                                        <p:cTn id="34" dur="1000"/>
                                        <p:tgtEl>
                                          <p:spTgt spid="3185">
                                            <p:txEl>
                                              <p:pRg st="0" end="0"/>
                                            </p:txEl>
                                          </p:spTgt>
                                        </p:tgtEl>
                                      </p:cBhvr>
                                    </p:animEffect>
                                    <p:anim calcmode="lin" valueType="num">
                                      <p:cBhvr>
                                        <p:cTn id="35" dur="1000" fill="hold"/>
                                        <p:tgtEl>
                                          <p:spTgt spid="3185">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3185">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182">
                                            <p:txEl>
                                              <p:pRg st="0" end="0"/>
                                            </p:txEl>
                                          </p:spTgt>
                                        </p:tgtEl>
                                        <p:attrNameLst>
                                          <p:attrName>style.visibility</p:attrName>
                                        </p:attrNameLst>
                                      </p:cBhvr>
                                      <p:to>
                                        <p:strVal val="visible"/>
                                      </p:to>
                                    </p:set>
                                    <p:animEffect transition="in" filter="fade">
                                      <p:cBhvr>
                                        <p:cTn id="39" dur="1000"/>
                                        <p:tgtEl>
                                          <p:spTgt spid="3182">
                                            <p:txEl>
                                              <p:pRg st="0" end="0"/>
                                            </p:txEl>
                                          </p:spTgt>
                                        </p:tgtEl>
                                      </p:cBhvr>
                                    </p:animEffect>
                                    <p:anim calcmode="lin" valueType="num">
                                      <p:cBhvr>
                                        <p:cTn id="40" dur="1000" fill="hold"/>
                                        <p:tgtEl>
                                          <p:spTgt spid="3182">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318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186">
                                            <p:txEl>
                                              <p:pRg st="0" end="0"/>
                                            </p:txEl>
                                          </p:spTgt>
                                        </p:tgtEl>
                                        <p:attrNameLst>
                                          <p:attrName>style.visibility</p:attrName>
                                        </p:attrNameLst>
                                      </p:cBhvr>
                                      <p:to>
                                        <p:strVal val="visible"/>
                                      </p:to>
                                    </p:set>
                                    <p:animEffect transition="in" filter="fade">
                                      <p:cBhvr>
                                        <p:cTn id="51" dur="1000"/>
                                        <p:tgtEl>
                                          <p:spTgt spid="3186">
                                            <p:txEl>
                                              <p:pRg st="0" end="0"/>
                                            </p:txEl>
                                          </p:spTgt>
                                        </p:tgtEl>
                                      </p:cBhvr>
                                    </p:animEffect>
                                    <p:anim calcmode="lin" valueType="num">
                                      <p:cBhvr>
                                        <p:cTn id="52" dur="1000" fill="hold"/>
                                        <p:tgtEl>
                                          <p:spTgt spid="3186">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3186">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183">
                                            <p:txEl>
                                              <p:pRg st="0" end="0"/>
                                            </p:txEl>
                                          </p:spTgt>
                                        </p:tgtEl>
                                        <p:attrNameLst>
                                          <p:attrName>style.visibility</p:attrName>
                                        </p:attrNameLst>
                                      </p:cBhvr>
                                      <p:to>
                                        <p:strVal val="visible"/>
                                      </p:to>
                                    </p:set>
                                    <p:animEffect transition="in" filter="fade">
                                      <p:cBhvr>
                                        <p:cTn id="56" dur="1000"/>
                                        <p:tgtEl>
                                          <p:spTgt spid="3183">
                                            <p:txEl>
                                              <p:pRg st="0" end="0"/>
                                            </p:txEl>
                                          </p:spTgt>
                                        </p:tgtEl>
                                      </p:cBhvr>
                                    </p:animEffect>
                                    <p:anim calcmode="lin" valueType="num">
                                      <p:cBhvr>
                                        <p:cTn id="57" dur="1000" fill="hold"/>
                                        <p:tgtEl>
                                          <p:spTgt spid="3183">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31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183">
                                            <p:txEl>
                                              <p:pRg st="1" end="1"/>
                                            </p:txEl>
                                          </p:spTgt>
                                        </p:tgtEl>
                                        <p:attrNameLst>
                                          <p:attrName>style.visibility</p:attrName>
                                        </p:attrNameLst>
                                      </p:cBhvr>
                                      <p:to>
                                        <p:strVal val="visible"/>
                                      </p:to>
                                    </p:set>
                                    <p:animEffect transition="in" filter="fade">
                                      <p:cBhvr>
                                        <p:cTn id="63" dur="1000"/>
                                        <p:tgtEl>
                                          <p:spTgt spid="3183">
                                            <p:txEl>
                                              <p:pRg st="1" end="1"/>
                                            </p:txEl>
                                          </p:spTgt>
                                        </p:tgtEl>
                                      </p:cBhvr>
                                    </p:animEffect>
                                    <p:anim calcmode="lin" valueType="num">
                                      <p:cBhvr>
                                        <p:cTn id="64" dur="1000" fill="hold"/>
                                        <p:tgtEl>
                                          <p:spTgt spid="3183">
                                            <p:txEl>
                                              <p:pRg st="1" end="1"/>
                                            </p:txEl>
                                          </p:spTgt>
                                        </p:tgtEl>
                                        <p:attrNameLst>
                                          <p:attrName>ppt_x</p:attrName>
                                        </p:attrNameLst>
                                      </p:cBhvr>
                                      <p:tavLst>
                                        <p:tav tm="0">
                                          <p:val>
                                            <p:strVal val="#ppt_x"/>
                                          </p:val>
                                        </p:tav>
                                        <p:tav tm="100000">
                                          <p:val>
                                            <p:strVal val="#ppt_x"/>
                                          </p:val>
                                        </p:tav>
                                      </p:tavLst>
                                    </p:anim>
                                    <p:anim calcmode="lin" valueType="num">
                                      <p:cBhvr>
                                        <p:cTn id="65" dur="1000" fill="hold"/>
                                        <p:tgtEl>
                                          <p:spTgt spid="31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183">
                                            <p:txEl>
                                              <p:pRg st="2" end="2"/>
                                            </p:txEl>
                                          </p:spTgt>
                                        </p:tgtEl>
                                        <p:attrNameLst>
                                          <p:attrName>style.visibility</p:attrName>
                                        </p:attrNameLst>
                                      </p:cBhvr>
                                      <p:to>
                                        <p:strVal val="visible"/>
                                      </p:to>
                                    </p:set>
                                    <p:animEffect transition="in" filter="fade">
                                      <p:cBhvr>
                                        <p:cTn id="70" dur="1000"/>
                                        <p:tgtEl>
                                          <p:spTgt spid="3183">
                                            <p:txEl>
                                              <p:pRg st="2" end="2"/>
                                            </p:txEl>
                                          </p:spTgt>
                                        </p:tgtEl>
                                      </p:cBhvr>
                                    </p:animEffect>
                                    <p:anim calcmode="lin" valueType="num">
                                      <p:cBhvr>
                                        <p:cTn id="71" dur="1000" fill="hold"/>
                                        <p:tgtEl>
                                          <p:spTgt spid="3183">
                                            <p:txEl>
                                              <p:pRg st="2" end="2"/>
                                            </p:txEl>
                                          </p:spTgt>
                                        </p:tgtEl>
                                        <p:attrNameLst>
                                          <p:attrName>ppt_x</p:attrName>
                                        </p:attrNameLst>
                                      </p:cBhvr>
                                      <p:tavLst>
                                        <p:tav tm="0">
                                          <p:val>
                                            <p:strVal val="#ppt_x"/>
                                          </p:val>
                                        </p:tav>
                                        <p:tav tm="100000">
                                          <p:val>
                                            <p:strVal val="#ppt_x"/>
                                          </p:val>
                                        </p:tav>
                                      </p:tavLst>
                                    </p:anim>
                                    <p:anim calcmode="lin" valueType="num">
                                      <p:cBhvr>
                                        <p:cTn id="72" dur="1000" fill="hold"/>
                                        <p:tgtEl>
                                          <p:spTgt spid="318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1" grpId="0" build="p"/>
      <p:bldP spid="3182" grpId="0" build="p"/>
      <p:bldP spid="3183" grpId="0" build="p"/>
      <p:bldP spid="3184" grpId="0" build="p"/>
      <p:bldP spid="3185" grpId="0" build="p"/>
      <p:bldP spid="3186"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A15D616E-74DD-BFB8-2CAF-C164665A1683}"/>
            </a:ext>
          </a:extLst>
        </p:cNvPr>
        <p:cNvGrpSpPr/>
        <p:nvPr/>
      </p:nvGrpSpPr>
      <p:grpSpPr>
        <a:xfrm>
          <a:off x="0" y="0"/>
          <a:ext cx="0" cy="0"/>
          <a:chOff x="0" y="0"/>
          <a:chExt cx="0" cy="0"/>
        </a:xfrm>
      </p:grpSpPr>
      <p:sp>
        <p:nvSpPr>
          <p:cNvPr id="2844" name="Google Shape;2844;p41">
            <a:extLst>
              <a:ext uri="{FF2B5EF4-FFF2-40B4-BE49-F238E27FC236}">
                <a16:creationId xmlns:a16="http://schemas.microsoft.com/office/drawing/2014/main" id="{51393360-DCB5-9254-49F3-5EB9D553F6A1}"/>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noProof="0" dirty="0"/>
              <a:t>Contexto meteorológico</a:t>
            </a:r>
          </a:p>
        </p:txBody>
      </p:sp>
      <p:pic>
        <p:nvPicPr>
          <p:cNvPr id="9" name="Picture 8" descr="A map of the world&#10;&#10;AI-generated content may be incorrect.">
            <a:extLst>
              <a:ext uri="{FF2B5EF4-FFF2-40B4-BE49-F238E27FC236}">
                <a16:creationId xmlns:a16="http://schemas.microsoft.com/office/drawing/2014/main" id="{F6689C78-9ACD-04DF-74D8-E51586001388}"/>
              </a:ext>
            </a:extLst>
          </p:cNvPr>
          <p:cNvPicPr>
            <a:picLocks noChangeAspect="1"/>
          </p:cNvPicPr>
          <p:nvPr/>
        </p:nvPicPr>
        <p:blipFill>
          <a:blip r:embed="rId3"/>
          <a:stretch>
            <a:fillRect/>
          </a:stretch>
        </p:blipFill>
        <p:spPr>
          <a:xfrm>
            <a:off x="1568112" y="777317"/>
            <a:ext cx="5757684" cy="3419863"/>
          </a:xfrm>
          <a:prstGeom prst="rect">
            <a:avLst/>
          </a:prstGeom>
        </p:spPr>
      </p:pic>
      <p:sp>
        <p:nvSpPr>
          <p:cNvPr id="11" name="Subtitle 10">
            <a:extLst>
              <a:ext uri="{FF2B5EF4-FFF2-40B4-BE49-F238E27FC236}">
                <a16:creationId xmlns:a16="http://schemas.microsoft.com/office/drawing/2014/main" id="{010F4118-4526-592A-B9C6-91DA86903A0F}"/>
              </a:ext>
            </a:extLst>
          </p:cNvPr>
          <p:cNvSpPr>
            <a:spLocks noGrp="1"/>
          </p:cNvSpPr>
          <p:nvPr>
            <p:ph type="subTitle" idx="1"/>
          </p:nvPr>
        </p:nvSpPr>
        <p:spPr>
          <a:xfrm>
            <a:off x="1019009" y="4275015"/>
            <a:ext cx="7105982" cy="732029"/>
          </a:xfrm>
          <a:prstGeom prst="roundRect">
            <a:avLst/>
          </a:prstGeom>
          <a:solidFill>
            <a:schemeClr val="accent4">
              <a:lumMod val="20000"/>
              <a:lumOff val="80000"/>
            </a:schemeClr>
          </a:solidFill>
          <a:ln w="28575">
            <a:solidFill>
              <a:schemeClr val="tx1"/>
            </a:solidFill>
          </a:ln>
        </p:spPr>
        <p:txBody>
          <a:bodyPr/>
          <a:lstStyle/>
          <a:p>
            <a:pPr marL="425450" indent="-285750">
              <a:buBlip>
                <a:blip r:embed="rId4"/>
              </a:buBlip>
            </a:pPr>
            <a:r>
              <a:rPr lang="es-MX" dirty="0"/>
              <a:t>El país se ubica en una de las zonas con mayor irradiancia del mundo (CIEP, 2024).</a:t>
            </a:r>
          </a:p>
          <a:p>
            <a:pPr marL="425450" indent="-285750">
              <a:buBlip>
                <a:blip r:embed="rId4"/>
              </a:buBlip>
            </a:pPr>
            <a:r>
              <a:rPr lang="es-MX" dirty="0"/>
              <a:t>Amplios terrenos para plantas solares.</a:t>
            </a:r>
            <a:endParaRPr lang="en-US" dirty="0"/>
          </a:p>
        </p:txBody>
      </p:sp>
      <p:sp>
        <p:nvSpPr>
          <p:cNvPr id="2" name="Slide Number Placeholder 1">
            <a:extLst>
              <a:ext uri="{FF2B5EF4-FFF2-40B4-BE49-F238E27FC236}">
                <a16:creationId xmlns:a16="http://schemas.microsoft.com/office/drawing/2014/main" id="{7D0FC13B-4823-2EFC-CFB5-FEAB27D8909E}"/>
              </a:ext>
            </a:extLst>
          </p:cNvPr>
          <p:cNvSpPr>
            <a:spLocks noGrp="1"/>
          </p:cNvSpPr>
          <p:nvPr>
            <p:ph type="sldNum" sz="quarter" idx="10"/>
          </p:nvPr>
        </p:nvSpPr>
        <p:spPr/>
        <p:txBody>
          <a:bodyPr/>
          <a:lstStyle/>
          <a:p>
            <a:fld id="{FD066784-9D51-4624-A73B-AF851740F580}" type="slidenum">
              <a:rPr lang="en-US" smtClean="0"/>
              <a:pPr/>
              <a:t>14</a:t>
            </a:fld>
            <a:endParaRPr lang="en-US"/>
          </a:p>
        </p:txBody>
      </p:sp>
    </p:spTree>
    <p:extLst>
      <p:ext uri="{BB962C8B-B14F-4D97-AF65-F5344CB8AC3E}">
        <p14:creationId xmlns:p14="http://schemas.microsoft.com/office/powerpoint/2010/main" val="133502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44"/>
                                        </p:tgtEl>
                                        <p:attrNameLst>
                                          <p:attrName>style.visibility</p:attrName>
                                        </p:attrNameLst>
                                      </p:cBhvr>
                                      <p:to>
                                        <p:strVal val="visible"/>
                                      </p:to>
                                    </p:set>
                                    <p:animEffect transition="in" filter="fade">
                                      <p:cBhvr>
                                        <p:cTn id="7" dur="500"/>
                                        <p:tgtEl>
                                          <p:spTgt spid="284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bg/>
                                          </p:spTgt>
                                        </p:tgtEl>
                                        <p:attrNameLst>
                                          <p:attrName>style.visibility</p:attrName>
                                        </p:attrNameLst>
                                      </p:cBhvr>
                                      <p:to>
                                        <p:strVal val="visible"/>
                                      </p:to>
                                    </p:set>
                                    <p:animEffect transition="in" filter="fade">
                                      <p:cBhvr>
                                        <p:cTn id="13" dur="500"/>
                                        <p:tgtEl>
                                          <p:spTgt spid="11">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animEffect transition="in" filter="fade">
                                      <p:cBhvr>
                                        <p:cTn id="19"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4" grpId="0"/>
      <p:bldP spid="11"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90">
          <a:extLst>
            <a:ext uri="{FF2B5EF4-FFF2-40B4-BE49-F238E27FC236}">
              <a16:creationId xmlns:a16="http://schemas.microsoft.com/office/drawing/2014/main" id="{F18E8F3D-E52A-2563-5969-CAC0EE43883B}"/>
            </a:ext>
          </a:extLst>
        </p:cNvPr>
        <p:cNvGrpSpPr/>
        <p:nvPr/>
      </p:nvGrpSpPr>
      <p:grpSpPr>
        <a:xfrm>
          <a:off x="0" y="0"/>
          <a:ext cx="0" cy="0"/>
          <a:chOff x="0" y="0"/>
          <a:chExt cx="0" cy="0"/>
        </a:xfrm>
      </p:grpSpPr>
      <p:sp>
        <p:nvSpPr>
          <p:cNvPr id="3192" name="Google Shape;3192;p47">
            <a:extLst>
              <a:ext uri="{FF2B5EF4-FFF2-40B4-BE49-F238E27FC236}">
                <a16:creationId xmlns:a16="http://schemas.microsoft.com/office/drawing/2014/main" id="{89A48DA7-336F-277C-476A-0FA741932F5E}"/>
              </a:ext>
            </a:extLst>
          </p:cNvPr>
          <p:cNvSpPr txBox="1">
            <a:spLocks noGrp="1"/>
          </p:cNvSpPr>
          <p:nvPr>
            <p:ph type="subTitle" idx="1"/>
          </p:nvPr>
        </p:nvSpPr>
        <p:spPr>
          <a:xfrm>
            <a:off x="434257" y="1849362"/>
            <a:ext cx="1975200" cy="7612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200" noProof="0" dirty="0"/>
              <a:t>Altas temperaturas reducen la eficiencia de los paneles solares.</a:t>
            </a:r>
          </a:p>
        </p:txBody>
      </p:sp>
      <p:sp>
        <p:nvSpPr>
          <p:cNvPr id="3193" name="Google Shape;3193;p47">
            <a:extLst>
              <a:ext uri="{FF2B5EF4-FFF2-40B4-BE49-F238E27FC236}">
                <a16:creationId xmlns:a16="http://schemas.microsoft.com/office/drawing/2014/main" id="{C2816DB8-CBB8-A619-271C-0EDB6ADAD8C6}"/>
              </a:ext>
            </a:extLst>
          </p:cNvPr>
          <p:cNvSpPr txBox="1">
            <a:spLocks noGrp="1"/>
          </p:cNvSpPr>
          <p:nvPr>
            <p:ph type="subTitle" idx="2"/>
          </p:nvPr>
        </p:nvSpPr>
        <p:spPr>
          <a:xfrm>
            <a:off x="2526210" y="1849362"/>
            <a:ext cx="1976400" cy="7341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200" noProof="0" dirty="0"/>
              <a:t>Enfría los módulos, pero daña las estructuras si es muy fuerte.</a:t>
            </a:r>
          </a:p>
        </p:txBody>
      </p:sp>
      <p:sp>
        <p:nvSpPr>
          <p:cNvPr id="3194" name="Google Shape;3194;p47">
            <a:extLst>
              <a:ext uri="{FF2B5EF4-FFF2-40B4-BE49-F238E27FC236}">
                <a16:creationId xmlns:a16="http://schemas.microsoft.com/office/drawing/2014/main" id="{2857B4C9-1B45-85A2-EE65-D59CEEDBE626}"/>
              </a:ext>
            </a:extLst>
          </p:cNvPr>
          <p:cNvSpPr txBox="1">
            <a:spLocks noGrp="1"/>
          </p:cNvSpPr>
          <p:nvPr>
            <p:ph type="subTitle" idx="13"/>
          </p:nvPr>
        </p:nvSpPr>
        <p:spPr>
          <a:xfrm>
            <a:off x="6712218" y="1468387"/>
            <a:ext cx="2036362"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Condición de cielo</a:t>
            </a:r>
          </a:p>
        </p:txBody>
      </p:sp>
      <p:sp>
        <p:nvSpPr>
          <p:cNvPr id="3195" name="Google Shape;3195;p47">
            <a:extLst>
              <a:ext uri="{FF2B5EF4-FFF2-40B4-BE49-F238E27FC236}">
                <a16:creationId xmlns:a16="http://schemas.microsoft.com/office/drawing/2014/main" id="{99F58825-9C55-3120-8440-272FA8C9984F}"/>
              </a:ext>
            </a:extLst>
          </p:cNvPr>
          <p:cNvSpPr txBox="1">
            <a:spLocks noGrp="1"/>
          </p:cNvSpPr>
          <p:nvPr>
            <p:ph type="subTitle" idx="8"/>
          </p:nvPr>
        </p:nvSpPr>
        <p:spPr>
          <a:xfrm>
            <a:off x="2524411" y="1468387"/>
            <a:ext cx="19782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Viento</a:t>
            </a:r>
          </a:p>
        </p:txBody>
      </p:sp>
      <p:sp>
        <p:nvSpPr>
          <p:cNvPr id="3196" name="Google Shape;3196;p47">
            <a:extLst>
              <a:ext uri="{FF2B5EF4-FFF2-40B4-BE49-F238E27FC236}">
                <a16:creationId xmlns:a16="http://schemas.microsoft.com/office/drawing/2014/main" id="{0E2523CA-6A03-2F41-B445-D1A061C6B050}"/>
              </a:ext>
            </a:extLst>
          </p:cNvPr>
          <p:cNvSpPr txBox="1">
            <a:spLocks noGrp="1"/>
          </p:cNvSpPr>
          <p:nvPr>
            <p:ph type="subTitle" idx="7"/>
          </p:nvPr>
        </p:nvSpPr>
        <p:spPr>
          <a:xfrm>
            <a:off x="430508" y="1460249"/>
            <a:ext cx="19782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Temperatura</a:t>
            </a:r>
          </a:p>
        </p:txBody>
      </p:sp>
      <p:sp>
        <p:nvSpPr>
          <p:cNvPr id="3197" name="Google Shape;3197;p47">
            <a:extLst>
              <a:ext uri="{FF2B5EF4-FFF2-40B4-BE49-F238E27FC236}">
                <a16:creationId xmlns:a16="http://schemas.microsoft.com/office/drawing/2014/main" id="{0B457A9E-00D4-077F-AA03-821232D18437}"/>
              </a:ext>
            </a:extLst>
          </p:cNvPr>
          <p:cNvSpPr txBox="1">
            <a:spLocks noGrp="1"/>
          </p:cNvSpPr>
          <p:nvPr>
            <p:ph type="subTitle" idx="3"/>
          </p:nvPr>
        </p:nvSpPr>
        <p:spPr>
          <a:xfrm>
            <a:off x="6742799" y="1848953"/>
            <a:ext cx="19752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200" noProof="0" dirty="0"/>
              <a:t>Cielos nublados o mixtos generan fluctuaciones.</a:t>
            </a:r>
          </a:p>
        </p:txBody>
      </p:sp>
      <p:sp>
        <p:nvSpPr>
          <p:cNvPr id="3198" name="Google Shape;3198;p47">
            <a:extLst>
              <a:ext uri="{FF2B5EF4-FFF2-40B4-BE49-F238E27FC236}">
                <a16:creationId xmlns:a16="http://schemas.microsoft.com/office/drawing/2014/main" id="{A58418EB-6220-734D-2379-73FD48E6ACFB}"/>
              </a:ext>
            </a:extLst>
          </p:cNvPr>
          <p:cNvSpPr txBox="1">
            <a:spLocks noGrp="1"/>
          </p:cNvSpPr>
          <p:nvPr>
            <p:ph type="subTitle" idx="4"/>
          </p:nvPr>
        </p:nvSpPr>
        <p:spPr>
          <a:xfrm>
            <a:off x="440730" y="3537821"/>
            <a:ext cx="19752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200" noProof="0" dirty="0"/>
              <a:t>Reduce la radiación directa y limita la captación solar eficiente.</a:t>
            </a:r>
          </a:p>
        </p:txBody>
      </p:sp>
      <p:sp>
        <p:nvSpPr>
          <p:cNvPr id="3199" name="Google Shape;3199;p47">
            <a:extLst>
              <a:ext uri="{FF2B5EF4-FFF2-40B4-BE49-F238E27FC236}">
                <a16:creationId xmlns:a16="http://schemas.microsoft.com/office/drawing/2014/main" id="{C3304A36-5408-F26E-178D-9638C15E3627}"/>
              </a:ext>
            </a:extLst>
          </p:cNvPr>
          <p:cNvSpPr txBox="1">
            <a:spLocks noGrp="1"/>
          </p:cNvSpPr>
          <p:nvPr>
            <p:ph type="subTitle" idx="5"/>
          </p:nvPr>
        </p:nvSpPr>
        <p:spPr>
          <a:xfrm>
            <a:off x="4620114" y="1848953"/>
            <a:ext cx="19764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200" noProof="0" dirty="0"/>
              <a:t>Atenúa la radiación solar y puede causar corrosión en los paneles.</a:t>
            </a:r>
          </a:p>
        </p:txBody>
      </p:sp>
      <p:sp>
        <p:nvSpPr>
          <p:cNvPr id="3200" name="Google Shape;3200;p47">
            <a:extLst>
              <a:ext uri="{FF2B5EF4-FFF2-40B4-BE49-F238E27FC236}">
                <a16:creationId xmlns:a16="http://schemas.microsoft.com/office/drawing/2014/main" id="{421E58BE-3DF7-88BB-6F9A-AF3D40FCFFF9}"/>
              </a:ext>
            </a:extLst>
          </p:cNvPr>
          <p:cNvSpPr txBox="1">
            <a:spLocks noGrp="1"/>
          </p:cNvSpPr>
          <p:nvPr>
            <p:ph type="subTitle" idx="6"/>
          </p:nvPr>
        </p:nvSpPr>
        <p:spPr>
          <a:xfrm>
            <a:off x="2589195" y="3666949"/>
            <a:ext cx="19752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200" dirty="0"/>
              <a:t>Disminuye la radiación, pero limpia naturalmente los paneles.</a:t>
            </a:r>
          </a:p>
        </p:txBody>
      </p:sp>
      <p:sp>
        <p:nvSpPr>
          <p:cNvPr id="3201" name="Google Shape;3201;p47">
            <a:extLst>
              <a:ext uri="{FF2B5EF4-FFF2-40B4-BE49-F238E27FC236}">
                <a16:creationId xmlns:a16="http://schemas.microsoft.com/office/drawing/2014/main" id="{71928C59-53B5-7AF2-9027-5524B4A6A52C}"/>
              </a:ext>
            </a:extLst>
          </p:cNvPr>
          <p:cNvSpPr txBox="1">
            <a:spLocks noGrp="1"/>
          </p:cNvSpPr>
          <p:nvPr>
            <p:ph type="subTitle" idx="9"/>
          </p:nvPr>
        </p:nvSpPr>
        <p:spPr>
          <a:xfrm>
            <a:off x="4618314" y="1476525"/>
            <a:ext cx="19782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Humedad</a:t>
            </a:r>
          </a:p>
        </p:txBody>
      </p:sp>
      <p:sp>
        <p:nvSpPr>
          <p:cNvPr id="3202" name="Google Shape;3202;p47">
            <a:extLst>
              <a:ext uri="{FF2B5EF4-FFF2-40B4-BE49-F238E27FC236}">
                <a16:creationId xmlns:a16="http://schemas.microsoft.com/office/drawing/2014/main" id="{89B6209B-34AD-50F8-8B16-97C1EBE5B847}"/>
              </a:ext>
            </a:extLst>
          </p:cNvPr>
          <p:cNvSpPr txBox="1">
            <a:spLocks noGrp="1"/>
          </p:cNvSpPr>
          <p:nvPr>
            <p:ph type="subTitle" idx="14"/>
          </p:nvPr>
        </p:nvSpPr>
        <p:spPr>
          <a:xfrm>
            <a:off x="445976" y="3233189"/>
            <a:ext cx="19782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Nubosidad</a:t>
            </a:r>
          </a:p>
        </p:txBody>
      </p:sp>
      <p:sp>
        <p:nvSpPr>
          <p:cNvPr id="3203" name="Google Shape;3203;p47">
            <a:extLst>
              <a:ext uri="{FF2B5EF4-FFF2-40B4-BE49-F238E27FC236}">
                <a16:creationId xmlns:a16="http://schemas.microsoft.com/office/drawing/2014/main" id="{E8A1A5D4-4D6D-CAEE-03C0-03BD23D5AE55}"/>
              </a:ext>
            </a:extLst>
          </p:cNvPr>
          <p:cNvSpPr txBox="1">
            <a:spLocks noGrp="1"/>
          </p:cNvSpPr>
          <p:nvPr>
            <p:ph type="subTitle" idx="15"/>
          </p:nvPr>
        </p:nvSpPr>
        <p:spPr>
          <a:xfrm>
            <a:off x="2528820" y="3223895"/>
            <a:ext cx="19782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600" noProof="0" dirty="0"/>
              <a:t>Lluvia</a:t>
            </a:r>
          </a:p>
        </p:txBody>
      </p:sp>
      <p:sp>
        <p:nvSpPr>
          <p:cNvPr id="4" name="Google Shape;2844;p41">
            <a:extLst>
              <a:ext uri="{FF2B5EF4-FFF2-40B4-BE49-F238E27FC236}">
                <a16:creationId xmlns:a16="http://schemas.microsoft.com/office/drawing/2014/main" id="{50D5D2F7-97BF-830B-D25A-0D9D35D39C2D}"/>
              </a:ext>
            </a:extLst>
          </p:cNvPr>
          <p:cNvSpPr txBox="1">
            <a:spLocks/>
          </p:cNvSpPr>
          <p:nvPr/>
        </p:nvSpPr>
        <p:spPr>
          <a:xfrm>
            <a:off x="290154" y="414660"/>
            <a:ext cx="8470892"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Factores meteorológicos que afectan la generación de energía solar</a:t>
            </a:r>
          </a:p>
        </p:txBody>
      </p:sp>
      <p:sp>
        <p:nvSpPr>
          <p:cNvPr id="5" name="Google Shape;3203;p47">
            <a:extLst>
              <a:ext uri="{FF2B5EF4-FFF2-40B4-BE49-F238E27FC236}">
                <a16:creationId xmlns:a16="http://schemas.microsoft.com/office/drawing/2014/main" id="{38FE72DE-F7A5-BBAF-59A9-AD0554A1F68A}"/>
              </a:ext>
            </a:extLst>
          </p:cNvPr>
          <p:cNvSpPr txBox="1">
            <a:spLocks/>
          </p:cNvSpPr>
          <p:nvPr/>
        </p:nvSpPr>
        <p:spPr>
          <a:xfrm>
            <a:off x="4633244" y="3223895"/>
            <a:ext cx="197820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Ubuntu"/>
                <a:ea typeface="Ubuntu"/>
                <a:cs typeface="Ubuntu"/>
                <a:sym typeface="Ubuntu"/>
              </a:defRPr>
            </a:lvl1pPr>
            <a:lvl2pPr marL="914400" marR="0" lvl="1"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s-MX" sz="1600" dirty="0"/>
              <a:t>Estacionalidad</a:t>
            </a:r>
          </a:p>
        </p:txBody>
      </p:sp>
      <p:pic>
        <p:nvPicPr>
          <p:cNvPr id="7" name="Picture 6" descr="A thermometer and sun&#10;&#10;AI-generated content may be incorrect.">
            <a:extLst>
              <a:ext uri="{FF2B5EF4-FFF2-40B4-BE49-F238E27FC236}">
                <a16:creationId xmlns:a16="http://schemas.microsoft.com/office/drawing/2014/main" id="{D6AB96CC-DB8F-DE5F-BA06-369308E05D6A}"/>
              </a:ext>
            </a:extLst>
          </p:cNvPr>
          <p:cNvPicPr>
            <a:picLocks noChangeAspect="1"/>
          </p:cNvPicPr>
          <p:nvPr/>
        </p:nvPicPr>
        <p:blipFill>
          <a:blip r:embed="rId3"/>
          <a:stretch>
            <a:fillRect/>
          </a:stretch>
        </p:blipFill>
        <p:spPr>
          <a:xfrm>
            <a:off x="1127576" y="845467"/>
            <a:ext cx="584063" cy="584063"/>
          </a:xfrm>
          <a:prstGeom prst="rect">
            <a:avLst/>
          </a:prstGeom>
        </p:spPr>
      </p:pic>
      <p:pic>
        <p:nvPicPr>
          <p:cNvPr id="15" name="Picture 14">
            <a:extLst>
              <a:ext uri="{FF2B5EF4-FFF2-40B4-BE49-F238E27FC236}">
                <a16:creationId xmlns:a16="http://schemas.microsoft.com/office/drawing/2014/main" id="{8450098C-22E3-1B0C-3426-7AB0C48D70BE}"/>
              </a:ext>
            </a:extLst>
          </p:cNvPr>
          <p:cNvPicPr>
            <a:picLocks noChangeAspect="1"/>
          </p:cNvPicPr>
          <p:nvPr/>
        </p:nvPicPr>
        <p:blipFill>
          <a:blip r:embed="rId4"/>
          <a:stretch>
            <a:fillRect/>
          </a:stretch>
        </p:blipFill>
        <p:spPr>
          <a:xfrm>
            <a:off x="3228407" y="877049"/>
            <a:ext cx="570208" cy="583200"/>
          </a:xfrm>
          <a:prstGeom prst="rect">
            <a:avLst/>
          </a:prstGeom>
        </p:spPr>
      </p:pic>
      <p:pic>
        <p:nvPicPr>
          <p:cNvPr id="17" name="Picture 16">
            <a:extLst>
              <a:ext uri="{FF2B5EF4-FFF2-40B4-BE49-F238E27FC236}">
                <a16:creationId xmlns:a16="http://schemas.microsoft.com/office/drawing/2014/main" id="{9280411B-4728-7668-A0F0-31D8F469E7BA}"/>
              </a:ext>
            </a:extLst>
          </p:cNvPr>
          <p:cNvPicPr>
            <a:picLocks noChangeAspect="1"/>
          </p:cNvPicPr>
          <p:nvPr/>
        </p:nvPicPr>
        <p:blipFill>
          <a:blip r:embed="rId5"/>
          <a:stretch>
            <a:fillRect/>
          </a:stretch>
        </p:blipFill>
        <p:spPr>
          <a:xfrm>
            <a:off x="5254801" y="845467"/>
            <a:ext cx="603037" cy="583200"/>
          </a:xfrm>
          <a:prstGeom prst="rect">
            <a:avLst/>
          </a:prstGeom>
        </p:spPr>
      </p:pic>
      <p:pic>
        <p:nvPicPr>
          <p:cNvPr id="19" name="Picture 18">
            <a:extLst>
              <a:ext uri="{FF2B5EF4-FFF2-40B4-BE49-F238E27FC236}">
                <a16:creationId xmlns:a16="http://schemas.microsoft.com/office/drawing/2014/main" id="{34AFBFC8-4F55-157D-BB54-E1B4F15EFC80}"/>
              </a:ext>
            </a:extLst>
          </p:cNvPr>
          <p:cNvPicPr>
            <a:picLocks noChangeAspect="1"/>
          </p:cNvPicPr>
          <p:nvPr/>
        </p:nvPicPr>
        <p:blipFill>
          <a:blip r:embed="rId6"/>
          <a:stretch>
            <a:fillRect/>
          </a:stretch>
        </p:blipFill>
        <p:spPr>
          <a:xfrm>
            <a:off x="7377290" y="849762"/>
            <a:ext cx="706218" cy="583200"/>
          </a:xfrm>
          <a:prstGeom prst="rect">
            <a:avLst/>
          </a:prstGeom>
        </p:spPr>
      </p:pic>
      <p:pic>
        <p:nvPicPr>
          <p:cNvPr id="21" name="Picture 20">
            <a:extLst>
              <a:ext uri="{FF2B5EF4-FFF2-40B4-BE49-F238E27FC236}">
                <a16:creationId xmlns:a16="http://schemas.microsoft.com/office/drawing/2014/main" id="{16D69490-3F63-3020-B4E9-71B465BE63B8}"/>
              </a:ext>
            </a:extLst>
          </p:cNvPr>
          <p:cNvPicPr>
            <a:picLocks noChangeAspect="1"/>
          </p:cNvPicPr>
          <p:nvPr/>
        </p:nvPicPr>
        <p:blipFill>
          <a:blip r:embed="rId7"/>
          <a:stretch>
            <a:fillRect/>
          </a:stretch>
        </p:blipFill>
        <p:spPr>
          <a:xfrm>
            <a:off x="3228407" y="2636460"/>
            <a:ext cx="554451" cy="583200"/>
          </a:xfrm>
          <a:prstGeom prst="rect">
            <a:avLst/>
          </a:prstGeom>
        </p:spPr>
      </p:pic>
      <p:sp>
        <p:nvSpPr>
          <p:cNvPr id="22" name="Google Shape;3200;p47">
            <a:extLst>
              <a:ext uri="{FF2B5EF4-FFF2-40B4-BE49-F238E27FC236}">
                <a16:creationId xmlns:a16="http://schemas.microsoft.com/office/drawing/2014/main" id="{0E25AF0B-F1FA-3B93-5481-04D92FF8AF8B}"/>
              </a:ext>
            </a:extLst>
          </p:cNvPr>
          <p:cNvSpPr txBox="1">
            <a:spLocks/>
          </p:cNvSpPr>
          <p:nvPr/>
        </p:nvSpPr>
        <p:spPr>
          <a:xfrm>
            <a:off x="4627507" y="3636318"/>
            <a:ext cx="1975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r>
              <a:rPr lang="es-MX" sz="1200" dirty="0"/>
              <a:t>La generación varía según la estación.</a:t>
            </a:r>
          </a:p>
        </p:txBody>
      </p:sp>
      <p:pic>
        <p:nvPicPr>
          <p:cNvPr id="24" name="Picture 23" descr="A grey cloud icon&#10;&#10;AI-generated content may be incorrect.">
            <a:extLst>
              <a:ext uri="{FF2B5EF4-FFF2-40B4-BE49-F238E27FC236}">
                <a16:creationId xmlns:a16="http://schemas.microsoft.com/office/drawing/2014/main" id="{AE7422E7-EB93-6E49-B6F3-6C64B7FD5765}"/>
              </a:ext>
            </a:extLst>
          </p:cNvPr>
          <p:cNvPicPr>
            <a:picLocks noChangeAspect="1"/>
          </p:cNvPicPr>
          <p:nvPr/>
        </p:nvPicPr>
        <p:blipFill>
          <a:blip r:embed="rId8"/>
          <a:stretch>
            <a:fillRect/>
          </a:stretch>
        </p:blipFill>
        <p:spPr>
          <a:xfrm>
            <a:off x="1128439" y="2636460"/>
            <a:ext cx="583200" cy="583200"/>
          </a:xfrm>
          <a:prstGeom prst="rect">
            <a:avLst/>
          </a:prstGeom>
        </p:spPr>
      </p:pic>
      <p:pic>
        <p:nvPicPr>
          <p:cNvPr id="26" name="Picture 25" descr="A calendar with a sun on it&#10;&#10;AI-generated content may be incorrect.">
            <a:extLst>
              <a:ext uri="{FF2B5EF4-FFF2-40B4-BE49-F238E27FC236}">
                <a16:creationId xmlns:a16="http://schemas.microsoft.com/office/drawing/2014/main" id="{6127E279-9F10-FDA2-3861-88AB02B20372}"/>
              </a:ext>
            </a:extLst>
          </p:cNvPr>
          <p:cNvPicPr>
            <a:picLocks noChangeAspect="1"/>
          </p:cNvPicPr>
          <p:nvPr/>
        </p:nvPicPr>
        <p:blipFill>
          <a:blip r:embed="rId9"/>
          <a:stretch>
            <a:fillRect/>
          </a:stretch>
        </p:blipFill>
        <p:spPr>
          <a:xfrm>
            <a:off x="5263109" y="2602984"/>
            <a:ext cx="583200" cy="583200"/>
          </a:xfrm>
          <a:prstGeom prst="rect">
            <a:avLst/>
          </a:prstGeom>
        </p:spPr>
      </p:pic>
      <p:sp>
        <p:nvSpPr>
          <p:cNvPr id="2" name="Slide Number Placeholder 1">
            <a:extLst>
              <a:ext uri="{FF2B5EF4-FFF2-40B4-BE49-F238E27FC236}">
                <a16:creationId xmlns:a16="http://schemas.microsoft.com/office/drawing/2014/main" id="{8ABBDF1D-9F9E-C18A-32EE-D7F984361048}"/>
              </a:ext>
            </a:extLst>
          </p:cNvPr>
          <p:cNvSpPr>
            <a:spLocks noGrp="1"/>
          </p:cNvSpPr>
          <p:nvPr>
            <p:ph type="sldNum" sz="quarter" idx="16"/>
          </p:nvPr>
        </p:nvSpPr>
        <p:spPr/>
        <p:txBody>
          <a:bodyPr/>
          <a:lstStyle/>
          <a:p>
            <a:fld id="{FD066784-9D51-4624-A73B-AF851740F580}" type="slidenum">
              <a:rPr lang="en-US" smtClean="0"/>
              <a:pPr/>
              <a:t>15</a:t>
            </a:fld>
            <a:endParaRPr lang="en-US"/>
          </a:p>
        </p:txBody>
      </p:sp>
    </p:spTree>
    <p:extLst>
      <p:ext uri="{BB962C8B-B14F-4D97-AF65-F5344CB8AC3E}">
        <p14:creationId xmlns:p14="http://schemas.microsoft.com/office/powerpoint/2010/main" val="1450050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196">
                                            <p:txEl>
                                              <p:pRg st="0" end="0"/>
                                            </p:txEl>
                                          </p:spTgt>
                                        </p:tgtEl>
                                        <p:attrNameLst>
                                          <p:attrName>style.visibility</p:attrName>
                                        </p:attrNameLst>
                                      </p:cBhvr>
                                      <p:to>
                                        <p:strVal val="visible"/>
                                      </p:to>
                                    </p:set>
                                    <p:animEffect transition="in" filter="fade">
                                      <p:cBhvr>
                                        <p:cTn id="15" dur="500"/>
                                        <p:tgtEl>
                                          <p:spTgt spid="319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92">
                                            <p:txEl>
                                              <p:pRg st="0" end="0"/>
                                            </p:txEl>
                                          </p:spTgt>
                                        </p:tgtEl>
                                        <p:attrNameLst>
                                          <p:attrName>style.visibility</p:attrName>
                                        </p:attrNameLst>
                                      </p:cBhvr>
                                      <p:to>
                                        <p:strVal val="visible"/>
                                      </p:to>
                                    </p:set>
                                    <p:animEffect transition="in" filter="fade">
                                      <p:cBhvr>
                                        <p:cTn id="18" dur="500"/>
                                        <p:tgtEl>
                                          <p:spTgt spid="319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93">
                                            <p:txEl>
                                              <p:pRg st="0" end="0"/>
                                            </p:txEl>
                                          </p:spTgt>
                                        </p:tgtEl>
                                        <p:attrNameLst>
                                          <p:attrName>style.visibility</p:attrName>
                                        </p:attrNameLst>
                                      </p:cBhvr>
                                      <p:to>
                                        <p:strVal val="visible"/>
                                      </p:to>
                                    </p:set>
                                    <p:animEffect transition="in" filter="fade">
                                      <p:cBhvr>
                                        <p:cTn id="26" dur="500"/>
                                        <p:tgtEl>
                                          <p:spTgt spid="3193">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95">
                                            <p:txEl>
                                              <p:pRg st="0" end="0"/>
                                            </p:txEl>
                                          </p:spTgt>
                                        </p:tgtEl>
                                        <p:attrNameLst>
                                          <p:attrName>style.visibility</p:attrName>
                                        </p:attrNameLst>
                                      </p:cBhvr>
                                      <p:to>
                                        <p:strVal val="visible"/>
                                      </p:to>
                                    </p:set>
                                    <p:animEffect transition="in" filter="fade">
                                      <p:cBhvr>
                                        <p:cTn id="29" dur="500"/>
                                        <p:tgtEl>
                                          <p:spTgt spid="3195">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01">
                                            <p:txEl>
                                              <p:pRg st="0" end="0"/>
                                            </p:txEl>
                                          </p:spTgt>
                                        </p:tgtEl>
                                        <p:attrNameLst>
                                          <p:attrName>style.visibility</p:attrName>
                                        </p:attrNameLst>
                                      </p:cBhvr>
                                      <p:to>
                                        <p:strVal val="visible"/>
                                      </p:to>
                                    </p:set>
                                    <p:animEffect transition="in" filter="fade">
                                      <p:cBhvr>
                                        <p:cTn id="37" dur="500"/>
                                        <p:tgtEl>
                                          <p:spTgt spid="3201">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99">
                                            <p:txEl>
                                              <p:pRg st="0" end="0"/>
                                            </p:txEl>
                                          </p:spTgt>
                                        </p:tgtEl>
                                        <p:attrNameLst>
                                          <p:attrName>style.visibility</p:attrName>
                                        </p:attrNameLst>
                                      </p:cBhvr>
                                      <p:to>
                                        <p:strVal val="visible"/>
                                      </p:to>
                                    </p:set>
                                    <p:animEffect transition="in" filter="fade">
                                      <p:cBhvr>
                                        <p:cTn id="40" dur="500"/>
                                        <p:tgtEl>
                                          <p:spTgt spid="319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94">
                                            <p:txEl>
                                              <p:pRg st="0" end="0"/>
                                            </p:txEl>
                                          </p:spTgt>
                                        </p:tgtEl>
                                        <p:attrNameLst>
                                          <p:attrName>style.visibility</p:attrName>
                                        </p:attrNameLst>
                                      </p:cBhvr>
                                      <p:to>
                                        <p:strVal val="visible"/>
                                      </p:to>
                                    </p:set>
                                    <p:animEffect transition="in" filter="fade">
                                      <p:cBhvr>
                                        <p:cTn id="48" dur="500"/>
                                        <p:tgtEl>
                                          <p:spTgt spid="3194">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97">
                                            <p:txEl>
                                              <p:pRg st="0" end="0"/>
                                            </p:txEl>
                                          </p:spTgt>
                                        </p:tgtEl>
                                        <p:attrNameLst>
                                          <p:attrName>style.visibility</p:attrName>
                                        </p:attrNameLst>
                                      </p:cBhvr>
                                      <p:to>
                                        <p:strVal val="visible"/>
                                      </p:to>
                                    </p:set>
                                    <p:animEffect transition="in" filter="fade">
                                      <p:cBhvr>
                                        <p:cTn id="51" dur="500"/>
                                        <p:tgtEl>
                                          <p:spTgt spid="319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02">
                                            <p:txEl>
                                              <p:pRg st="0" end="0"/>
                                            </p:txEl>
                                          </p:spTgt>
                                        </p:tgtEl>
                                        <p:attrNameLst>
                                          <p:attrName>style.visibility</p:attrName>
                                        </p:attrNameLst>
                                      </p:cBhvr>
                                      <p:to>
                                        <p:strVal val="visible"/>
                                      </p:to>
                                    </p:set>
                                    <p:animEffect transition="in" filter="fade">
                                      <p:cBhvr>
                                        <p:cTn id="59" dur="500"/>
                                        <p:tgtEl>
                                          <p:spTgt spid="3202">
                                            <p:txEl>
                                              <p:pRg st="0" end="0"/>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198">
                                            <p:txEl>
                                              <p:pRg st="0" end="0"/>
                                            </p:txEl>
                                          </p:spTgt>
                                        </p:tgtEl>
                                        <p:attrNameLst>
                                          <p:attrName>style.visibility</p:attrName>
                                        </p:attrNameLst>
                                      </p:cBhvr>
                                      <p:to>
                                        <p:strVal val="visible"/>
                                      </p:to>
                                    </p:set>
                                    <p:animEffect transition="in" filter="fade">
                                      <p:cBhvr>
                                        <p:cTn id="62" dur="500"/>
                                        <p:tgtEl>
                                          <p:spTgt spid="3198">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03">
                                            <p:txEl>
                                              <p:pRg st="0" end="0"/>
                                            </p:txEl>
                                          </p:spTgt>
                                        </p:tgtEl>
                                        <p:attrNameLst>
                                          <p:attrName>style.visibility</p:attrName>
                                        </p:attrNameLst>
                                      </p:cBhvr>
                                      <p:to>
                                        <p:strVal val="visible"/>
                                      </p:to>
                                    </p:set>
                                    <p:animEffect transition="in" filter="fade">
                                      <p:cBhvr>
                                        <p:cTn id="70" dur="500"/>
                                        <p:tgtEl>
                                          <p:spTgt spid="3203">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00">
                                            <p:txEl>
                                              <p:pRg st="0" end="0"/>
                                            </p:txEl>
                                          </p:spTgt>
                                        </p:tgtEl>
                                        <p:attrNameLst>
                                          <p:attrName>style.visibility</p:attrName>
                                        </p:attrNameLst>
                                      </p:cBhvr>
                                      <p:to>
                                        <p:strVal val="visible"/>
                                      </p:to>
                                    </p:set>
                                    <p:animEffect transition="in" filter="fade">
                                      <p:cBhvr>
                                        <p:cTn id="73" dur="500"/>
                                        <p:tgtEl>
                                          <p:spTgt spid="3200">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fade">
                                      <p:cBhvr>
                                        <p:cTn id="81" dur="500"/>
                                        <p:tgtEl>
                                          <p:spTgt spid="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2" grpId="0" build="p"/>
      <p:bldP spid="3193" grpId="0" build="p"/>
      <p:bldP spid="3194" grpId="0" build="p"/>
      <p:bldP spid="3195" grpId="0" build="p"/>
      <p:bldP spid="3196" grpId="0" build="p"/>
      <p:bldP spid="3197" grpId="0" build="p"/>
      <p:bldP spid="3198" grpId="0" build="p"/>
      <p:bldP spid="3199" grpId="0" build="p"/>
      <p:bldP spid="3200" grpId="0" build="p"/>
      <p:bldP spid="3201" grpId="0" build="p"/>
      <p:bldP spid="3202" grpId="0" build="p"/>
      <p:bldP spid="3203" grpId="0" build="p"/>
      <p:bldP spid="4" grpId="0"/>
      <p:bldP spid="5"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823BCE0A-06E5-B8F5-4F15-A94E4BED91D6}"/>
              </a:ext>
            </a:extLst>
          </p:cNvPr>
          <p:cNvGraphicFramePr/>
          <p:nvPr>
            <p:extLst>
              <p:ext uri="{D42A27DB-BD31-4B8C-83A1-F6EECF244321}">
                <p14:modId xmlns:p14="http://schemas.microsoft.com/office/powerpoint/2010/main" val="4041687448"/>
              </p:ext>
            </p:extLst>
          </p:nvPr>
        </p:nvGraphicFramePr>
        <p:xfrm>
          <a:off x="226646" y="414703"/>
          <a:ext cx="878449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Google Shape;2844;p41">
            <a:extLst>
              <a:ext uri="{FF2B5EF4-FFF2-40B4-BE49-F238E27FC236}">
                <a16:creationId xmlns:a16="http://schemas.microsoft.com/office/drawing/2014/main" id="{45D3D3E6-FEAB-BC76-BA3E-3219BC3C08CB}"/>
              </a:ext>
            </a:extLst>
          </p:cNvPr>
          <p:cNvSpPr txBox="1">
            <a:spLocks/>
          </p:cNvSpPr>
          <p:nvPr/>
        </p:nvSpPr>
        <p:spPr>
          <a:xfrm>
            <a:off x="906586" y="488"/>
            <a:ext cx="7424612"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Evolución de la predicción de generación de energía solar</a:t>
            </a:r>
          </a:p>
        </p:txBody>
      </p:sp>
      <p:sp>
        <p:nvSpPr>
          <p:cNvPr id="2" name="Slide Number Placeholder 1">
            <a:extLst>
              <a:ext uri="{FF2B5EF4-FFF2-40B4-BE49-F238E27FC236}">
                <a16:creationId xmlns:a16="http://schemas.microsoft.com/office/drawing/2014/main" id="{FBB82B12-CD72-A684-90CE-7007C859E765}"/>
              </a:ext>
            </a:extLst>
          </p:cNvPr>
          <p:cNvSpPr>
            <a:spLocks noGrp="1"/>
          </p:cNvSpPr>
          <p:nvPr>
            <p:ph type="sldNum" sz="quarter" idx="10"/>
          </p:nvPr>
        </p:nvSpPr>
        <p:spPr/>
        <p:txBody>
          <a:bodyPr/>
          <a:lstStyle/>
          <a:p>
            <a:fld id="{FD066784-9D51-4624-A73B-AF851740F580}" type="slidenum">
              <a:rPr lang="en-US" smtClean="0"/>
              <a:pPr/>
              <a:t>16</a:t>
            </a:fld>
            <a:endParaRPr lang="en-US"/>
          </a:p>
        </p:txBody>
      </p:sp>
    </p:spTree>
    <p:extLst>
      <p:ext uri="{BB962C8B-B14F-4D97-AF65-F5344CB8AC3E}">
        <p14:creationId xmlns:p14="http://schemas.microsoft.com/office/powerpoint/2010/main" val="179184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anim calcmode="lin" valueType="num">
                                      <p:cBhvr>
                                        <p:cTn id="11" dur="1000" fill="hold"/>
                                        <p:tgtEl>
                                          <p:spTgt spid="4"/>
                                        </p:tgtEl>
                                        <p:attrNameLst>
                                          <p:attrName>ppt_x</p:attrName>
                                        </p:attrNameLst>
                                      </p:cBhvr>
                                      <p:tavLst>
                                        <p:tav tm="0">
                                          <p:val>
                                            <p:strVal val="#ppt_x"/>
                                          </p:val>
                                        </p:tav>
                                        <p:tav tm="100000">
                                          <p:val>
                                            <p:strVal val="#ppt_x"/>
                                          </p:val>
                                        </p:tav>
                                      </p:tavLst>
                                    </p:anim>
                                    <p:anim calcmode="lin" valueType="num">
                                      <p:cBhvr>
                                        <p:cTn id="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4E391-21D7-A456-B11C-A0D3F77B85CA}"/>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F93552FB-6392-0BFC-4A8C-5780211C0B3A}"/>
              </a:ext>
            </a:extLst>
          </p:cNvPr>
          <p:cNvSpPr txBox="1">
            <a:spLocks/>
          </p:cNvSpPr>
          <p:nvPr/>
        </p:nvSpPr>
        <p:spPr>
          <a:xfrm>
            <a:off x="3552093" y="107844"/>
            <a:ext cx="203981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Estado del arte</a:t>
            </a:r>
          </a:p>
        </p:txBody>
      </p:sp>
      <p:graphicFrame>
        <p:nvGraphicFramePr>
          <p:cNvPr id="2" name="Table 1">
            <a:extLst>
              <a:ext uri="{FF2B5EF4-FFF2-40B4-BE49-F238E27FC236}">
                <a16:creationId xmlns:a16="http://schemas.microsoft.com/office/drawing/2014/main" id="{E2EF512E-DDE1-36E7-B66E-EB6540E09B50}"/>
              </a:ext>
            </a:extLst>
          </p:cNvPr>
          <p:cNvGraphicFramePr>
            <a:graphicFrameLocks noGrp="1"/>
          </p:cNvGraphicFramePr>
          <p:nvPr>
            <p:extLst>
              <p:ext uri="{D42A27DB-BD31-4B8C-83A1-F6EECF244321}">
                <p14:modId xmlns:p14="http://schemas.microsoft.com/office/powerpoint/2010/main" val="2968229376"/>
              </p:ext>
            </p:extLst>
          </p:nvPr>
        </p:nvGraphicFramePr>
        <p:xfrm>
          <a:off x="281354" y="539750"/>
          <a:ext cx="8729785" cy="4183380"/>
        </p:xfrm>
        <a:graphic>
          <a:graphicData uri="http://schemas.openxmlformats.org/drawingml/2006/table">
            <a:tbl>
              <a:tblPr firstRow="1" bandRow="1">
                <a:tableStyleId>{3C2FFA5D-87B4-456A-9821-1D502468CF0F}</a:tableStyleId>
              </a:tblPr>
              <a:tblGrid>
                <a:gridCol w="875323">
                  <a:extLst>
                    <a:ext uri="{9D8B030D-6E8A-4147-A177-3AD203B41FA5}">
                      <a16:colId xmlns:a16="http://schemas.microsoft.com/office/drawing/2014/main" val="3488177550"/>
                    </a:ext>
                  </a:extLst>
                </a:gridCol>
                <a:gridCol w="2250831">
                  <a:extLst>
                    <a:ext uri="{9D8B030D-6E8A-4147-A177-3AD203B41FA5}">
                      <a16:colId xmlns:a16="http://schemas.microsoft.com/office/drawing/2014/main" val="1275503605"/>
                    </a:ext>
                  </a:extLst>
                </a:gridCol>
                <a:gridCol w="2352430">
                  <a:extLst>
                    <a:ext uri="{9D8B030D-6E8A-4147-A177-3AD203B41FA5}">
                      <a16:colId xmlns:a16="http://schemas.microsoft.com/office/drawing/2014/main" val="2450431944"/>
                    </a:ext>
                  </a:extLst>
                </a:gridCol>
                <a:gridCol w="1180124">
                  <a:extLst>
                    <a:ext uri="{9D8B030D-6E8A-4147-A177-3AD203B41FA5}">
                      <a16:colId xmlns:a16="http://schemas.microsoft.com/office/drawing/2014/main" val="3409541821"/>
                    </a:ext>
                  </a:extLst>
                </a:gridCol>
                <a:gridCol w="2071077">
                  <a:extLst>
                    <a:ext uri="{9D8B030D-6E8A-4147-A177-3AD203B41FA5}">
                      <a16:colId xmlns:a16="http://schemas.microsoft.com/office/drawing/2014/main" val="1631112526"/>
                    </a:ext>
                  </a:extLst>
                </a:gridCol>
              </a:tblGrid>
              <a:tr h="249604">
                <a:tc>
                  <a:txBody>
                    <a:bodyPr/>
                    <a:lstStyle/>
                    <a:p>
                      <a:pPr algn="ctr"/>
                      <a:r>
                        <a:rPr lang="es-MX" sz="1200" b="1" dirty="0"/>
                        <a:t>Autor</a:t>
                      </a:r>
                      <a:endParaRPr lang="en-US" sz="1200" b="1" dirty="0"/>
                    </a:p>
                  </a:txBody>
                  <a:tcPr/>
                </a:tc>
                <a:tc>
                  <a:txBody>
                    <a:bodyPr/>
                    <a:lstStyle/>
                    <a:p>
                      <a:pPr algn="ctr"/>
                      <a:r>
                        <a:rPr lang="es-MX" sz="1200" b="1" dirty="0"/>
                        <a:t>Objetivo</a:t>
                      </a:r>
                      <a:endParaRPr lang="en-US" sz="1200" b="1" dirty="0"/>
                    </a:p>
                  </a:txBody>
                  <a:tcPr/>
                </a:tc>
                <a:tc>
                  <a:txBody>
                    <a:bodyPr/>
                    <a:lstStyle/>
                    <a:p>
                      <a:pPr algn="ctr"/>
                      <a:r>
                        <a:rPr lang="es-MX" sz="1200" b="1" dirty="0"/>
                        <a:t>Metodología</a:t>
                      </a:r>
                      <a:endParaRPr lang="en-US" sz="1200" b="1" dirty="0"/>
                    </a:p>
                  </a:txBody>
                  <a:tcPr/>
                </a:tc>
                <a:tc>
                  <a:txBody>
                    <a:bodyPr/>
                    <a:lstStyle/>
                    <a:p>
                      <a:pPr algn="ctr"/>
                      <a:r>
                        <a:rPr lang="es-MX" sz="1200" b="1" dirty="0"/>
                        <a:t>Resultados</a:t>
                      </a:r>
                      <a:endParaRPr lang="en-US" sz="1200" b="1" dirty="0"/>
                    </a:p>
                  </a:txBody>
                  <a:tcPr/>
                </a:tc>
                <a:tc>
                  <a:txBody>
                    <a:bodyPr/>
                    <a:lstStyle/>
                    <a:p>
                      <a:pPr algn="ctr"/>
                      <a:r>
                        <a:rPr lang="es-MX" sz="1200" b="1" dirty="0"/>
                        <a:t>Conclusiones</a:t>
                      </a:r>
                      <a:endParaRPr lang="en-US" sz="1200" b="1" dirty="0"/>
                    </a:p>
                  </a:txBody>
                  <a:tcPr/>
                </a:tc>
                <a:extLst>
                  <a:ext uri="{0D108BD9-81ED-4DB2-BD59-A6C34878D82A}">
                    <a16:rowId xmlns:a16="http://schemas.microsoft.com/office/drawing/2014/main" val="2696274012"/>
                  </a:ext>
                </a:extLst>
              </a:tr>
              <a:tr h="370840">
                <a:tc>
                  <a:txBody>
                    <a:bodyPr/>
                    <a:lstStyle/>
                    <a:p>
                      <a:pPr algn="l"/>
                      <a:r>
                        <a:rPr lang="en-US" sz="1050" dirty="0"/>
                        <a:t>(Kim et al.,2019)</a:t>
                      </a:r>
                    </a:p>
                  </a:txBody>
                  <a:tcPr/>
                </a:tc>
                <a:tc>
                  <a:txBody>
                    <a:bodyPr/>
                    <a:lstStyle/>
                    <a:p>
                      <a:pPr algn="l"/>
                      <a:r>
                        <a:rPr lang="es-MX" sz="1050" dirty="0"/>
                        <a:t>Predecir la generación solar en dos etapas basándose en datos meteorológicos.</a:t>
                      </a:r>
                      <a:endParaRPr lang="en-US" sz="1050" dirty="0"/>
                    </a:p>
                  </a:txBody>
                  <a:tcPr/>
                </a:tc>
                <a:tc>
                  <a:txBody>
                    <a:bodyPr/>
                    <a:lstStyle/>
                    <a:p>
                      <a:pPr algn="l"/>
                      <a:r>
                        <a:rPr lang="es-MX" sz="1050" dirty="0"/>
                        <a:t>Predicción meteorológica inicial y, posteriormente, de generación solar; eliminación de horas sin sol.</a:t>
                      </a:r>
                      <a:endParaRPr lang="en-US" sz="1050" dirty="0"/>
                    </a:p>
                  </a:txBody>
                  <a:tcPr/>
                </a:tc>
                <a:tc>
                  <a:txBody>
                    <a:bodyPr/>
                    <a:lstStyle/>
                    <a:p>
                      <a:pPr algn="l"/>
                      <a:r>
                        <a:rPr lang="es-MX" sz="1050" dirty="0"/>
                        <a:t>R</a:t>
                      </a:r>
                      <a:r>
                        <a:rPr lang="es-MX" sz="1050" baseline="30000" dirty="0"/>
                        <a:t>2</a:t>
                      </a:r>
                      <a:r>
                        <a:rPr lang="es-MX" sz="1050" dirty="0"/>
                        <a:t> = 0.70.</a:t>
                      </a:r>
                      <a:endParaRPr lang="en-US" sz="1050" dirty="0"/>
                    </a:p>
                  </a:txBody>
                  <a:tcPr/>
                </a:tc>
                <a:tc>
                  <a:txBody>
                    <a:bodyPr/>
                    <a:lstStyle/>
                    <a:p>
                      <a:pPr algn="l"/>
                      <a:r>
                        <a:rPr lang="es-MX" sz="1050" dirty="0"/>
                        <a:t>Mejora en precisión, pero limitada frente a métodos avanzados.</a:t>
                      </a:r>
                      <a:endParaRPr lang="en-US" sz="1050" dirty="0"/>
                    </a:p>
                  </a:txBody>
                  <a:tcPr/>
                </a:tc>
                <a:extLst>
                  <a:ext uri="{0D108BD9-81ED-4DB2-BD59-A6C34878D82A}">
                    <a16:rowId xmlns:a16="http://schemas.microsoft.com/office/drawing/2014/main" val="1738059488"/>
                  </a:ext>
                </a:extLst>
              </a:tr>
              <a:tr h="370840">
                <a:tc>
                  <a:txBody>
                    <a:bodyPr/>
                    <a:lstStyle/>
                    <a:p>
                      <a:pPr algn="l"/>
                      <a:r>
                        <a:rPr lang="en-US" sz="1050" dirty="0"/>
                        <a:t>(</a:t>
                      </a:r>
                      <a:r>
                        <a:rPr lang="en-US" sz="1050" dirty="0" err="1"/>
                        <a:t>Najibi</a:t>
                      </a:r>
                      <a:r>
                        <a:rPr lang="en-US" sz="1050" dirty="0"/>
                        <a:t> </a:t>
                      </a:r>
                      <a:r>
                        <a:rPr lang="en-US" sz="1050" dirty="0" err="1"/>
                        <a:t>etal</a:t>
                      </a:r>
                      <a:r>
                        <a:rPr lang="en-US" sz="1050" dirty="0"/>
                        <a:t>., 2020)</a:t>
                      </a:r>
                    </a:p>
                  </a:txBody>
                  <a:tcPr/>
                </a:tc>
                <a:tc>
                  <a:txBody>
                    <a:bodyPr/>
                    <a:lstStyle/>
                    <a:p>
                      <a:pPr algn="l"/>
                      <a:r>
                        <a:rPr lang="en-US" sz="1050" dirty="0" err="1"/>
                        <a:t>Realizar</a:t>
                      </a:r>
                      <a:r>
                        <a:rPr lang="en-US" sz="1050" dirty="0"/>
                        <a:t> </a:t>
                      </a:r>
                      <a:r>
                        <a:rPr lang="en-US" sz="1050" dirty="0" err="1"/>
                        <a:t>predicciones</a:t>
                      </a:r>
                      <a:r>
                        <a:rPr lang="en-US" sz="1050" dirty="0"/>
                        <a:t> </a:t>
                      </a:r>
                      <a:r>
                        <a:rPr lang="en-US" sz="1050" dirty="0" err="1"/>
                        <a:t>probabilísticas</a:t>
                      </a:r>
                      <a:r>
                        <a:rPr lang="en-US" sz="1050" dirty="0"/>
                        <a:t> </a:t>
                      </a:r>
                      <a:r>
                        <a:rPr lang="en-US" sz="1050" dirty="0" err="1"/>
                        <a:t>mediante</a:t>
                      </a:r>
                      <a:r>
                        <a:rPr lang="en-US" sz="1050" dirty="0"/>
                        <a:t> </a:t>
                      </a:r>
                      <a:r>
                        <a:rPr lang="en-US" sz="1050" dirty="0" err="1"/>
                        <a:t>procesos</a:t>
                      </a:r>
                      <a:r>
                        <a:rPr lang="en-US" sz="1050" dirty="0"/>
                        <a:t> </a:t>
                      </a:r>
                      <a:r>
                        <a:rPr lang="en-US" sz="1050" dirty="0" err="1"/>
                        <a:t>gaussianos</a:t>
                      </a:r>
                      <a:r>
                        <a:rPr lang="en-US" sz="1050" dirty="0"/>
                        <a:t>.</a:t>
                      </a:r>
                    </a:p>
                  </a:txBody>
                  <a:tcPr/>
                </a:tc>
                <a:tc>
                  <a:txBody>
                    <a:bodyPr/>
                    <a:lstStyle/>
                    <a:p>
                      <a:pPr algn="l"/>
                      <a:r>
                        <a:rPr lang="es-ES" sz="1050" dirty="0" err="1"/>
                        <a:t>Clusterización</a:t>
                      </a:r>
                      <a:r>
                        <a:rPr lang="es-ES" sz="1050" dirty="0"/>
                        <a:t> por hora y energía, seguida de regresión Gaussiana.</a:t>
                      </a:r>
                      <a:endParaRPr lang="en-US" sz="1050" dirty="0"/>
                    </a:p>
                  </a:txBody>
                  <a:tcPr/>
                </a:tc>
                <a:tc>
                  <a:txBody>
                    <a:bodyPr/>
                    <a:lstStyle/>
                    <a:p>
                      <a:pPr algn="l"/>
                      <a:r>
                        <a:rPr lang="en-US" sz="1050" dirty="0"/>
                        <a:t>RMSE = 4.18, MAE = 0.92.</a:t>
                      </a:r>
                    </a:p>
                  </a:txBody>
                  <a:tcPr/>
                </a:tc>
                <a:tc>
                  <a:txBody>
                    <a:bodyPr/>
                    <a:lstStyle/>
                    <a:p>
                      <a:pPr algn="l"/>
                      <a:r>
                        <a:rPr lang="es-ES" sz="1050" dirty="0"/>
                        <a:t>Capacidad probabilística sólida, pero limitada en escenarios dinámicos.</a:t>
                      </a:r>
                      <a:endParaRPr lang="en-US" sz="1050" dirty="0"/>
                    </a:p>
                  </a:txBody>
                  <a:tcPr/>
                </a:tc>
                <a:extLst>
                  <a:ext uri="{0D108BD9-81ED-4DB2-BD59-A6C34878D82A}">
                    <a16:rowId xmlns:a16="http://schemas.microsoft.com/office/drawing/2014/main" val="2725704153"/>
                  </a:ext>
                </a:extLst>
              </a:tr>
              <a:tr h="370840">
                <a:tc>
                  <a:txBody>
                    <a:bodyPr/>
                    <a:lstStyle/>
                    <a:p>
                      <a:pPr algn="l"/>
                      <a:r>
                        <a:rPr lang="en-US" sz="1050" dirty="0"/>
                        <a:t>(Munsif </a:t>
                      </a:r>
                      <a:r>
                        <a:rPr lang="en-US" sz="1050" dirty="0" err="1"/>
                        <a:t>etal</a:t>
                      </a:r>
                      <a:r>
                        <a:rPr lang="en-US" sz="1050" dirty="0"/>
                        <a:t>., 2023)</a:t>
                      </a:r>
                    </a:p>
                  </a:txBody>
                  <a:tcPr/>
                </a:tc>
                <a:tc>
                  <a:txBody>
                    <a:bodyPr/>
                    <a:lstStyle/>
                    <a:p>
                      <a:pPr algn="l"/>
                      <a:r>
                        <a:rPr lang="es-ES" sz="1050" dirty="0"/>
                        <a:t>Proponer un modelo basado en </a:t>
                      </a:r>
                      <a:r>
                        <a:rPr lang="es-ES" sz="1050" i="1" dirty="0" err="1"/>
                        <a:t>transformers</a:t>
                      </a:r>
                      <a:r>
                        <a:rPr lang="es-ES" sz="1050" dirty="0"/>
                        <a:t> para predicciones a corto plazo.</a:t>
                      </a:r>
                      <a:endParaRPr lang="en-US" sz="1050" dirty="0"/>
                    </a:p>
                  </a:txBody>
                  <a:tcPr/>
                </a:tc>
                <a:tc>
                  <a:txBody>
                    <a:bodyPr/>
                    <a:lstStyle/>
                    <a:p>
                      <a:pPr algn="l"/>
                      <a:r>
                        <a:rPr lang="es-ES" sz="1050" dirty="0"/>
                        <a:t>Uso de redes convolucionales (CNN) con atención múltiple.</a:t>
                      </a:r>
                      <a:endParaRPr lang="en-US" sz="1050" dirty="0"/>
                    </a:p>
                  </a:txBody>
                  <a:tcPr/>
                </a:tc>
                <a:tc>
                  <a:txBody>
                    <a:bodyPr/>
                    <a:lstStyle/>
                    <a:p>
                      <a:pPr algn="l"/>
                      <a:r>
                        <a:rPr lang="en-US" sz="1050" dirty="0"/>
                        <a:t>RMSE = 0.2167, MAPE = 0.6135.</a:t>
                      </a:r>
                    </a:p>
                  </a:txBody>
                  <a:tcPr/>
                </a:tc>
                <a:tc>
                  <a:txBody>
                    <a:bodyPr/>
                    <a:lstStyle/>
                    <a:p>
                      <a:pPr algn="l"/>
                      <a:r>
                        <a:rPr lang="es-ES" sz="1050" dirty="0"/>
                        <a:t>Eficiente computacionalmente, pero falta claridad para predicciones a largo plazo.</a:t>
                      </a:r>
                      <a:endParaRPr lang="en-US" sz="1050" dirty="0"/>
                    </a:p>
                  </a:txBody>
                  <a:tcPr/>
                </a:tc>
                <a:extLst>
                  <a:ext uri="{0D108BD9-81ED-4DB2-BD59-A6C34878D82A}">
                    <a16:rowId xmlns:a16="http://schemas.microsoft.com/office/drawing/2014/main" val="3124801391"/>
                  </a:ext>
                </a:extLst>
              </a:tr>
              <a:tr h="370840">
                <a:tc>
                  <a:txBody>
                    <a:bodyPr/>
                    <a:lstStyle/>
                    <a:p>
                      <a:pPr algn="l"/>
                      <a:r>
                        <a:rPr lang="en-US" sz="1000" dirty="0"/>
                        <a:t>(</a:t>
                      </a:r>
                      <a:r>
                        <a:rPr lang="en-US" sz="1000" dirty="0" err="1"/>
                        <a:t>Soleymaniy</a:t>
                      </a:r>
                      <a:r>
                        <a:rPr lang="en-US" sz="1000" dirty="0"/>
                        <a:t> M.,2023)</a:t>
                      </a:r>
                    </a:p>
                  </a:txBody>
                  <a:tcPr/>
                </a:tc>
                <a:tc>
                  <a:txBody>
                    <a:bodyPr/>
                    <a:lstStyle/>
                    <a:p>
                      <a:pPr algn="l"/>
                      <a:r>
                        <a:rPr lang="en-US" sz="1000" dirty="0" err="1"/>
                        <a:t>Comparar</a:t>
                      </a:r>
                      <a:r>
                        <a:rPr lang="en-US" sz="1000" dirty="0"/>
                        <a:t> </a:t>
                      </a:r>
                      <a:r>
                        <a:rPr lang="en-US" sz="1000" dirty="0" err="1"/>
                        <a:t>algoritmos</a:t>
                      </a:r>
                      <a:r>
                        <a:rPr lang="en-US" sz="1000" dirty="0"/>
                        <a:t> de </a:t>
                      </a:r>
                      <a:r>
                        <a:rPr lang="en-US" sz="1000" dirty="0" err="1"/>
                        <a:t>aprendizaje</a:t>
                      </a:r>
                      <a:r>
                        <a:rPr lang="en-US" sz="1000" dirty="0"/>
                        <a:t> </a:t>
                      </a:r>
                      <a:r>
                        <a:rPr lang="en-US" sz="1000" dirty="0" err="1"/>
                        <a:t>automático</a:t>
                      </a:r>
                      <a:r>
                        <a:rPr lang="en-US" sz="1000" dirty="0"/>
                        <a:t> para </a:t>
                      </a:r>
                      <a:r>
                        <a:rPr lang="en-US" sz="1000" dirty="0" err="1"/>
                        <a:t>predecir</a:t>
                      </a:r>
                      <a:r>
                        <a:rPr lang="en-US" sz="1000" dirty="0"/>
                        <a:t> </a:t>
                      </a:r>
                      <a:r>
                        <a:rPr lang="en-US" sz="1000" dirty="0" err="1"/>
                        <a:t>irradiancia</a:t>
                      </a:r>
                      <a:r>
                        <a:rPr lang="en-US" sz="1000" dirty="0"/>
                        <a:t> solar.</a:t>
                      </a:r>
                    </a:p>
                  </a:txBody>
                  <a:tcPr/>
                </a:tc>
                <a:tc>
                  <a:txBody>
                    <a:bodyPr/>
                    <a:lstStyle/>
                    <a:p>
                      <a:pPr algn="l"/>
                      <a:r>
                        <a:rPr lang="en-US" sz="1000" dirty="0" err="1"/>
                        <a:t>Evaluación</a:t>
                      </a:r>
                      <a:r>
                        <a:rPr lang="en-US" sz="1000" dirty="0"/>
                        <a:t> de </a:t>
                      </a:r>
                      <a:r>
                        <a:rPr lang="en-US" sz="1000" i="1" dirty="0"/>
                        <a:t>Random Forest, </a:t>
                      </a:r>
                      <a:r>
                        <a:rPr lang="en-US" sz="1000" i="1" dirty="0" err="1"/>
                        <a:t>XGBoost</a:t>
                      </a:r>
                      <a:r>
                        <a:rPr lang="en-US" sz="1000" dirty="0"/>
                        <a:t>, </a:t>
                      </a:r>
                      <a:r>
                        <a:rPr lang="en-US" sz="1000" i="1" dirty="0" err="1"/>
                        <a:t>LightGBM</a:t>
                      </a:r>
                      <a:r>
                        <a:rPr lang="en-US" sz="1000" dirty="0"/>
                        <a:t>, </a:t>
                      </a:r>
                      <a:r>
                        <a:rPr lang="en-US" sz="1000" i="1" dirty="0" err="1"/>
                        <a:t>CatBoost</a:t>
                      </a:r>
                      <a:r>
                        <a:rPr lang="en-US" sz="1000" i="1" dirty="0"/>
                        <a:t> </a:t>
                      </a:r>
                      <a:r>
                        <a:rPr lang="en-US" sz="1000" dirty="0"/>
                        <a:t>con </a:t>
                      </a:r>
                      <a:r>
                        <a:rPr lang="en-US" sz="1000" dirty="0" err="1"/>
                        <a:t>optimización</a:t>
                      </a:r>
                      <a:r>
                        <a:rPr lang="en-US" sz="1000" dirty="0"/>
                        <a:t> </a:t>
                      </a:r>
                      <a:r>
                        <a:rPr lang="en-US" sz="1000" dirty="0" err="1"/>
                        <a:t>bayesiana</a:t>
                      </a:r>
                      <a:r>
                        <a:rPr lang="en-US" sz="1000" dirty="0"/>
                        <a:t>.</a:t>
                      </a:r>
                    </a:p>
                  </a:txBody>
                  <a:tcPr/>
                </a:tc>
                <a:tc>
                  <a:txBody>
                    <a:bodyPr/>
                    <a:lstStyle/>
                    <a:p>
                      <a:pPr algn="l"/>
                      <a:r>
                        <a:rPr lang="es-MX" sz="1000" dirty="0"/>
                        <a:t>R</a:t>
                      </a:r>
                      <a:r>
                        <a:rPr lang="es-MX" sz="1000" baseline="30000" dirty="0"/>
                        <a:t>2</a:t>
                      </a:r>
                      <a:r>
                        <a:rPr lang="pt-BR" sz="1000" dirty="0"/>
                        <a:t> = 0.95,  RMSE = 87.18.</a:t>
                      </a:r>
                      <a:endParaRPr lang="en-US" sz="1000" dirty="0"/>
                    </a:p>
                  </a:txBody>
                  <a:tcPr/>
                </a:tc>
                <a:tc>
                  <a:txBody>
                    <a:bodyPr/>
                    <a:lstStyle/>
                    <a:p>
                      <a:pPr algn="l"/>
                      <a:r>
                        <a:rPr lang="es-ES" sz="1000" i="1" dirty="0" err="1"/>
                        <a:t>Random</a:t>
                      </a:r>
                      <a:r>
                        <a:rPr lang="es-ES" sz="1000" i="1" dirty="0"/>
                        <a:t> Forest</a:t>
                      </a:r>
                      <a:r>
                        <a:rPr lang="es-ES" sz="1000" dirty="0"/>
                        <a:t> destaca en precisión, aunque con alto costo computacional.</a:t>
                      </a:r>
                      <a:endParaRPr lang="en-US" sz="1000" dirty="0"/>
                    </a:p>
                  </a:txBody>
                  <a:tcPr/>
                </a:tc>
                <a:extLst>
                  <a:ext uri="{0D108BD9-81ED-4DB2-BD59-A6C34878D82A}">
                    <a16:rowId xmlns:a16="http://schemas.microsoft.com/office/drawing/2014/main" val="177660044"/>
                  </a:ext>
                </a:extLst>
              </a:tr>
              <a:tr h="370840">
                <a:tc>
                  <a:txBody>
                    <a:bodyPr/>
                    <a:lstStyle/>
                    <a:p>
                      <a:pPr algn="l"/>
                      <a:r>
                        <a:rPr lang="en-US" sz="1000" dirty="0"/>
                        <a:t>(Rizk-</a:t>
                      </a:r>
                      <a:r>
                        <a:rPr lang="en-US" sz="1000" dirty="0" err="1"/>
                        <a:t>Allahet</a:t>
                      </a:r>
                      <a:r>
                        <a:rPr lang="en-US" sz="1000" dirty="0"/>
                        <a:t> al.,2024)</a:t>
                      </a:r>
                    </a:p>
                  </a:txBody>
                  <a:tcPr/>
                </a:tc>
                <a:tc>
                  <a:txBody>
                    <a:bodyPr/>
                    <a:lstStyle/>
                    <a:p>
                      <a:pPr algn="l"/>
                      <a:r>
                        <a:rPr lang="es-ES" sz="1000" dirty="0"/>
                        <a:t>Desarrollar un modelo optimizado para predecir la generación de energía solar.</a:t>
                      </a:r>
                      <a:endParaRPr lang="en-US" sz="1000" dirty="0"/>
                    </a:p>
                  </a:txBody>
                  <a:tcPr/>
                </a:tc>
                <a:tc>
                  <a:txBody>
                    <a:bodyPr/>
                    <a:lstStyle/>
                    <a:p>
                      <a:pPr algn="l"/>
                      <a:r>
                        <a:rPr lang="en-US" sz="1000" dirty="0"/>
                        <a:t>Uso de redes LSTM </a:t>
                      </a:r>
                      <a:r>
                        <a:rPr lang="en-US" sz="1000" dirty="0" err="1"/>
                        <a:t>optimizadas</a:t>
                      </a:r>
                      <a:r>
                        <a:rPr lang="en-US" sz="1000" dirty="0"/>
                        <a:t> </a:t>
                      </a:r>
                      <a:r>
                        <a:rPr lang="en-US" sz="1000" dirty="0" err="1"/>
                        <a:t>mediante</a:t>
                      </a:r>
                      <a:r>
                        <a:rPr lang="en-US" sz="1000" dirty="0"/>
                        <a:t> </a:t>
                      </a:r>
                      <a:r>
                        <a:rPr lang="en-US" sz="1000" dirty="0" err="1"/>
                        <a:t>modelos</a:t>
                      </a:r>
                      <a:r>
                        <a:rPr lang="en-US" sz="1000" dirty="0"/>
                        <a:t> de </a:t>
                      </a:r>
                      <a:r>
                        <a:rPr lang="en-US" sz="1000" dirty="0" err="1"/>
                        <a:t>optimización</a:t>
                      </a:r>
                      <a:r>
                        <a:rPr lang="en-US" sz="1000" dirty="0"/>
                        <a:t> </a:t>
                      </a:r>
                      <a:r>
                        <a:rPr lang="en-US" sz="1000" i="1" dirty="0"/>
                        <a:t>Eagle</a:t>
                      </a:r>
                      <a:r>
                        <a:rPr lang="en-US" sz="1000" dirty="0"/>
                        <a:t>.</a:t>
                      </a:r>
                    </a:p>
                  </a:txBody>
                  <a:tcPr/>
                </a:tc>
                <a:tc>
                  <a:txBody>
                    <a:bodyPr/>
                    <a:lstStyle/>
                    <a:p>
                      <a:pPr algn="l"/>
                      <a:r>
                        <a:rPr lang="es-MX" sz="1000" dirty="0"/>
                        <a:t>R</a:t>
                      </a:r>
                      <a:r>
                        <a:rPr lang="es-MX" sz="1000" baseline="30000" dirty="0"/>
                        <a:t>2</a:t>
                      </a:r>
                      <a:r>
                        <a:rPr lang="pt-BR" sz="1000" dirty="0"/>
                        <a:t> = 0.99,  RMSE = 0.46.</a:t>
                      </a:r>
                      <a:endParaRPr lang="en-US" sz="1000" dirty="0"/>
                    </a:p>
                  </a:txBody>
                  <a:tcPr/>
                </a:tc>
                <a:tc>
                  <a:txBody>
                    <a:bodyPr/>
                    <a:lstStyle/>
                    <a:p>
                      <a:pPr algn="l"/>
                      <a:r>
                        <a:rPr lang="es-ES" sz="1000" dirty="0"/>
                        <a:t>Alta precisión, pero limitado por la inclusión de pocas variables climáticas.</a:t>
                      </a:r>
                      <a:endParaRPr lang="en-US" sz="1000" dirty="0"/>
                    </a:p>
                  </a:txBody>
                  <a:tcPr/>
                </a:tc>
                <a:extLst>
                  <a:ext uri="{0D108BD9-81ED-4DB2-BD59-A6C34878D82A}">
                    <a16:rowId xmlns:a16="http://schemas.microsoft.com/office/drawing/2014/main" val="3755890556"/>
                  </a:ext>
                </a:extLst>
              </a:tr>
              <a:tr h="370840">
                <a:tc>
                  <a:txBody>
                    <a:bodyPr/>
                    <a:lstStyle/>
                    <a:p>
                      <a:pPr algn="l"/>
                      <a:r>
                        <a:rPr lang="en-US" sz="1000" dirty="0"/>
                        <a:t>(Wang </a:t>
                      </a:r>
                      <a:r>
                        <a:rPr lang="en-US" sz="1000" dirty="0" err="1"/>
                        <a:t>etal</a:t>
                      </a:r>
                      <a:r>
                        <a:rPr lang="en-US" sz="1000" dirty="0"/>
                        <a:t>., 2024)</a:t>
                      </a:r>
                    </a:p>
                  </a:txBody>
                  <a:tcPr/>
                </a:tc>
                <a:tc>
                  <a:txBody>
                    <a:bodyPr/>
                    <a:lstStyle/>
                    <a:p>
                      <a:pPr algn="l"/>
                      <a:r>
                        <a:rPr lang="es-ES" sz="1000" dirty="0"/>
                        <a:t>Diseñar un modelo híbrido para predicciones individuales agrupadas según condiciones climáticas.</a:t>
                      </a:r>
                      <a:endParaRPr lang="en-US" sz="1000" dirty="0"/>
                    </a:p>
                  </a:txBody>
                  <a:tcPr/>
                </a:tc>
                <a:tc>
                  <a:txBody>
                    <a:bodyPr/>
                    <a:lstStyle/>
                    <a:p>
                      <a:pPr algn="l"/>
                      <a:r>
                        <a:rPr lang="es-ES" sz="1000" dirty="0"/>
                        <a:t>Combinación de optimización redes CNN y LSTM bidireccionales.</a:t>
                      </a:r>
                      <a:endParaRPr lang="en-US" sz="1000" dirty="0"/>
                    </a:p>
                  </a:txBody>
                  <a:tcPr/>
                </a:tc>
                <a:tc>
                  <a:txBody>
                    <a:bodyPr/>
                    <a:lstStyle/>
                    <a:p>
                      <a:pPr algn="l"/>
                      <a:r>
                        <a:rPr lang="es-MX" sz="1000" dirty="0"/>
                        <a:t>R</a:t>
                      </a:r>
                      <a:r>
                        <a:rPr lang="es-MX" sz="1000" baseline="30000" dirty="0"/>
                        <a:t>2</a:t>
                      </a:r>
                      <a:r>
                        <a:rPr lang="es-ES" sz="1000" dirty="0"/>
                        <a:t> = 0.992 bajo condiciones soleadas.</a:t>
                      </a:r>
                      <a:endParaRPr lang="en-US" sz="1000" dirty="0"/>
                    </a:p>
                  </a:txBody>
                  <a:tcPr/>
                </a:tc>
                <a:tc>
                  <a:txBody>
                    <a:bodyPr/>
                    <a:lstStyle/>
                    <a:p>
                      <a:pPr algn="l"/>
                      <a:r>
                        <a:rPr lang="es-ES" sz="1000" dirty="0"/>
                        <a:t>Alta precisión, pero requiere gran capacidad computacional y ajuste.</a:t>
                      </a:r>
                      <a:endParaRPr lang="en-US" sz="1000" dirty="0"/>
                    </a:p>
                  </a:txBody>
                  <a:tcPr/>
                </a:tc>
                <a:extLst>
                  <a:ext uri="{0D108BD9-81ED-4DB2-BD59-A6C34878D82A}">
                    <a16:rowId xmlns:a16="http://schemas.microsoft.com/office/drawing/2014/main" val="2433308926"/>
                  </a:ext>
                </a:extLst>
              </a:tr>
              <a:tr h="370840">
                <a:tc>
                  <a:txBody>
                    <a:bodyPr/>
                    <a:lstStyle/>
                    <a:p>
                      <a:pPr algn="l"/>
                      <a:r>
                        <a:rPr lang="en-US" sz="1000" dirty="0"/>
                        <a:t>(Guo </a:t>
                      </a:r>
                      <a:r>
                        <a:rPr lang="en-US" sz="1000" dirty="0" err="1"/>
                        <a:t>etal</a:t>
                      </a:r>
                      <a:r>
                        <a:rPr lang="en-US" sz="1000" dirty="0"/>
                        <a:t>., 2024)</a:t>
                      </a:r>
                    </a:p>
                  </a:txBody>
                  <a:tcPr/>
                </a:tc>
                <a:tc>
                  <a:txBody>
                    <a:bodyPr/>
                    <a:lstStyle/>
                    <a:p>
                      <a:pPr algn="l"/>
                      <a:r>
                        <a:rPr lang="es-ES" sz="1000" dirty="0"/>
                        <a:t>Desarrollar predicciones probabilísticas híbridas basadas en datos meteorológicos.</a:t>
                      </a:r>
                      <a:endParaRPr lang="en-US" sz="1000" dirty="0"/>
                    </a:p>
                  </a:txBody>
                  <a:tcPr/>
                </a:tc>
                <a:tc>
                  <a:txBody>
                    <a:bodyPr/>
                    <a:lstStyle/>
                    <a:p>
                      <a:pPr algn="l"/>
                      <a:r>
                        <a:rPr lang="es-ES" sz="1000" i="1" dirty="0" err="1"/>
                        <a:t>Clustering</a:t>
                      </a:r>
                      <a:r>
                        <a:rPr lang="es-ES" sz="1000" i="1" dirty="0"/>
                        <a:t> </a:t>
                      </a:r>
                      <a:r>
                        <a:rPr lang="es-ES" sz="1000" dirty="0"/>
                        <a:t>con </a:t>
                      </a:r>
                      <a:r>
                        <a:rPr lang="es-ES" sz="1000" i="1" dirty="0"/>
                        <a:t>Gaussian Mixture </a:t>
                      </a:r>
                      <a:r>
                        <a:rPr lang="es-ES" sz="1000" i="1" dirty="0" err="1"/>
                        <a:t>Model</a:t>
                      </a:r>
                      <a:r>
                        <a:rPr lang="es-ES" sz="1000" dirty="0"/>
                        <a:t>, </a:t>
                      </a:r>
                      <a:r>
                        <a:rPr lang="es-ES" sz="1000" dirty="0" err="1"/>
                        <a:t>BiGRU</a:t>
                      </a:r>
                      <a:r>
                        <a:rPr lang="es-ES" sz="1000" dirty="0"/>
                        <a:t> y mecanismos de atención para predicción.</a:t>
                      </a:r>
                      <a:endParaRPr lang="en-US" sz="1000" dirty="0"/>
                    </a:p>
                  </a:txBody>
                  <a:tcPr/>
                </a:tc>
                <a:tc>
                  <a:txBody>
                    <a:bodyPr/>
                    <a:lstStyle/>
                    <a:p>
                      <a:pPr algn="l"/>
                      <a:r>
                        <a:rPr lang="es-MX" sz="1000" dirty="0"/>
                        <a:t>R</a:t>
                      </a:r>
                      <a:r>
                        <a:rPr lang="es-MX" sz="1000" baseline="30000" dirty="0"/>
                        <a:t>2</a:t>
                      </a:r>
                      <a:r>
                        <a:rPr lang="pt-BR" sz="1000" dirty="0"/>
                        <a:t> = 0.972, RMSE = 0.301985.</a:t>
                      </a:r>
                      <a:endParaRPr lang="en-US" sz="1000" dirty="0"/>
                    </a:p>
                  </a:txBody>
                  <a:tcPr/>
                </a:tc>
                <a:tc>
                  <a:txBody>
                    <a:bodyPr/>
                    <a:lstStyle/>
                    <a:p>
                      <a:pPr algn="l"/>
                      <a:r>
                        <a:rPr lang="es-ES" sz="1000" dirty="0"/>
                        <a:t>Alta precisión, pero requiere recursos computacionales significativos.</a:t>
                      </a:r>
                      <a:endParaRPr lang="en-US" sz="1000" dirty="0"/>
                    </a:p>
                  </a:txBody>
                  <a:tcPr/>
                </a:tc>
                <a:extLst>
                  <a:ext uri="{0D108BD9-81ED-4DB2-BD59-A6C34878D82A}">
                    <a16:rowId xmlns:a16="http://schemas.microsoft.com/office/drawing/2014/main" val="3710501959"/>
                  </a:ext>
                </a:extLst>
              </a:tr>
            </a:tbl>
          </a:graphicData>
        </a:graphic>
      </p:graphicFrame>
      <p:sp>
        <p:nvSpPr>
          <p:cNvPr id="3" name="Slide Number Placeholder 2">
            <a:extLst>
              <a:ext uri="{FF2B5EF4-FFF2-40B4-BE49-F238E27FC236}">
                <a16:creationId xmlns:a16="http://schemas.microsoft.com/office/drawing/2014/main" id="{B59749D6-E5E5-3A0F-36D9-B46BBAB069DA}"/>
              </a:ext>
            </a:extLst>
          </p:cNvPr>
          <p:cNvSpPr>
            <a:spLocks noGrp="1"/>
          </p:cNvSpPr>
          <p:nvPr>
            <p:ph type="sldNum" sz="quarter" idx="10"/>
          </p:nvPr>
        </p:nvSpPr>
        <p:spPr/>
        <p:txBody>
          <a:bodyPr/>
          <a:lstStyle/>
          <a:p>
            <a:fld id="{FD066784-9D51-4624-A73B-AF851740F580}" type="slidenum">
              <a:rPr lang="en-US" smtClean="0"/>
              <a:pPr/>
              <a:t>17</a:t>
            </a:fld>
            <a:endParaRPr lang="en-US"/>
          </a:p>
        </p:txBody>
      </p:sp>
    </p:spTree>
    <p:extLst>
      <p:ext uri="{BB962C8B-B14F-4D97-AF65-F5344CB8AC3E}">
        <p14:creationId xmlns:p14="http://schemas.microsoft.com/office/powerpoint/2010/main" val="233880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3B06DB4F-5E0C-1AA6-279E-21E3DCC00774}"/>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6B6FC39C-86B6-5B43-335B-F529DE85A2C8}"/>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Metodología</a:t>
            </a:r>
          </a:p>
        </p:txBody>
      </p:sp>
      <p:sp>
        <p:nvSpPr>
          <p:cNvPr id="2276" name="Google Shape;2276;p36">
            <a:extLst>
              <a:ext uri="{FF2B5EF4-FFF2-40B4-BE49-F238E27FC236}">
                <a16:creationId xmlns:a16="http://schemas.microsoft.com/office/drawing/2014/main" id="{6EE7E8BB-1C8B-AC79-7CB7-9BF618CE953F}"/>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06</a:t>
            </a:r>
          </a:p>
        </p:txBody>
      </p:sp>
      <p:grpSp>
        <p:nvGrpSpPr>
          <p:cNvPr id="2277" name="Google Shape;2277;p36">
            <a:extLst>
              <a:ext uri="{FF2B5EF4-FFF2-40B4-BE49-F238E27FC236}">
                <a16:creationId xmlns:a16="http://schemas.microsoft.com/office/drawing/2014/main" id="{440ABAA6-A55D-21C1-E6A6-C05851BEB225}"/>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7149A5A5-7D82-CFC5-8610-E2982DED48E2}"/>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0BCBB5FA-B041-A717-EBD1-6C6E2E77D293}"/>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FD0078D1-958F-3ACE-C9ED-F9AC8A79C8DC}"/>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FBA76281-0E09-9B3E-1456-99CF6EF1E5CD}"/>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1940229A-EBF0-F0F0-0DF7-5D07AB1124EE}"/>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7F735B0F-C3B4-93FF-3C13-CB359A81A4AC}"/>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4D1C99EF-C864-963A-DF08-6C1B3F9ECB06}"/>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87046441-4D2B-C548-106B-3774AB61D9A2}"/>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78A1EA26-1B78-65B7-AF25-5BE294D0543B}"/>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900ADF96-2573-B96E-1B41-333DDE07DCF6}"/>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4F200A03-8D1E-5C5F-F5CB-FE39BECE5488}"/>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92104B4D-F97B-DE5C-FD81-0AC91ECDA259}"/>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00144FAE-E21B-5B4F-68F7-C70BD6E9591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4669E932-7548-F31C-5A5D-0EFCFE3F755A}"/>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0ADD6D85-C97B-6FF5-1CCC-7A801486464C}"/>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ECA28F85-6404-C73B-3865-83DEAD26D660}"/>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BA7FC5AB-3500-FFFC-49DD-62EEE1F91B51}"/>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C2C73449-0B24-57F8-9876-B46993E6C59C}"/>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D720A6F7-8076-0994-AE65-CF2D18F003AB}"/>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D5F25E4D-8E9C-6E1C-A39D-3A4AD5B177AA}"/>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28B36488-8CE4-313F-B612-5C394A238986}"/>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A3C6C5A6-99A1-F11B-AE18-41FC612492D8}"/>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1E12D13A-B2D2-BA6B-118D-856FD1038E48}"/>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C7DB4891-9EC8-0063-CE7A-AA50774FC65B}"/>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290B17F4-871E-ED01-4D09-F291D1AD9D57}"/>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CC0056DB-2953-776E-12F9-57EE2F303316}"/>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B018A379-595A-17C4-7388-66C519F6D724}"/>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FC043258-C6FB-2F0D-7AF1-360CC1C423E4}"/>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F1360718-A359-80F7-16E8-BD3EE847C985}"/>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98B7D244-1703-E06E-9663-08BC7AADD8BC}"/>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D8295E0C-9A90-1CFD-C56C-38945E0BA3E5}"/>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D9841F33-B518-5086-6E82-95727E3D520C}"/>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206A3460-3DCC-0F3E-E6CE-0B8FE429803E}"/>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261B7F8A-B556-9339-0548-BE0B2B86FC71}"/>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1F2020A8-01CA-DD74-BD97-4CBC9A959C6D}"/>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E75BA876-B5B5-5207-AC1A-105DA6AF24FA}"/>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9F4AA0D7-8547-A7DE-7601-5B870BC1AFCE}"/>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46218E32-67E3-DA26-E304-A0A1ED7EA76D}"/>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A0044532-C5E3-EFDD-BEE4-29026D509BD3}"/>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9A872412-6E41-55F0-79A6-68CB2462320E}"/>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E2958BA1-89BF-5D32-24D8-873E3274F153}"/>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7084020C-C072-7F87-9EA2-67BBF7FACCBE}"/>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882FDA6A-EA16-3136-DC4C-CF614F0F4D1D}"/>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ECE0112F-6489-E7BE-C91A-38A7769FF814}"/>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9CC66944-F60F-3CC6-421A-C712E565816E}"/>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815941A9-903B-E3A2-88C4-9881B797B1CA}"/>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B50317E3-6934-384A-D21A-E6660C78F217}"/>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7DDC1E24-EBFB-2437-243D-01143BA42E5A}"/>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7BF7C995-D61D-B241-A376-E2DD53C5F402}"/>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C1AA91E2-9055-85A8-AB9E-452ACE95804C}"/>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B504D635-1D60-5837-87A3-5C694996B240}"/>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78F2621D-F82F-1B15-6F00-60C823B3A2EC}"/>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42C668EF-2AAE-F30E-4F52-F07488A9B639}"/>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EC97FBCA-0B18-443C-785E-39E25BAD3F2B}"/>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142087CF-79AD-2828-7CE5-3317C9831B32}"/>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991515E4-F489-F8A9-1ED6-1A8F932487A8}"/>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BC550199-609C-3FFE-573B-37E5CBD95F65}"/>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6322418D-389E-20CC-24E4-518547538830}"/>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B337B7B4-9DD4-56B8-DEF9-517E18C17270}"/>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C3047B09-E912-8F5B-2C34-EA955EA29BF4}"/>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BF1F1D72-5007-C654-FB52-AEC8D29D1308}"/>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E39BE9E1-E5B2-81AC-BE4B-EC0FDB8A93D0}"/>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C9726FB4-BB26-B32E-6D36-F62E2EE997CF}"/>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52FAF010-7FAD-EE22-1F71-11F2B14AC6D5}"/>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01FD14CB-14C9-5F59-C926-8544D21B48C0}"/>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14774F80-216C-B7BB-D871-CBC13536A97C}"/>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97757171-D1CC-174B-51AC-56B0A705C86C}"/>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19B29A02-CD1E-F56C-EC84-FE31229951F1}"/>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98AD2048-4341-710D-2637-27A4F8CD1124}"/>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6A772B02-F7FE-DB4D-E807-DA968A0DE1B2}"/>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98DCF358-8166-6A24-6509-738EEE1BC91B}"/>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8A9AB33F-9B27-A097-4281-66A9BA61D51A}"/>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9BEB0DDD-BB54-5A32-F4B2-42C1AA03FF05}"/>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F5B123C5-BAC4-7C90-1146-78CEB23C9519}"/>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3D96AD13-A43C-F9C5-38AA-BD84A56B1921}"/>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26606676-D4C5-FA0F-7C3E-827FCE27FB5B}"/>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C1E0C78D-6955-67A4-17C8-F06651ADA118}"/>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84A9F31C-A28A-ABF9-409D-5386DB16A481}"/>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F5DA0925-3902-4CB5-9E10-AA1F98ABD9E4}"/>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899DD6A1-9DC4-3BFC-1C31-FFEC8E9FC904}"/>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1770BA4E-F3E2-881F-20C7-00CADD4DDC64}"/>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D0C971B4-7898-AE26-0FCD-AB8435E89C25}"/>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54BDCF0A-3EF6-6713-BE00-D714CE3574AE}"/>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B0AF824A-E99A-2E69-BCB4-78221D2B1861}"/>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7F1AB6D0-F91B-C08F-0EE5-F7696F582F4C}"/>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51DA499F-40E6-0F54-84A2-F9F385DAEF64}"/>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38DB0AC8-3C34-3840-E13B-3F392A2DD4E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50E4C36A-E08A-0DF8-0B60-42A544183B79}"/>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F44A3467-57CC-94B3-B833-AB824649960B}"/>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F61B716D-9E38-A190-977A-283A51525DBB}"/>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600B869D-879E-0290-A011-0082E654A09B}"/>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9FCA3011-8CE4-73D5-5323-53D2B971324D}"/>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50ED5B72-B190-DC76-A48F-5061D6C444D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4A8714EB-AE98-2FF1-C44C-6A3B949B877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6674952E-72F9-71CA-6CB9-41B61A32779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4F5AD0F3-BBE4-D0A7-933C-35CEDC8685D8}"/>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478D3998-4C94-BC5F-6751-EC804CBB050A}"/>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E4765F36-61EA-C5C0-ABA3-29EB1DD7D447}"/>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9A13A167-3001-D8AE-81FD-523B00B10291}"/>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3CAAF101-E34F-6254-3E1C-86D5D449061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19C94CB7-975A-A236-64BC-E5684A78A7A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B6172962-D47B-73BA-52C6-0AFC5A6D4F24}"/>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D22BD1F2-8330-F50A-A0E0-7E2CA704909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204BB273-6710-0AC6-3B82-7F403127EE30}"/>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D7C77535-32D2-A90E-668E-9CADAB27A14F}"/>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EA4ADC4F-ACED-F47D-9141-25F68D90413F}"/>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C1A8B796-FC94-08CD-348F-ECD4F278D7D1}"/>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1DF7692B-B612-856C-3E74-2E3F2253B53E}"/>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93AE448A-1614-1779-3A96-4CF0A7031C76}"/>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9F46AFA2-A654-224A-AA7A-0C33104C413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9D702A7B-8E5D-0540-BAFA-26F16BC66691}"/>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4877FCC8-DABE-D57E-09CD-8913BC8E38CD}"/>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04F61230-9919-6759-05F3-69314AF22339}"/>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DE0A7168-F7BE-81E4-373F-5A34E2384295}"/>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3541CB55-3AF3-5FA6-BE4C-DB4BAD3BCA01}"/>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C93F392B-DD59-3A11-9027-D79666522E29}"/>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C77C7564-562F-9143-740E-3DB6DE46C8CA}"/>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E89F2936-577B-EFB8-0AD6-BE6B547A7C8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7E0B88D7-F54D-CD10-1B8F-D8300D19E9C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F9095C96-3D5B-8631-24E5-DAAABA20AB18}"/>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558F7871-D513-F929-C016-41CD7E600CCD}"/>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B8C841A1-14E7-471B-2211-320FE6ACA316}"/>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D6B40D2C-3DE2-F7D9-935B-5938AB1B7C3B}"/>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B7D73624-9C47-F8D2-067A-3BD65878C1E3}"/>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85B38831-FDC8-205F-E1E2-4260450C93C9}"/>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4C235B1E-A623-B918-0D67-397DC14F038E}"/>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F6ECED5E-CECB-9365-2C0C-C11C234C9E4B}"/>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AE28EC4E-4DC0-CCBF-0CE0-B7CF6EFD518F}"/>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73B520C1-3102-FC0F-95F6-39CFA58A990A}"/>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379B74F3-7292-DB2E-95EB-756A3145FB5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8C86F2E0-F718-BA39-38CF-15A6BF4CA53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174A8240-42D9-F004-2EBD-F1A157410EC2}"/>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B797A943-A027-323B-DE3E-339A55F5B10F}"/>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57556FC0-172E-074B-A67D-DF07F4C9BF1D}"/>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F7436577-0421-A121-816C-5424EB83AA3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E49619BA-F029-AE95-031F-6F7CCE34E231}"/>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384641B1-019A-605B-8B92-26BCF2676C7F}"/>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BFE80C17-7162-193C-6A99-68C084454B8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A57EBB85-B4DD-140A-63E6-57675E025DF4}"/>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508CD228-10B3-2E8B-E67F-A88650B6A0A2}"/>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3876EB36-647D-BB86-F485-646A2A7B632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9750C14E-E5E0-7D39-BC8D-1DC79A3EF9A8}"/>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3D6F3774-F9FD-4E68-9560-F0EB02BA31B6}"/>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FE0A81DC-06CA-5DE9-1473-CD42D2406149}"/>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931A3E70-65AD-2D53-210A-D053CEE669BA}"/>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E599150C-E4E5-312E-2A17-821AA270E701}"/>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73623850-ADD4-E40D-3373-72ED69BF1AE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0468000C-974A-22A6-036B-FF42DBA97E3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267BE424-4288-B686-1710-C156CAADD3DB}"/>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33D97C4C-8DFE-2E0A-91C5-1BE182DD2DE7}"/>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961183FD-88F4-CBB2-6806-063D1BB6B3C3}"/>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DD08A7DC-74F6-868A-1D23-D0499E342B5C}"/>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1B95E44C-4A01-21B2-1C88-9E91430A2C4F}"/>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69A10F6C-D910-71A3-9E65-F851CD03C934}"/>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93046DD6-B392-927E-DF9E-47DE17376B29}"/>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5F3D7C47-6D3C-8E1C-70BA-7461E659B5A7}"/>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D40E59CC-ED3D-2927-1F4B-517AB3CE8740}"/>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91135183-AB6C-5EA7-F5C0-CE05351F805F}"/>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BD1486F1-1D06-38D9-4829-FAF7AC4F1D7B}"/>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FB52FE36-BD83-FDC9-073D-9004CFA303BE}"/>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CBDC4C40-647A-B63C-BF19-C8D5EE581732}"/>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C3068DE8-B145-3517-907F-C2D24823145B}"/>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7E72DCFC-91E0-8B81-2DAC-BED699AB244D}"/>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5BD7C208-76C2-ECAF-4B17-609D262E1325}"/>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7C87018B-6B0E-58C6-63A2-3DB1F5B023A4}"/>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2A5CD7AC-5789-8A99-92F9-B408178533D4}"/>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0C3EA55C-6D28-A5AA-8A95-1CC3B97A067F}"/>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2C25BBB8-94DA-0ECA-D346-B00335C48A52}"/>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0A16109B-B533-59BF-AAC2-1FC04C42B261}"/>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3D468AC6-E5BD-ED64-20E4-F43A6ED9665E}"/>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7E7A26D9-EF03-768D-276B-010ED80B719A}"/>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3EB2D0D0-A5B1-00B0-1C83-7060CE19DF3A}"/>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4DBAE91E-E7F8-EF4E-E52C-A595A7078A9A}"/>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6105AE44-7815-A38C-7435-1784A232D3AB}"/>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0B6B0485-EF66-E166-EDD7-060332F44AEC}"/>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256AA84F-2219-1FF0-40C7-C6D9A9E6BDD6}"/>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CFD08204-2817-A325-C3BD-867B68AAAF8B}"/>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3F3A9154-F6E3-6BFD-9372-F3D1B3ED8A66}"/>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2834B16B-69C0-A0F8-4FF6-9EC357720D00}"/>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4047497F-5007-18AE-C18C-0470B98F8F7E}"/>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3ED61465-80E8-0DB4-ACB1-757CC85BB175}"/>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2BA6C4B9-B306-A941-6E4B-63C3DD1A8337}"/>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24DB7FE0-AFEE-913F-B993-741566FADFA9}"/>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C5A6DDE6-37A2-3FDC-4AAD-5AD95D91E126}"/>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1CAF5B56-0220-6173-E80B-4B1993CD9A44}"/>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A187BAAB-10EA-B36A-6596-04020896A648}"/>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4FCCF9CB-B7D2-0848-1F2A-3B05C4A5F063}"/>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B2149A61-18DA-2B88-C4DF-5F782F9C7B79}"/>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4578A673-F347-59FB-882D-A46A57463DA9}"/>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38B78B65-7F41-30E2-01F9-7594ABAC78F3}"/>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18D68833-0B29-A18E-E504-FB60A55E0598}"/>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218461FA-CC11-C63F-3514-561053D3F7B3}"/>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01F77802-AAAB-468B-548C-9ED201C5B6D5}"/>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560CE6D0-5FE0-CE72-4F7E-868B9EA5A25A}"/>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85F6B0B5-C7E1-0D0E-90A3-2197927F88D0}"/>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62207983-7557-5A78-D401-FF91D3947C5D}"/>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F8E1A90D-3F41-7F6A-1599-89B0E306927F}"/>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B941583A-44F8-FD98-9320-DA950130394F}"/>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B3988846-F8D1-BE97-08CE-45F5BFFA76FF}"/>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CDFDA3F2-C468-2F18-8BD6-049B33742EEB}"/>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E58EF231-B77C-449C-E2C1-8F44C1F8D678}"/>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AE73D475-23C3-AFD9-C815-B00F2DDBD721}"/>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6E874DEA-8D5D-F639-794B-20B70F9F7256}"/>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83052399-172B-2A2C-2917-C14E8230E11E}"/>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4BFC4FB6-0643-E2A7-E16B-55951B87C713}"/>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B93BAD69-1B47-BE3F-20C8-820BB66B94B7}"/>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D49E6250-E742-94F6-DA08-6CBB526F01AB}"/>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FB264D9D-673F-49EC-D1D9-3090DE1D1F23}"/>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FFD568E6-9FB0-1FE4-FBB4-70227FE6000E}"/>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CCBBD864-99D7-3972-B078-92063244B372}"/>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91565C6F-006A-839B-37E1-3CE034974341}"/>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FD6B3FB7-B730-81C9-478A-14C358756FBE}"/>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9105B4C2-50A5-4A61-ECF0-2DF13013DB53}"/>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CEDFAA5E-9BEF-A79B-C8FF-378557558F7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85865404-705D-9CBB-3F45-746288F67201}"/>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40310BF0-3E9D-5D35-3CB2-7AFA920CF724}"/>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23F47BA1-A459-4C80-B6F6-B4356EEA5DDD}"/>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29903122-B090-6966-ECAA-69C8354FE5C9}"/>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BF96B374-774F-3B49-E806-45435FE30A4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7316D457-B37E-3404-144D-F23FE86E6CC7}"/>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FC2A03A4-FA42-0873-3CF8-284B3392D3D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8AEF8543-015C-3FBF-D2F6-56C22F6AADA1}"/>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B0D09892-C349-E4A8-5139-EBD4A61E010B}"/>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DA6FE12F-A951-E8BC-9563-5BB4F1DF868A}"/>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FAC06C5E-024D-33BC-13F7-9B757B1E0D77}"/>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1C8B0DB6-3D60-2C1F-9F7B-C61FD92B76E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5EF945EB-9DE5-DCC3-67B5-838DE229D4BC}"/>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EAE7F0BA-9C16-C3C1-CFDC-28CD18D1B244}"/>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0FF398BF-DF29-3C23-5263-22DA48EFE14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B5459A11-0CB8-336E-6AEC-98345DCC673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3CB319A3-797B-B742-93C2-C0A3C1A2508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C8EB4264-1679-ABA6-3997-B648BFBEBD5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2984890A-3E37-6540-5454-ECB6D0FF8739}"/>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B41C7B98-F98F-10B8-874E-813B815E56E9}"/>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1C897C8B-BB35-D23C-692A-A38D4C2487AF}"/>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F05C6A32-4CA7-25BA-0908-92DE5473BE96}"/>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18CF4582-1AC9-D428-BC50-69453EA874CB}"/>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A61E4A06-C57A-AA93-E17A-5424CE2C8162}"/>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F365164E-186A-19AF-4987-3636B632DBE8}"/>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1377F07F-AEFD-D43A-0F33-117C330D2E77}"/>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A0C8CA1D-E8AE-3DB9-0834-D6664FA66FBB}"/>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A216F3A5-289F-173D-A42D-6FE31CEF073A}"/>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7EB64281-F8A4-D087-329E-369C124DF1E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93E63F64-E893-7CE7-1DF1-3EED4511BD2C}"/>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4247BF91-8676-4011-6190-584943415126}"/>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BBFA9F64-7D86-4F76-8764-A4AAF33D396D}"/>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DE7BF311-75DA-D8E2-E2E0-2A2E29D42AE3}"/>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2CB96AE2-784A-B505-699D-85C858AF190E}"/>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5761E69E-F247-BF10-D5B9-1D1924A641BC}"/>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5139500D-F43A-8D7E-7A86-05DF3A241482}"/>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F5CE09D2-BAC1-F6B1-890A-E0EA8CEC90AA}"/>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31E09D60-16B2-336C-EBE0-9F6EDA3A4BE7}"/>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870DED20-0236-7B0A-E132-A1079F97F93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15268690-96A4-C3B2-89C5-DF2E03F805A7}"/>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FDA281BD-B928-3E71-A2AD-9714B70F2BAF}"/>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D1E35271-81A7-25FB-DFF6-97EF7A8D477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50FEB93E-C96A-521A-DED9-C67F58414247}"/>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15E4B8EB-3AA5-FF26-5053-332B44E0217D}"/>
              </a:ext>
            </a:extLst>
          </p:cNvPr>
          <p:cNvSpPr>
            <a:spLocks noGrp="1"/>
          </p:cNvSpPr>
          <p:nvPr>
            <p:ph type="sldNum" sz="quarter" idx="10"/>
          </p:nvPr>
        </p:nvSpPr>
        <p:spPr/>
        <p:txBody>
          <a:bodyPr/>
          <a:lstStyle/>
          <a:p>
            <a:fld id="{FD066784-9D51-4624-A73B-AF851740F580}" type="slidenum">
              <a:rPr lang="en-US" smtClean="0"/>
              <a:pPr/>
              <a:t>18</a:t>
            </a:fld>
            <a:endParaRPr lang="en-US"/>
          </a:p>
        </p:txBody>
      </p:sp>
    </p:spTree>
    <p:extLst>
      <p:ext uri="{BB962C8B-B14F-4D97-AF65-F5344CB8AC3E}">
        <p14:creationId xmlns:p14="http://schemas.microsoft.com/office/powerpoint/2010/main" val="7191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9">
          <a:extLst>
            <a:ext uri="{FF2B5EF4-FFF2-40B4-BE49-F238E27FC236}">
              <a16:creationId xmlns:a16="http://schemas.microsoft.com/office/drawing/2014/main" id="{870EB0FA-05C2-AC01-0CA6-6E03E6F0F8BC}"/>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3EFCBD06-AEEF-2E63-654A-D2EEE8B3041B}"/>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dirty="0"/>
              <a:t>Población</a:t>
            </a:r>
            <a:endParaRPr lang="es-MX" sz="2000" noProof="0" dirty="0"/>
          </a:p>
        </p:txBody>
      </p:sp>
      <p:sp>
        <p:nvSpPr>
          <p:cNvPr id="15" name="Google Shape;2845;p41">
            <a:extLst>
              <a:ext uri="{FF2B5EF4-FFF2-40B4-BE49-F238E27FC236}">
                <a16:creationId xmlns:a16="http://schemas.microsoft.com/office/drawing/2014/main" id="{951D063B-0B65-47B5-6BDC-58920A0720FE}"/>
              </a:ext>
            </a:extLst>
          </p:cNvPr>
          <p:cNvSpPr txBox="1">
            <a:spLocks noGrp="1"/>
          </p:cNvSpPr>
          <p:nvPr>
            <p:ph type="subTitle" idx="1"/>
          </p:nvPr>
        </p:nvSpPr>
        <p:spPr>
          <a:xfrm>
            <a:off x="290153" y="838801"/>
            <a:ext cx="5133723"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b="1" noProof="0" dirty="0"/>
              <a:t>Generación solar</a:t>
            </a:r>
          </a:p>
          <a:p>
            <a:pPr marL="742950" lvl="1" indent="-285750" algn="just">
              <a:buBlip>
                <a:blip r:embed="rId4"/>
              </a:buBlip>
            </a:pPr>
            <a:r>
              <a:rPr lang="es-MX" dirty="0"/>
              <a:t>Registros horarios de una planta fotovoltaica del sector privado.</a:t>
            </a:r>
          </a:p>
          <a:p>
            <a:pPr marL="742950" lvl="1" indent="-285750" algn="just">
              <a:buBlip>
                <a:blip r:embed="rId4"/>
              </a:buBlip>
            </a:pPr>
            <a:r>
              <a:rPr lang="es-MX" dirty="0"/>
              <a:t>Medición cada 5 minutos. Se suma por hora y se almacena en base de datos.</a:t>
            </a:r>
          </a:p>
          <a:p>
            <a:pPr marL="285750" indent="-285750" algn="just">
              <a:buBlip>
                <a:blip r:embed="rId3"/>
              </a:buBlip>
            </a:pPr>
            <a:r>
              <a:rPr lang="es-MX" b="1" dirty="0"/>
              <a:t>Datos meteorológicos</a:t>
            </a:r>
          </a:p>
          <a:p>
            <a:pPr marL="742950" lvl="1" indent="-285750" algn="just">
              <a:buBlip>
                <a:blip r:embed="rId4"/>
              </a:buBlip>
            </a:pPr>
            <a:r>
              <a:rPr lang="es-MX" dirty="0"/>
              <a:t>Extraídos automáticamente desde la API de </a:t>
            </a:r>
            <a:r>
              <a:rPr lang="es-MX" dirty="0" err="1"/>
              <a:t>Meteoblue</a:t>
            </a:r>
            <a:r>
              <a:rPr lang="es-MX" dirty="0"/>
              <a:t>, todos los días a las 6:00 a.m.</a:t>
            </a:r>
          </a:p>
          <a:p>
            <a:pPr marL="742950" lvl="1" indent="-285750" algn="just">
              <a:buBlip>
                <a:blip r:embed="rId4"/>
              </a:buBlip>
            </a:pPr>
            <a:r>
              <a:rPr lang="es-MX" dirty="0"/>
              <a:t>Variables: temperatura, humedad, velocidad y dirección del viento, nubosidad, índice UV, entre otros.</a:t>
            </a:r>
          </a:p>
          <a:p>
            <a:pPr marL="285750" indent="-285750" algn="just">
              <a:buBlip>
                <a:blip r:embed="rId3"/>
              </a:buBlip>
            </a:pPr>
            <a:r>
              <a:rPr lang="es-MX" b="1" dirty="0"/>
              <a:t>Periodo</a:t>
            </a:r>
          </a:p>
          <a:p>
            <a:pPr marL="742950" lvl="1" indent="-285750" algn="just">
              <a:buBlip>
                <a:blip r:embed="rId4"/>
              </a:buBlip>
            </a:pPr>
            <a:r>
              <a:rPr lang="es-MX" dirty="0"/>
              <a:t>Del 1 de septiembre de 2022 al 2 de octubre de 2024</a:t>
            </a:r>
          </a:p>
        </p:txBody>
      </p:sp>
      <p:pic>
        <p:nvPicPr>
          <p:cNvPr id="6" name="Picture 5">
            <a:extLst>
              <a:ext uri="{FF2B5EF4-FFF2-40B4-BE49-F238E27FC236}">
                <a16:creationId xmlns:a16="http://schemas.microsoft.com/office/drawing/2014/main" id="{D8ECEEE5-2867-842E-B17A-515221ACCE19}"/>
              </a:ext>
            </a:extLst>
          </p:cNvPr>
          <p:cNvPicPr>
            <a:picLocks noChangeAspect="1"/>
          </p:cNvPicPr>
          <p:nvPr/>
        </p:nvPicPr>
        <p:blipFill>
          <a:blip r:embed="rId5"/>
          <a:srcRect t="14543"/>
          <a:stretch/>
        </p:blipFill>
        <p:spPr>
          <a:xfrm>
            <a:off x="5525477" y="476739"/>
            <a:ext cx="3295650" cy="3890108"/>
          </a:xfrm>
          <a:prstGeom prst="rect">
            <a:avLst/>
          </a:prstGeom>
          <a:effectLst>
            <a:softEdge rad="127000"/>
          </a:effectLst>
        </p:spPr>
      </p:pic>
      <p:sp>
        <p:nvSpPr>
          <p:cNvPr id="2" name="Slide Number Placeholder 1">
            <a:extLst>
              <a:ext uri="{FF2B5EF4-FFF2-40B4-BE49-F238E27FC236}">
                <a16:creationId xmlns:a16="http://schemas.microsoft.com/office/drawing/2014/main" id="{6D0D4FEF-3768-1285-17F9-90C82CE62BCA}"/>
              </a:ext>
            </a:extLst>
          </p:cNvPr>
          <p:cNvSpPr>
            <a:spLocks noGrp="1"/>
          </p:cNvSpPr>
          <p:nvPr>
            <p:ph type="sldNum" sz="quarter" idx="10"/>
          </p:nvPr>
        </p:nvSpPr>
        <p:spPr/>
        <p:txBody>
          <a:bodyPr/>
          <a:lstStyle/>
          <a:p>
            <a:fld id="{FD066784-9D51-4624-A73B-AF851740F580}" type="slidenum">
              <a:rPr lang="en-US" smtClean="0"/>
              <a:pPr/>
              <a:t>19</a:t>
            </a:fld>
            <a:endParaRPr lang="en-US"/>
          </a:p>
        </p:txBody>
      </p:sp>
    </p:spTree>
    <p:extLst>
      <p:ext uri="{BB962C8B-B14F-4D97-AF65-F5344CB8AC3E}">
        <p14:creationId xmlns:p14="http://schemas.microsoft.com/office/powerpoint/2010/main" val="382502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fade">
                                      <p:cBhvr>
                                        <p:cTn id="13" dur="1000"/>
                                        <p:tgtEl>
                                          <p:spTgt spid="15">
                                            <p:txEl>
                                              <p:pRg st="0" end="0"/>
                                            </p:txEl>
                                          </p:spTgt>
                                        </p:tgtEl>
                                      </p:cBhvr>
                                    </p:animEffect>
                                    <p:anim calcmode="lin" valueType="num">
                                      <p:cBhvr>
                                        <p:cTn id="14"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Effect transition="in" filter="fade">
                                      <p:cBhvr>
                                        <p:cTn id="18" dur="1000"/>
                                        <p:tgtEl>
                                          <p:spTgt spid="15">
                                            <p:txEl>
                                              <p:pRg st="1" end="1"/>
                                            </p:txEl>
                                          </p:spTgt>
                                        </p:tgtEl>
                                      </p:cBhvr>
                                    </p:animEffect>
                                    <p:anim calcmode="lin" valueType="num">
                                      <p:cBhvr>
                                        <p:cTn id="19"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fade">
                                      <p:cBhvr>
                                        <p:cTn id="23" dur="1000"/>
                                        <p:tgtEl>
                                          <p:spTgt spid="15">
                                            <p:txEl>
                                              <p:pRg st="2" end="2"/>
                                            </p:txEl>
                                          </p:spTgt>
                                        </p:tgtEl>
                                      </p:cBhvr>
                                    </p:animEffect>
                                    <p:anim calcmode="lin" valueType="num">
                                      <p:cBhvr>
                                        <p:cTn id="24"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5">
                                            <p:txEl>
                                              <p:pRg st="4" end="4"/>
                                            </p:txEl>
                                          </p:spTgt>
                                        </p:tgtEl>
                                        <p:attrNameLst>
                                          <p:attrName>style.visibility</p:attrName>
                                        </p:attrNameLst>
                                      </p:cBhvr>
                                      <p:to>
                                        <p:strVal val="visible"/>
                                      </p:to>
                                    </p:set>
                                    <p:animEffect transition="in" filter="fade">
                                      <p:cBhvr>
                                        <p:cTn id="33" dur="1000"/>
                                        <p:tgtEl>
                                          <p:spTgt spid="15">
                                            <p:txEl>
                                              <p:pRg st="4" end="4"/>
                                            </p:txEl>
                                          </p:spTgt>
                                        </p:tgtEl>
                                      </p:cBhvr>
                                    </p:animEffect>
                                    <p:anim calcmode="lin" valueType="num">
                                      <p:cBhvr>
                                        <p:cTn id="34"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5">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5">
                                            <p:txEl>
                                              <p:pRg st="5" end="5"/>
                                            </p:txEl>
                                          </p:spTgt>
                                        </p:tgtEl>
                                        <p:attrNameLst>
                                          <p:attrName>style.visibility</p:attrName>
                                        </p:attrNameLst>
                                      </p:cBhvr>
                                      <p:to>
                                        <p:strVal val="visible"/>
                                      </p:to>
                                    </p:set>
                                    <p:animEffect transition="in" filter="fade">
                                      <p:cBhvr>
                                        <p:cTn id="38" dur="1000"/>
                                        <p:tgtEl>
                                          <p:spTgt spid="15">
                                            <p:txEl>
                                              <p:pRg st="5" end="5"/>
                                            </p:txEl>
                                          </p:spTgt>
                                        </p:tgtEl>
                                      </p:cBhvr>
                                    </p:animEffect>
                                    <p:anim calcmode="lin" valueType="num">
                                      <p:cBhvr>
                                        <p:cTn id="39"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5">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5">
                                            <p:txEl>
                                              <p:pRg st="6" end="6"/>
                                            </p:txEl>
                                          </p:spTgt>
                                        </p:tgtEl>
                                        <p:attrNameLst>
                                          <p:attrName>style.visibility</p:attrName>
                                        </p:attrNameLst>
                                      </p:cBhvr>
                                      <p:to>
                                        <p:strVal val="visible"/>
                                      </p:to>
                                    </p:set>
                                    <p:animEffect transition="in" filter="fade">
                                      <p:cBhvr>
                                        <p:cTn id="43" dur="1000"/>
                                        <p:tgtEl>
                                          <p:spTgt spid="15">
                                            <p:txEl>
                                              <p:pRg st="6" end="6"/>
                                            </p:txEl>
                                          </p:spTgt>
                                        </p:tgtEl>
                                      </p:cBhvr>
                                    </p:animEffect>
                                    <p:anim calcmode="lin" valueType="num">
                                      <p:cBhvr>
                                        <p:cTn id="44"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5">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5">
                                            <p:txEl>
                                              <p:pRg st="7" end="7"/>
                                            </p:txEl>
                                          </p:spTgt>
                                        </p:tgtEl>
                                        <p:attrNameLst>
                                          <p:attrName>style.visibility</p:attrName>
                                        </p:attrNameLst>
                                      </p:cBhvr>
                                      <p:to>
                                        <p:strVal val="visible"/>
                                      </p:to>
                                    </p:set>
                                    <p:animEffect transition="in" filter="fade">
                                      <p:cBhvr>
                                        <p:cTn id="48" dur="1000"/>
                                        <p:tgtEl>
                                          <p:spTgt spid="15">
                                            <p:txEl>
                                              <p:pRg st="7" end="7"/>
                                            </p:txEl>
                                          </p:spTgt>
                                        </p:tgtEl>
                                      </p:cBhvr>
                                    </p:animEffect>
                                    <p:anim calcmode="lin" valueType="num">
                                      <p:cBhvr>
                                        <p:cTn id="49" dur="1000" fill="hold"/>
                                        <p:tgtEl>
                                          <p:spTgt spid="15">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1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239A9A75-2B54-31A8-BC6D-5F1EAA622BEB}"/>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2478D724-9CFD-7C44-E637-A6D42CC3A7B4}"/>
              </a:ext>
            </a:extLst>
          </p:cNvPr>
          <p:cNvSpPr txBox="1">
            <a:spLocks noGrp="1"/>
          </p:cNvSpPr>
          <p:nvPr>
            <p:ph type="subTitle" idx="4294967295"/>
          </p:nvPr>
        </p:nvSpPr>
        <p:spPr>
          <a:xfrm>
            <a:off x="633046" y="1020958"/>
            <a:ext cx="7854462" cy="1983580"/>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noProof="0" dirty="0"/>
              <a:t>Alineación de fechas y horas entre ambos conjuntos.</a:t>
            </a:r>
          </a:p>
          <a:p>
            <a:pPr marL="285750" indent="-285750" algn="just">
              <a:spcAft>
                <a:spcPts val="600"/>
              </a:spcAft>
              <a:buBlip>
                <a:blip r:embed="rId3"/>
              </a:buBlip>
            </a:pPr>
            <a:r>
              <a:rPr lang="es-MX" noProof="0" dirty="0"/>
              <a:t>Exportación a Excel e importación en Python.</a:t>
            </a:r>
          </a:p>
          <a:p>
            <a:pPr marL="285750" indent="-285750" algn="just">
              <a:spcAft>
                <a:spcPts val="600"/>
              </a:spcAft>
              <a:buBlip>
                <a:blip r:embed="rId3"/>
              </a:buBlip>
            </a:pPr>
            <a:r>
              <a:rPr lang="es-MX" dirty="0"/>
              <a:t>Variables categóricas como la condición del cielo  y la dirección del viento, ya se encontraban codificadas, por lo que no se necesito codificación adicional.</a:t>
            </a:r>
          </a:p>
          <a:p>
            <a:pPr marL="285750" indent="-285750" algn="just">
              <a:spcAft>
                <a:spcPts val="600"/>
              </a:spcAft>
              <a:buBlip>
                <a:blip r:embed="rId3"/>
              </a:buBlip>
            </a:pPr>
            <a:r>
              <a:rPr lang="es-MX" noProof="0" dirty="0"/>
              <a:t>Se el</a:t>
            </a:r>
            <a:r>
              <a:rPr lang="es-MX" dirty="0" err="1"/>
              <a:t>iminaron</a:t>
            </a:r>
            <a:r>
              <a:rPr lang="es-MX" dirty="0"/>
              <a:t> variables con más del 70% de nulos: presión atmosférica y descripción de dirección del viento.</a:t>
            </a:r>
            <a:endParaRPr lang="es-MX" noProof="0" dirty="0"/>
          </a:p>
        </p:txBody>
      </p:sp>
      <p:sp>
        <p:nvSpPr>
          <p:cNvPr id="4" name="Google Shape;2844;p41">
            <a:extLst>
              <a:ext uri="{FF2B5EF4-FFF2-40B4-BE49-F238E27FC236}">
                <a16:creationId xmlns:a16="http://schemas.microsoft.com/office/drawing/2014/main" id="{23B122C6-AB27-7CBE-B26E-85E7A7AFCCA9}"/>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Preprocesamiento</a:t>
            </a:r>
          </a:p>
        </p:txBody>
      </p:sp>
      <p:pic>
        <p:nvPicPr>
          <p:cNvPr id="5" name="Picture 4">
            <a:extLst>
              <a:ext uri="{FF2B5EF4-FFF2-40B4-BE49-F238E27FC236}">
                <a16:creationId xmlns:a16="http://schemas.microsoft.com/office/drawing/2014/main" id="{75FCB241-C5E3-6471-E836-DA8A990B88BC}"/>
              </a:ext>
            </a:extLst>
          </p:cNvPr>
          <p:cNvPicPr>
            <a:picLocks noChangeAspect="1"/>
          </p:cNvPicPr>
          <p:nvPr/>
        </p:nvPicPr>
        <p:blipFill>
          <a:blip r:embed="rId4"/>
          <a:stretch>
            <a:fillRect/>
          </a:stretch>
        </p:blipFill>
        <p:spPr>
          <a:xfrm>
            <a:off x="1608381" y="3186745"/>
            <a:ext cx="5286375" cy="1085850"/>
          </a:xfrm>
          <a:prstGeom prst="rect">
            <a:avLst/>
          </a:prstGeom>
          <a:effectLst>
            <a:softEdge rad="63500"/>
          </a:effectLst>
        </p:spPr>
      </p:pic>
      <p:sp>
        <p:nvSpPr>
          <p:cNvPr id="2" name="Slide Number Placeholder 1">
            <a:extLst>
              <a:ext uri="{FF2B5EF4-FFF2-40B4-BE49-F238E27FC236}">
                <a16:creationId xmlns:a16="http://schemas.microsoft.com/office/drawing/2014/main" id="{4027DE8D-B519-4AD7-5400-FDD7CEF8255F}"/>
              </a:ext>
            </a:extLst>
          </p:cNvPr>
          <p:cNvSpPr>
            <a:spLocks noGrp="1"/>
          </p:cNvSpPr>
          <p:nvPr>
            <p:ph type="sldNum" sz="quarter" idx="10"/>
          </p:nvPr>
        </p:nvSpPr>
        <p:spPr/>
        <p:txBody>
          <a:bodyPr/>
          <a:lstStyle/>
          <a:p>
            <a:fld id="{FD066784-9D51-4624-A73B-AF851740F580}" type="slidenum">
              <a:rPr lang="en-US" smtClean="0"/>
              <a:pPr/>
              <a:t>20</a:t>
            </a:fld>
            <a:endParaRPr lang="en-US" dirty="0"/>
          </a:p>
        </p:txBody>
      </p:sp>
    </p:spTree>
    <p:extLst>
      <p:ext uri="{BB962C8B-B14F-4D97-AF65-F5344CB8AC3E}">
        <p14:creationId xmlns:p14="http://schemas.microsoft.com/office/powerpoint/2010/main" val="203908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1" end="1"/>
                                            </p:txEl>
                                          </p:spTgt>
                                        </p:tgtEl>
                                        <p:attrNameLst>
                                          <p:attrName>style.visibility</p:attrName>
                                        </p:attrNameLst>
                                      </p:cBhvr>
                                      <p:to>
                                        <p:strVal val="visible"/>
                                      </p:to>
                                    </p:set>
                                    <p:animEffect transition="in" filter="fade">
                                      <p:cBhvr>
                                        <p:cTn id="18" dur="1000"/>
                                        <p:tgtEl>
                                          <p:spTgt spid="2845">
                                            <p:txEl>
                                              <p:pRg st="1" end="1"/>
                                            </p:txEl>
                                          </p:spTgt>
                                        </p:tgtEl>
                                      </p:cBhvr>
                                    </p:animEffect>
                                    <p:anim calcmode="lin" valueType="num">
                                      <p:cBhvr>
                                        <p:cTn id="19"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45">
                                            <p:txEl>
                                              <p:pRg st="2" end="2"/>
                                            </p:txEl>
                                          </p:spTgt>
                                        </p:tgtEl>
                                        <p:attrNameLst>
                                          <p:attrName>style.visibility</p:attrName>
                                        </p:attrNameLst>
                                      </p:cBhvr>
                                      <p:to>
                                        <p:strVal val="visible"/>
                                      </p:to>
                                    </p:set>
                                    <p:animEffect transition="in" filter="fade">
                                      <p:cBhvr>
                                        <p:cTn id="23" dur="1000"/>
                                        <p:tgtEl>
                                          <p:spTgt spid="2845">
                                            <p:txEl>
                                              <p:pRg st="2" end="2"/>
                                            </p:txEl>
                                          </p:spTgt>
                                        </p:tgtEl>
                                      </p:cBhvr>
                                    </p:animEffect>
                                    <p:anim calcmode="lin" valueType="num">
                                      <p:cBhvr>
                                        <p:cTn id="24"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845">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845">
                                            <p:txEl>
                                              <p:pRg st="3" end="3"/>
                                            </p:txEl>
                                          </p:spTgt>
                                        </p:tgtEl>
                                        <p:attrNameLst>
                                          <p:attrName>style.visibility</p:attrName>
                                        </p:attrNameLst>
                                      </p:cBhvr>
                                      <p:to>
                                        <p:strVal val="visible"/>
                                      </p:to>
                                    </p:set>
                                    <p:animEffect transition="in" filter="fade">
                                      <p:cBhvr>
                                        <p:cTn id="28" dur="1000"/>
                                        <p:tgtEl>
                                          <p:spTgt spid="2845">
                                            <p:txEl>
                                              <p:pRg st="3" end="3"/>
                                            </p:txEl>
                                          </p:spTgt>
                                        </p:tgtEl>
                                      </p:cBhvr>
                                    </p:animEffect>
                                    <p:anim calcmode="lin" valueType="num">
                                      <p:cBhvr>
                                        <p:cTn id="29" dur="1000" fill="hold"/>
                                        <p:tgtEl>
                                          <p:spTgt spid="284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84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C3416-215D-8884-3A86-058025941AB7}"/>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F736EEF9-6A64-A06B-FB8D-40B2AB973A44}"/>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Análisis descriptivo de los datos</a:t>
            </a:r>
          </a:p>
        </p:txBody>
      </p:sp>
      <p:graphicFrame>
        <p:nvGraphicFramePr>
          <p:cNvPr id="2" name="Table 1">
            <a:extLst>
              <a:ext uri="{FF2B5EF4-FFF2-40B4-BE49-F238E27FC236}">
                <a16:creationId xmlns:a16="http://schemas.microsoft.com/office/drawing/2014/main" id="{06E60BF0-0F99-A3FA-F5BC-C400006D7466}"/>
              </a:ext>
            </a:extLst>
          </p:cNvPr>
          <p:cNvGraphicFramePr>
            <a:graphicFrameLocks noGrp="1"/>
          </p:cNvGraphicFramePr>
          <p:nvPr>
            <p:extLst>
              <p:ext uri="{D42A27DB-BD31-4B8C-83A1-F6EECF244321}">
                <p14:modId xmlns:p14="http://schemas.microsoft.com/office/powerpoint/2010/main" val="3795334493"/>
              </p:ext>
            </p:extLst>
          </p:nvPr>
        </p:nvGraphicFramePr>
        <p:xfrm>
          <a:off x="207108" y="438151"/>
          <a:ext cx="8729784" cy="4706184"/>
        </p:xfrm>
        <a:graphic>
          <a:graphicData uri="http://schemas.openxmlformats.org/drawingml/2006/table">
            <a:tbl>
              <a:tblPr firstRow="1" bandRow="1">
                <a:tableStyleId>{3C2FFA5D-87B4-456A-9821-1D502468CF0F}</a:tableStyleId>
              </a:tblPr>
              <a:tblGrid>
                <a:gridCol w="1618036">
                  <a:extLst>
                    <a:ext uri="{9D8B030D-6E8A-4147-A177-3AD203B41FA5}">
                      <a16:colId xmlns:a16="http://schemas.microsoft.com/office/drawing/2014/main" val="3488177550"/>
                    </a:ext>
                  </a:extLst>
                </a:gridCol>
                <a:gridCol w="1015964">
                  <a:extLst>
                    <a:ext uri="{9D8B030D-6E8A-4147-A177-3AD203B41FA5}">
                      <a16:colId xmlns:a16="http://schemas.microsoft.com/office/drawing/2014/main" val="1275503605"/>
                    </a:ext>
                  </a:extLst>
                </a:gridCol>
                <a:gridCol w="1015964">
                  <a:extLst>
                    <a:ext uri="{9D8B030D-6E8A-4147-A177-3AD203B41FA5}">
                      <a16:colId xmlns:a16="http://schemas.microsoft.com/office/drawing/2014/main" val="2450431944"/>
                    </a:ext>
                  </a:extLst>
                </a:gridCol>
                <a:gridCol w="1015964">
                  <a:extLst>
                    <a:ext uri="{9D8B030D-6E8A-4147-A177-3AD203B41FA5}">
                      <a16:colId xmlns:a16="http://schemas.microsoft.com/office/drawing/2014/main" val="3409541821"/>
                    </a:ext>
                  </a:extLst>
                </a:gridCol>
                <a:gridCol w="1015964">
                  <a:extLst>
                    <a:ext uri="{9D8B030D-6E8A-4147-A177-3AD203B41FA5}">
                      <a16:colId xmlns:a16="http://schemas.microsoft.com/office/drawing/2014/main" val="1631112526"/>
                    </a:ext>
                  </a:extLst>
                </a:gridCol>
                <a:gridCol w="1015964">
                  <a:extLst>
                    <a:ext uri="{9D8B030D-6E8A-4147-A177-3AD203B41FA5}">
                      <a16:colId xmlns:a16="http://schemas.microsoft.com/office/drawing/2014/main" val="295754555"/>
                    </a:ext>
                  </a:extLst>
                </a:gridCol>
                <a:gridCol w="1015964">
                  <a:extLst>
                    <a:ext uri="{9D8B030D-6E8A-4147-A177-3AD203B41FA5}">
                      <a16:colId xmlns:a16="http://schemas.microsoft.com/office/drawing/2014/main" val="97374928"/>
                    </a:ext>
                  </a:extLst>
                </a:gridCol>
                <a:gridCol w="1015964">
                  <a:extLst>
                    <a:ext uri="{9D8B030D-6E8A-4147-A177-3AD203B41FA5}">
                      <a16:colId xmlns:a16="http://schemas.microsoft.com/office/drawing/2014/main" val="1161897820"/>
                    </a:ext>
                  </a:extLst>
                </a:gridCol>
              </a:tblGrid>
              <a:tr h="242999">
                <a:tc>
                  <a:txBody>
                    <a:bodyPr/>
                    <a:lstStyle/>
                    <a:p>
                      <a:pPr algn="ctr"/>
                      <a:r>
                        <a:rPr lang="es-MX" sz="1000" b="1" dirty="0"/>
                        <a:t>Variable</a:t>
                      </a:r>
                      <a:endParaRPr lang="en-US" sz="1000" b="1" dirty="0"/>
                    </a:p>
                  </a:txBody>
                  <a:tcPr/>
                </a:tc>
                <a:tc>
                  <a:txBody>
                    <a:bodyPr/>
                    <a:lstStyle/>
                    <a:p>
                      <a:pPr algn="ctr"/>
                      <a:r>
                        <a:rPr lang="es-MX" sz="1000" b="1" dirty="0"/>
                        <a:t>Media</a:t>
                      </a:r>
                      <a:endParaRPr lang="en-US" sz="1000" b="1" dirty="0"/>
                    </a:p>
                  </a:txBody>
                  <a:tcPr/>
                </a:tc>
                <a:tc>
                  <a:txBody>
                    <a:bodyPr/>
                    <a:lstStyle/>
                    <a:p>
                      <a:pPr algn="ctr"/>
                      <a:r>
                        <a:rPr lang="es-MX" sz="1000" b="1" dirty="0" err="1"/>
                        <a:t>Desv</a:t>
                      </a:r>
                      <a:r>
                        <a:rPr lang="es-MX" sz="1000" b="1" dirty="0"/>
                        <a:t>.</a:t>
                      </a:r>
                      <a:endParaRPr lang="en-US" sz="1000" b="1" dirty="0"/>
                    </a:p>
                  </a:txBody>
                  <a:tcPr/>
                </a:tc>
                <a:tc>
                  <a:txBody>
                    <a:bodyPr/>
                    <a:lstStyle/>
                    <a:p>
                      <a:pPr algn="ctr"/>
                      <a:r>
                        <a:rPr lang="es-MX" sz="1000" b="1" dirty="0"/>
                        <a:t>Mín.</a:t>
                      </a:r>
                      <a:endParaRPr lang="en-US" sz="1000" b="1" dirty="0"/>
                    </a:p>
                  </a:txBody>
                  <a:tcPr/>
                </a:tc>
                <a:tc>
                  <a:txBody>
                    <a:bodyPr/>
                    <a:lstStyle/>
                    <a:p>
                      <a:pPr algn="ctr"/>
                      <a:r>
                        <a:rPr lang="es-MX" sz="1000" b="1" dirty="0"/>
                        <a:t>Q1</a:t>
                      </a:r>
                      <a:endParaRPr lang="en-US" sz="1000" b="1" dirty="0"/>
                    </a:p>
                  </a:txBody>
                  <a:tcPr/>
                </a:tc>
                <a:tc>
                  <a:txBody>
                    <a:bodyPr/>
                    <a:lstStyle/>
                    <a:p>
                      <a:pPr algn="ctr"/>
                      <a:r>
                        <a:rPr lang="es-MX" sz="1000" b="1" dirty="0" err="1"/>
                        <a:t>Med</a:t>
                      </a:r>
                      <a:r>
                        <a:rPr lang="es-MX" sz="1000" b="1" dirty="0"/>
                        <a:t>.</a:t>
                      </a:r>
                      <a:endParaRPr lang="en-US" sz="1000" b="1" dirty="0"/>
                    </a:p>
                  </a:txBody>
                  <a:tcPr/>
                </a:tc>
                <a:tc>
                  <a:txBody>
                    <a:bodyPr/>
                    <a:lstStyle/>
                    <a:p>
                      <a:pPr algn="ctr"/>
                      <a:r>
                        <a:rPr lang="es-MX" sz="1000" b="1" dirty="0"/>
                        <a:t>Q3</a:t>
                      </a:r>
                      <a:endParaRPr lang="en-US" sz="1000" b="1" dirty="0"/>
                    </a:p>
                  </a:txBody>
                  <a:tcPr/>
                </a:tc>
                <a:tc>
                  <a:txBody>
                    <a:bodyPr/>
                    <a:lstStyle/>
                    <a:p>
                      <a:pPr algn="ctr"/>
                      <a:r>
                        <a:rPr lang="es-MX" sz="1000" b="1" dirty="0"/>
                        <a:t>Máx.</a:t>
                      </a:r>
                      <a:endParaRPr lang="en-US" sz="1000" b="1" dirty="0"/>
                    </a:p>
                  </a:txBody>
                  <a:tcPr/>
                </a:tc>
                <a:extLst>
                  <a:ext uri="{0D108BD9-81ED-4DB2-BD59-A6C34878D82A}">
                    <a16:rowId xmlns:a16="http://schemas.microsoft.com/office/drawing/2014/main" val="2696274012"/>
                  </a:ext>
                </a:extLst>
              </a:tr>
              <a:tr h="235636">
                <a:tc>
                  <a:txBody>
                    <a:bodyPr/>
                    <a:lstStyle/>
                    <a:p>
                      <a:pPr algn="l"/>
                      <a:r>
                        <a:rPr lang="es-MX" sz="800" b="1" dirty="0"/>
                        <a:t>Generación</a:t>
                      </a:r>
                      <a:endParaRPr lang="en-US" sz="800" b="1" dirty="0"/>
                    </a:p>
                  </a:txBody>
                  <a:tcPr/>
                </a:tc>
                <a:tc>
                  <a:txBody>
                    <a:bodyPr/>
                    <a:lstStyle/>
                    <a:p>
                      <a:pPr algn="ctr" fontAlgn="b"/>
                      <a:r>
                        <a:rPr lang="en-US" sz="800" b="0" i="0" u="none" strike="noStrike" dirty="0">
                          <a:solidFill>
                            <a:srgbClr val="000000"/>
                          </a:solidFill>
                          <a:effectLst/>
                          <a:latin typeface="Aptos Narrow" panose="020B0004020202020204" pitchFamily="34" charset="0"/>
                        </a:rPr>
                        <a:t>9,392.47</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11,398.66</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532</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21,829.75</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30,000.00</a:t>
                      </a:r>
                    </a:p>
                  </a:txBody>
                  <a:tcPr marL="7620" marR="7620" marT="7620" marB="0" anchor="ctr"/>
                </a:tc>
                <a:extLst>
                  <a:ext uri="{0D108BD9-81ED-4DB2-BD59-A6C34878D82A}">
                    <a16:rowId xmlns:a16="http://schemas.microsoft.com/office/drawing/2014/main" val="1738059488"/>
                  </a:ext>
                </a:extLst>
              </a:tr>
              <a:tr h="235636">
                <a:tc>
                  <a:txBody>
                    <a:bodyPr/>
                    <a:lstStyle/>
                    <a:p>
                      <a:pPr algn="l"/>
                      <a:r>
                        <a:rPr lang="es-MX" sz="800" u="sng" dirty="0"/>
                        <a:t>Día</a:t>
                      </a:r>
                      <a:endParaRPr lang="en-US" sz="800" u="sng" dirty="0"/>
                    </a:p>
                  </a:txBody>
                  <a:tcPr/>
                </a:tc>
                <a:tc>
                  <a:txBody>
                    <a:bodyPr/>
                    <a:lstStyle/>
                    <a:p>
                      <a:pPr algn="ctr" fontAlgn="b"/>
                      <a:r>
                        <a:rPr lang="en-US" sz="800" b="0" i="0" u="none" strike="noStrike" dirty="0">
                          <a:solidFill>
                            <a:srgbClr val="000000"/>
                          </a:solidFill>
                          <a:effectLst/>
                          <a:latin typeface="Aptos Narrow" panose="020B0004020202020204" pitchFamily="34" charset="0"/>
                        </a:rPr>
                        <a:t>15.68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8.82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16</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23</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31</a:t>
                      </a:r>
                    </a:p>
                  </a:txBody>
                  <a:tcPr marL="7620" marR="7620" marT="7620" marB="0" anchor="ctr"/>
                </a:tc>
                <a:extLst>
                  <a:ext uri="{0D108BD9-81ED-4DB2-BD59-A6C34878D82A}">
                    <a16:rowId xmlns:a16="http://schemas.microsoft.com/office/drawing/2014/main" val="2725704153"/>
                  </a:ext>
                </a:extLst>
              </a:tr>
              <a:tr h="235636">
                <a:tc>
                  <a:txBody>
                    <a:bodyPr/>
                    <a:lstStyle/>
                    <a:p>
                      <a:pPr algn="l"/>
                      <a:r>
                        <a:rPr lang="es-MX" sz="800" u="sng" dirty="0"/>
                        <a:t>Año</a:t>
                      </a:r>
                      <a:endParaRPr lang="en-US" sz="800" u="sng" dirty="0"/>
                    </a:p>
                  </a:txBody>
                  <a:tcPr/>
                </a:tc>
                <a:tc>
                  <a:txBody>
                    <a:bodyPr/>
                    <a:lstStyle/>
                    <a:p>
                      <a:pPr algn="ctr" fontAlgn="b"/>
                      <a:r>
                        <a:rPr lang="en-US" sz="800" b="0" i="0" u="none" strike="noStrike" dirty="0">
                          <a:solidFill>
                            <a:srgbClr val="000000"/>
                          </a:solidFill>
                          <a:effectLst/>
                          <a:latin typeface="Aptos Narrow" panose="020B0004020202020204" pitchFamily="34" charset="0"/>
                        </a:rPr>
                        <a:t>2023.2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0.69</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2022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2023</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2023</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2024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2024</a:t>
                      </a:r>
                    </a:p>
                  </a:txBody>
                  <a:tcPr marL="7620" marR="7620" marT="7620" marB="0" anchor="ctr"/>
                </a:tc>
                <a:extLst>
                  <a:ext uri="{0D108BD9-81ED-4DB2-BD59-A6C34878D82A}">
                    <a16:rowId xmlns:a16="http://schemas.microsoft.com/office/drawing/2014/main" val="3124801391"/>
                  </a:ext>
                </a:extLst>
              </a:tr>
              <a:tr h="220908">
                <a:tc>
                  <a:txBody>
                    <a:bodyPr/>
                    <a:lstStyle/>
                    <a:p>
                      <a:pPr algn="l"/>
                      <a:r>
                        <a:rPr lang="es-MX" sz="800" u="sng" dirty="0"/>
                        <a:t>Semana</a:t>
                      </a:r>
                      <a:endParaRPr lang="en-US" sz="800" u="sng" dirty="0"/>
                    </a:p>
                  </a:txBody>
                  <a:tcPr/>
                </a:tc>
                <a:tc>
                  <a:txBody>
                    <a:bodyPr/>
                    <a:lstStyle/>
                    <a:p>
                      <a:pPr algn="ctr" fontAlgn="b"/>
                      <a:r>
                        <a:rPr lang="en-US" sz="800" b="0" i="0" u="none" strike="noStrike" dirty="0">
                          <a:solidFill>
                            <a:srgbClr val="000000"/>
                          </a:solidFill>
                          <a:effectLst/>
                          <a:latin typeface="Aptos Narrow" panose="020B0004020202020204" pitchFamily="34" charset="0"/>
                        </a:rPr>
                        <a:t>27.23</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15.04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53</a:t>
                      </a:r>
                    </a:p>
                  </a:txBody>
                  <a:tcPr marL="7620" marR="7620" marT="7620" marB="0" anchor="ctr"/>
                </a:tc>
                <a:extLst>
                  <a:ext uri="{0D108BD9-81ED-4DB2-BD59-A6C34878D82A}">
                    <a16:rowId xmlns:a16="http://schemas.microsoft.com/office/drawing/2014/main" val="177660044"/>
                  </a:ext>
                </a:extLst>
              </a:tr>
              <a:tr h="220908">
                <a:tc>
                  <a:txBody>
                    <a:bodyPr/>
                    <a:lstStyle/>
                    <a:p>
                      <a:pPr algn="l"/>
                      <a:r>
                        <a:rPr lang="es-MX" sz="800" u="sng" dirty="0"/>
                        <a:t>Día de la semana</a:t>
                      </a:r>
                      <a:endParaRPr lang="en-US" sz="800" u="sng" dirty="0"/>
                    </a:p>
                  </a:txBody>
                  <a:tcPr/>
                </a:tc>
                <a:tc>
                  <a:txBody>
                    <a:bodyPr/>
                    <a:lstStyle/>
                    <a:p>
                      <a:pPr algn="ctr" fontAlgn="b"/>
                      <a:r>
                        <a:rPr lang="en-US" sz="800" b="0" i="0" u="none" strike="noStrike" dirty="0">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6</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7</a:t>
                      </a:r>
                    </a:p>
                  </a:txBody>
                  <a:tcPr marL="7620" marR="7620" marT="7620" marB="0" anchor="ctr"/>
                </a:tc>
                <a:extLst>
                  <a:ext uri="{0D108BD9-81ED-4DB2-BD59-A6C34878D82A}">
                    <a16:rowId xmlns:a16="http://schemas.microsoft.com/office/drawing/2014/main" val="3755890556"/>
                  </a:ext>
                </a:extLst>
              </a:tr>
              <a:tr h="220908">
                <a:tc>
                  <a:txBody>
                    <a:bodyPr/>
                    <a:lstStyle/>
                    <a:p>
                      <a:pPr algn="l"/>
                      <a:r>
                        <a:rPr lang="es-MX" sz="800" u="sng" dirty="0"/>
                        <a:t>Mes</a:t>
                      </a:r>
                      <a:endParaRPr lang="en-US" sz="800" u="sng" dirty="0"/>
                    </a:p>
                  </a:txBody>
                  <a:tcPr/>
                </a:tc>
                <a:tc>
                  <a:txBody>
                    <a:bodyPr/>
                    <a:lstStyle/>
                    <a:p>
                      <a:pPr algn="ctr" fontAlgn="b"/>
                      <a:r>
                        <a:rPr lang="en-US" sz="800" b="0" i="0" u="none" strike="noStrike">
                          <a:solidFill>
                            <a:srgbClr val="000000"/>
                          </a:solidFill>
                          <a:effectLst/>
                          <a:latin typeface="Aptos Narrow" panose="020B0004020202020204" pitchFamily="34" charset="0"/>
                        </a:rPr>
                        <a:t>6.63</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3.42</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7</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9</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12</a:t>
                      </a:r>
                    </a:p>
                  </a:txBody>
                  <a:tcPr marL="7620" marR="7620" marT="7620" marB="0" anchor="ctr"/>
                </a:tc>
                <a:extLst>
                  <a:ext uri="{0D108BD9-81ED-4DB2-BD59-A6C34878D82A}">
                    <a16:rowId xmlns:a16="http://schemas.microsoft.com/office/drawing/2014/main" val="2433308926"/>
                  </a:ext>
                </a:extLst>
              </a:tr>
              <a:tr h="220908">
                <a:tc>
                  <a:txBody>
                    <a:bodyPr/>
                    <a:lstStyle/>
                    <a:p>
                      <a:pPr algn="l"/>
                      <a:r>
                        <a:rPr lang="es-MX" sz="800" u="sng" dirty="0"/>
                        <a:t>Hora</a:t>
                      </a:r>
                      <a:endParaRPr lang="en-US" sz="800" u="sng" dirty="0"/>
                    </a:p>
                  </a:txBody>
                  <a:tcPr/>
                </a:tc>
                <a:tc>
                  <a:txBody>
                    <a:bodyPr/>
                    <a:lstStyle/>
                    <a:p>
                      <a:pPr algn="ctr" fontAlgn="b"/>
                      <a:r>
                        <a:rPr lang="en-US" sz="800" b="0" i="0" u="none" strike="noStrike">
                          <a:solidFill>
                            <a:srgbClr val="000000"/>
                          </a:solidFill>
                          <a:effectLst/>
                          <a:latin typeface="Aptos Narrow" panose="020B0004020202020204" pitchFamily="34" charset="0"/>
                        </a:rPr>
                        <a:t>12.5</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6.92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7</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13</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19</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25</a:t>
                      </a:r>
                    </a:p>
                  </a:txBody>
                  <a:tcPr marL="7620" marR="7620" marT="7620" marB="0" anchor="ctr"/>
                </a:tc>
                <a:extLst>
                  <a:ext uri="{0D108BD9-81ED-4DB2-BD59-A6C34878D82A}">
                    <a16:rowId xmlns:a16="http://schemas.microsoft.com/office/drawing/2014/main" val="3710501959"/>
                  </a:ext>
                </a:extLst>
              </a:tr>
              <a:tr h="220908">
                <a:tc>
                  <a:txBody>
                    <a:bodyPr/>
                    <a:lstStyle/>
                    <a:p>
                      <a:pPr algn="l"/>
                      <a:r>
                        <a:rPr lang="es-MX" sz="800" dirty="0"/>
                        <a:t>Temperatura</a:t>
                      </a:r>
                      <a:endParaRPr lang="en-US" sz="800" dirty="0"/>
                    </a:p>
                  </a:txBody>
                  <a:tcPr/>
                </a:tc>
                <a:tc>
                  <a:txBody>
                    <a:bodyPr/>
                    <a:lstStyle/>
                    <a:p>
                      <a:pPr algn="ctr" fontAlgn="b"/>
                      <a:r>
                        <a:rPr lang="en-US" sz="800" b="0" i="0" u="none" strike="noStrike" dirty="0">
                          <a:solidFill>
                            <a:srgbClr val="000000"/>
                          </a:solidFill>
                          <a:effectLst/>
                          <a:latin typeface="Aptos Narrow" panose="020B0004020202020204" pitchFamily="34" charset="0"/>
                        </a:rPr>
                        <a:t>19.46</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6.64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15</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19</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39</a:t>
                      </a:r>
                    </a:p>
                  </a:txBody>
                  <a:tcPr marL="7620" marR="7620" marT="7620" marB="0" anchor="ctr"/>
                </a:tc>
                <a:extLst>
                  <a:ext uri="{0D108BD9-81ED-4DB2-BD59-A6C34878D82A}">
                    <a16:rowId xmlns:a16="http://schemas.microsoft.com/office/drawing/2014/main" val="275821285"/>
                  </a:ext>
                </a:extLst>
              </a:tr>
              <a:tr h="220908">
                <a:tc>
                  <a:txBody>
                    <a:bodyPr/>
                    <a:lstStyle/>
                    <a:p>
                      <a:pPr algn="l"/>
                      <a:r>
                        <a:rPr lang="es-MX" sz="800" dirty="0"/>
                        <a:t>Probabilidad de Lluvia</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5.91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13.17</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6</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90</a:t>
                      </a:r>
                    </a:p>
                  </a:txBody>
                  <a:tcPr marL="7620" marR="7620" marT="7620" marB="0" anchor="ctr"/>
                </a:tc>
                <a:extLst>
                  <a:ext uri="{0D108BD9-81ED-4DB2-BD59-A6C34878D82A}">
                    <a16:rowId xmlns:a16="http://schemas.microsoft.com/office/drawing/2014/main" val="3000598802"/>
                  </a:ext>
                </a:extLst>
              </a:tr>
              <a:tr h="220908">
                <a:tc>
                  <a:txBody>
                    <a:bodyPr/>
                    <a:lstStyle/>
                    <a:p>
                      <a:pPr algn="l"/>
                      <a:r>
                        <a:rPr lang="es-MX" sz="800" dirty="0"/>
                        <a:t>Humedad Relativa</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58.88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26.11</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37</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62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83</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100</a:t>
                      </a:r>
                    </a:p>
                  </a:txBody>
                  <a:tcPr marL="7620" marR="7620" marT="7620" marB="0" anchor="ctr"/>
                </a:tc>
                <a:extLst>
                  <a:ext uri="{0D108BD9-81ED-4DB2-BD59-A6C34878D82A}">
                    <a16:rowId xmlns:a16="http://schemas.microsoft.com/office/drawing/2014/main" val="572937555"/>
                  </a:ext>
                </a:extLst>
              </a:tr>
              <a:tr h="220908">
                <a:tc>
                  <a:txBody>
                    <a:bodyPr/>
                    <a:lstStyle/>
                    <a:p>
                      <a:pPr algn="l"/>
                      <a:r>
                        <a:rPr lang="es-MX" sz="800" dirty="0"/>
                        <a:t>Velocidad Viento</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12.58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6.48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7</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17</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57</a:t>
                      </a:r>
                    </a:p>
                  </a:txBody>
                  <a:tcPr marL="7620" marR="7620" marT="7620" marB="0" anchor="ctr"/>
                </a:tc>
                <a:extLst>
                  <a:ext uri="{0D108BD9-81ED-4DB2-BD59-A6C34878D82A}">
                    <a16:rowId xmlns:a16="http://schemas.microsoft.com/office/drawing/2014/main" val="1961748316"/>
                  </a:ext>
                </a:extLst>
              </a:tr>
              <a:tr h="220908">
                <a:tc>
                  <a:txBody>
                    <a:bodyPr/>
                    <a:lstStyle/>
                    <a:p>
                      <a:pPr algn="l"/>
                      <a:r>
                        <a:rPr lang="es-MX" sz="800" dirty="0"/>
                        <a:t>Cobertura Nubes</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50.31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37.87</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92</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100</a:t>
                      </a:r>
                    </a:p>
                  </a:txBody>
                  <a:tcPr marL="7620" marR="7620" marT="7620" marB="0" anchor="ctr"/>
                </a:tc>
                <a:extLst>
                  <a:ext uri="{0D108BD9-81ED-4DB2-BD59-A6C34878D82A}">
                    <a16:rowId xmlns:a16="http://schemas.microsoft.com/office/drawing/2014/main" val="490939585"/>
                  </a:ext>
                </a:extLst>
              </a:tr>
              <a:tr h="220908">
                <a:tc>
                  <a:txBody>
                    <a:bodyPr/>
                    <a:lstStyle/>
                    <a:p>
                      <a:pPr algn="l"/>
                      <a:r>
                        <a:rPr lang="es-MX" sz="800" dirty="0"/>
                        <a:t>Índice UV</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1.98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3.18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3</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14</a:t>
                      </a:r>
                    </a:p>
                  </a:txBody>
                  <a:tcPr marL="7620" marR="7620" marT="7620" marB="0" anchor="ctr"/>
                </a:tc>
                <a:extLst>
                  <a:ext uri="{0D108BD9-81ED-4DB2-BD59-A6C34878D82A}">
                    <a16:rowId xmlns:a16="http://schemas.microsoft.com/office/drawing/2014/main" val="2206827516"/>
                  </a:ext>
                </a:extLst>
              </a:tr>
              <a:tr h="220908">
                <a:tc>
                  <a:txBody>
                    <a:bodyPr/>
                    <a:lstStyle/>
                    <a:p>
                      <a:pPr algn="l"/>
                      <a:r>
                        <a:rPr lang="es-MX" sz="800" dirty="0"/>
                        <a:t>Condición del Cielo</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2.68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1.49</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5</a:t>
                      </a:r>
                    </a:p>
                  </a:txBody>
                  <a:tcPr marL="7620" marR="7620" marT="7620" marB="0" anchor="ctr"/>
                </a:tc>
                <a:extLst>
                  <a:ext uri="{0D108BD9-81ED-4DB2-BD59-A6C34878D82A}">
                    <a16:rowId xmlns:a16="http://schemas.microsoft.com/office/drawing/2014/main" val="548834830"/>
                  </a:ext>
                </a:extLst>
              </a:tr>
              <a:tr h="220908">
                <a:tc>
                  <a:txBody>
                    <a:bodyPr/>
                    <a:lstStyle/>
                    <a:p>
                      <a:pPr algn="l"/>
                      <a:r>
                        <a:rPr lang="es-MX" sz="800" dirty="0"/>
                        <a:t>Dirección Viento</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4.35</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1.5</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8</a:t>
                      </a:r>
                    </a:p>
                  </a:txBody>
                  <a:tcPr marL="7620" marR="7620" marT="7620" marB="0" anchor="ctr"/>
                </a:tc>
                <a:extLst>
                  <a:ext uri="{0D108BD9-81ED-4DB2-BD59-A6C34878D82A}">
                    <a16:rowId xmlns:a16="http://schemas.microsoft.com/office/drawing/2014/main" val="3916389814"/>
                  </a:ext>
                </a:extLst>
              </a:tr>
              <a:tr h="220908">
                <a:tc>
                  <a:txBody>
                    <a:bodyPr/>
                    <a:lstStyle/>
                    <a:p>
                      <a:pPr algn="l"/>
                      <a:r>
                        <a:rPr lang="es-MX" sz="800" dirty="0"/>
                        <a:t>Velocidad Ráfaga</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25.12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10.71</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17</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22</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32</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74</a:t>
                      </a:r>
                    </a:p>
                  </a:txBody>
                  <a:tcPr marL="7620" marR="7620" marT="7620" marB="0" anchor="ctr"/>
                </a:tc>
                <a:extLst>
                  <a:ext uri="{0D108BD9-81ED-4DB2-BD59-A6C34878D82A}">
                    <a16:rowId xmlns:a16="http://schemas.microsoft.com/office/drawing/2014/main" val="1548336848"/>
                  </a:ext>
                </a:extLst>
              </a:tr>
              <a:tr h="220908">
                <a:tc>
                  <a:txBody>
                    <a:bodyPr/>
                    <a:lstStyle/>
                    <a:p>
                      <a:pPr algn="l"/>
                      <a:r>
                        <a:rPr lang="es-MX" sz="800" dirty="0"/>
                        <a:t>Precipitación</a:t>
                      </a:r>
                      <a:endParaRPr lang="en-US" sz="800" dirty="0"/>
                    </a:p>
                  </a:txBody>
                  <a:tcP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0.05</a:t>
                      </a:r>
                    </a:p>
                  </a:txBody>
                  <a:tcPr marL="7620" marR="7620" marT="7620" marB="0" anchor="ct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solidFill>
                      <a:srgbClr val="E5867F">
                        <a:alpha val="40000"/>
                      </a:srgbClr>
                    </a:solidFill>
                  </a:tcPr>
                </a:tc>
                <a:tc>
                  <a:txBody>
                    <a:bodyPr/>
                    <a:lstStyle/>
                    <a:p>
                      <a:pPr algn="ctr" fontAlgn="b"/>
                      <a:r>
                        <a:rPr lang="en-US" sz="800" b="0" i="0" u="none" strike="noStrike" dirty="0">
                          <a:solidFill>
                            <a:srgbClr val="000000"/>
                          </a:solidFill>
                          <a:effectLst/>
                          <a:latin typeface="Aptos Narrow" panose="020B0004020202020204" pitchFamily="34" charset="0"/>
                        </a:rPr>
                        <a:t>2.1</a:t>
                      </a:r>
                    </a:p>
                  </a:txBody>
                  <a:tcPr marL="7620" marR="7620" marT="7620" marB="0" anchor="ctr">
                    <a:solidFill>
                      <a:srgbClr val="E5867F">
                        <a:alpha val="40000"/>
                      </a:srgbClr>
                    </a:solidFill>
                  </a:tcPr>
                </a:tc>
                <a:extLst>
                  <a:ext uri="{0D108BD9-81ED-4DB2-BD59-A6C34878D82A}">
                    <a16:rowId xmlns:a16="http://schemas.microsoft.com/office/drawing/2014/main" val="519898539"/>
                  </a:ext>
                </a:extLst>
              </a:tr>
              <a:tr h="220908">
                <a:tc>
                  <a:txBody>
                    <a:bodyPr/>
                    <a:lstStyle/>
                    <a:p>
                      <a:pPr algn="l"/>
                      <a:r>
                        <a:rPr lang="es-MX" sz="800" dirty="0"/>
                        <a:t>Punto de Rocío (DPT)</a:t>
                      </a:r>
                      <a:endParaRPr lang="en-US" sz="800" dirty="0"/>
                    </a:p>
                  </a:txBody>
                  <a:tcPr/>
                </a:tc>
                <a:tc>
                  <a:txBody>
                    <a:bodyPr/>
                    <a:lstStyle/>
                    <a:p>
                      <a:pPr algn="ctr" fontAlgn="b"/>
                      <a:r>
                        <a:rPr lang="en-US" sz="800" b="0" i="0" u="none" strike="noStrike">
                          <a:solidFill>
                            <a:srgbClr val="000000"/>
                          </a:solidFill>
                          <a:effectLst/>
                          <a:latin typeface="Aptos Narrow" panose="020B0004020202020204" pitchFamily="34" charset="0"/>
                        </a:rPr>
                        <a:t>9.84</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4.8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6</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14</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20</a:t>
                      </a:r>
                    </a:p>
                  </a:txBody>
                  <a:tcPr marL="7620" marR="7620" marT="7620" marB="0" anchor="ctr"/>
                </a:tc>
                <a:extLst>
                  <a:ext uri="{0D108BD9-81ED-4DB2-BD59-A6C34878D82A}">
                    <a16:rowId xmlns:a16="http://schemas.microsoft.com/office/drawing/2014/main" val="1559459228"/>
                  </a:ext>
                </a:extLst>
              </a:tr>
              <a:tr h="220908">
                <a:tc>
                  <a:txBody>
                    <a:bodyPr/>
                    <a:lstStyle/>
                    <a:p>
                      <a:pPr algn="l"/>
                      <a:r>
                        <a:rPr lang="es-MX" sz="800" u="sng" dirty="0"/>
                        <a:t>Generación hora previa</a:t>
                      </a:r>
                      <a:endParaRPr lang="en-US" sz="800" u="sng" dirty="0"/>
                    </a:p>
                  </a:txBody>
                  <a:tcPr/>
                </a:tc>
                <a:tc>
                  <a:txBody>
                    <a:bodyPr/>
                    <a:lstStyle/>
                    <a:p>
                      <a:pPr algn="ctr" fontAlgn="b"/>
                      <a:r>
                        <a:rPr lang="en-US" sz="800" b="0" i="0" u="none" strike="noStrike">
                          <a:solidFill>
                            <a:srgbClr val="000000"/>
                          </a:solidFill>
                          <a:effectLst/>
                          <a:latin typeface="Aptos Narrow" panose="020B0004020202020204" pitchFamily="34" charset="0"/>
                        </a:rPr>
                        <a:t>9,392.98</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11,398.76</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533</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21,830.00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30,000.00</a:t>
                      </a:r>
                    </a:p>
                  </a:txBody>
                  <a:tcPr marL="7620" marR="7620" marT="7620" marB="0" anchor="ctr"/>
                </a:tc>
                <a:extLst>
                  <a:ext uri="{0D108BD9-81ED-4DB2-BD59-A6C34878D82A}">
                    <a16:rowId xmlns:a16="http://schemas.microsoft.com/office/drawing/2014/main" val="694169871"/>
                  </a:ext>
                </a:extLst>
              </a:tr>
              <a:tr h="220908">
                <a:tc>
                  <a:txBody>
                    <a:bodyPr/>
                    <a:lstStyle/>
                    <a:p>
                      <a:pPr algn="l"/>
                      <a:r>
                        <a:rPr lang="es-MX" sz="800" u="sng" dirty="0"/>
                        <a:t>Generación día previo</a:t>
                      </a:r>
                      <a:endParaRPr lang="en-US" sz="800" u="sng" dirty="0"/>
                    </a:p>
                  </a:txBody>
                  <a:tcPr/>
                </a:tc>
                <a:tc>
                  <a:txBody>
                    <a:bodyPr/>
                    <a:lstStyle/>
                    <a:p>
                      <a:pPr algn="ctr" fontAlgn="b"/>
                      <a:r>
                        <a:rPr lang="en-US" sz="800" b="0" i="0" u="none" strike="noStrike">
                          <a:solidFill>
                            <a:srgbClr val="000000"/>
                          </a:solidFill>
                          <a:effectLst/>
                          <a:latin typeface="Aptos Narrow" panose="020B0004020202020204" pitchFamily="34" charset="0"/>
                        </a:rPr>
                        <a:t>9,391.50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11,398.42</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a:solidFill>
                            <a:srgbClr val="000000"/>
                          </a:solidFill>
                          <a:effectLst/>
                          <a:latin typeface="Aptos Narrow" panose="020B0004020202020204" pitchFamily="34" charset="0"/>
                        </a:rPr>
                        <a:t>0</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532</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21,823.75</a:t>
                      </a:r>
                    </a:p>
                  </a:txBody>
                  <a:tcPr marL="7620" marR="7620" marT="7620" marB="0" anchor="ctr"/>
                </a:tc>
                <a:tc>
                  <a:txBody>
                    <a:bodyPr/>
                    <a:lstStyle/>
                    <a:p>
                      <a:pPr algn="ctr" fontAlgn="b"/>
                      <a:r>
                        <a:rPr lang="en-US" sz="800" b="0" i="0" u="none" strike="noStrike" dirty="0">
                          <a:solidFill>
                            <a:srgbClr val="000000"/>
                          </a:solidFill>
                          <a:effectLst/>
                          <a:latin typeface="Aptos Narrow" panose="020B0004020202020204" pitchFamily="34" charset="0"/>
                        </a:rPr>
                        <a:t>30,000.00</a:t>
                      </a:r>
                    </a:p>
                  </a:txBody>
                  <a:tcPr marL="7620" marR="7620" marT="7620" marB="0" anchor="ctr"/>
                </a:tc>
                <a:extLst>
                  <a:ext uri="{0D108BD9-81ED-4DB2-BD59-A6C34878D82A}">
                    <a16:rowId xmlns:a16="http://schemas.microsoft.com/office/drawing/2014/main" val="1930310"/>
                  </a:ext>
                </a:extLst>
              </a:tr>
            </a:tbl>
          </a:graphicData>
        </a:graphic>
      </p:graphicFrame>
      <p:sp>
        <p:nvSpPr>
          <p:cNvPr id="3" name="Slide Number Placeholder 2">
            <a:extLst>
              <a:ext uri="{FF2B5EF4-FFF2-40B4-BE49-F238E27FC236}">
                <a16:creationId xmlns:a16="http://schemas.microsoft.com/office/drawing/2014/main" id="{F72C6D3A-8E4C-DC15-6AD9-C1DCB55CB8BF}"/>
              </a:ext>
            </a:extLst>
          </p:cNvPr>
          <p:cNvSpPr>
            <a:spLocks noGrp="1"/>
          </p:cNvSpPr>
          <p:nvPr>
            <p:ph type="sldNum" sz="quarter" idx="10"/>
          </p:nvPr>
        </p:nvSpPr>
        <p:spPr/>
        <p:txBody>
          <a:bodyPr/>
          <a:lstStyle/>
          <a:p>
            <a:fld id="{FD066784-9D51-4624-A73B-AF851740F580}" type="slidenum">
              <a:rPr lang="en-US" smtClean="0"/>
              <a:pPr/>
              <a:t>21</a:t>
            </a:fld>
            <a:endParaRPr lang="en-US"/>
          </a:p>
        </p:txBody>
      </p:sp>
    </p:spTree>
    <p:extLst>
      <p:ext uri="{BB962C8B-B14F-4D97-AF65-F5344CB8AC3E}">
        <p14:creationId xmlns:p14="http://schemas.microsoft.com/office/powerpoint/2010/main" val="346134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259E9-B6F1-709F-CB98-D5716D3AF011}"/>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F81F0E3D-BF23-AEC6-BCA6-1B01875748F7}"/>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Generación</a:t>
            </a:r>
          </a:p>
        </p:txBody>
      </p:sp>
      <p:pic>
        <p:nvPicPr>
          <p:cNvPr id="4" name="Picture 3" descr="A graph with different colored columns&#10;&#10;AI-generated content may be incorrect.">
            <a:extLst>
              <a:ext uri="{FF2B5EF4-FFF2-40B4-BE49-F238E27FC236}">
                <a16:creationId xmlns:a16="http://schemas.microsoft.com/office/drawing/2014/main" id="{DB9AE59A-03F6-A81D-1F7B-AA0A411F5683}"/>
              </a:ext>
            </a:extLst>
          </p:cNvPr>
          <p:cNvPicPr>
            <a:picLocks noChangeAspect="1"/>
          </p:cNvPicPr>
          <p:nvPr/>
        </p:nvPicPr>
        <p:blipFill>
          <a:blip r:embed="rId2"/>
          <a:stretch>
            <a:fillRect/>
          </a:stretch>
        </p:blipFill>
        <p:spPr>
          <a:xfrm>
            <a:off x="0" y="531936"/>
            <a:ext cx="9144000" cy="2422280"/>
          </a:xfrm>
          <a:prstGeom prst="rect">
            <a:avLst/>
          </a:prstGeom>
        </p:spPr>
      </p:pic>
      <p:pic>
        <p:nvPicPr>
          <p:cNvPr id="7" name="Picture 6" descr="A blue lines on a white background&#10;&#10;AI-generated content may be incorrect.">
            <a:extLst>
              <a:ext uri="{FF2B5EF4-FFF2-40B4-BE49-F238E27FC236}">
                <a16:creationId xmlns:a16="http://schemas.microsoft.com/office/drawing/2014/main" id="{5EB124D1-4D56-7C9B-93AD-6CB1C1E82D29}"/>
              </a:ext>
            </a:extLst>
          </p:cNvPr>
          <p:cNvPicPr>
            <a:picLocks noChangeAspect="1"/>
          </p:cNvPicPr>
          <p:nvPr/>
        </p:nvPicPr>
        <p:blipFill>
          <a:blip r:embed="rId3"/>
          <a:stretch>
            <a:fillRect/>
          </a:stretch>
        </p:blipFill>
        <p:spPr>
          <a:xfrm>
            <a:off x="0" y="2954216"/>
            <a:ext cx="9144000" cy="2360246"/>
          </a:xfrm>
          <a:prstGeom prst="rect">
            <a:avLst/>
          </a:prstGeom>
        </p:spPr>
      </p:pic>
      <p:sp>
        <p:nvSpPr>
          <p:cNvPr id="2" name="Slide Number Placeholder 1">
            <a:extLst>
              <a:ext uri="{FF2B5EF4-FFF2-40B4-BE49-F238E27FC236}">
                <a16:creationId xmlns:a16="http://schemas.microsoft.com/office/drawing/2014/main" id="{D3202A95-6F7F-8E92-959D-F9E5331B9437}"/>
              </a:ext>
            </a:extLst>
          </p:cNvPr>
          <p:cNvSpPr>
            <a:spLocks noGrp="1"/>
          </p:cNvSpPr>
          <p:nvPr>
            <p:ph type="sldNum" sz="quarter" idx="10"/>
          </p:nvPr>
        </p:nvSpPr>
        <p:spPr/>
        <p:txBody>
          <a:bodyPr/>
          <a:lstStyle/>
          <a:p>
            <a:fld id="{FD066784-9D51-4624-A73B-AF851740F580}" type="slidenum">
              <a:rPr lang="en-US" smtClean="0"/>
              <a:pPr/>
              <a:t>22</a:t>
            </a:fld>
            <a:endParaRPr lang="en-US"/>
          </a:p>
        </p:txBody>
      </p:sp>
    </p:spTree>
    <p:extLst>
      <p:ext uri="{BB962C8B-B14F-4D97-AF65-F5344CB8AC3E}">
        <p14:creationId xmlns:p14="http://schemas.microsoft.com/office/powerpoint/2010/main" val="256937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17C7B-CA14-2107-2F88-3F13FC6D416B}"/>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618F1245-5052-4D6A-C43E-A0A19024A9F3}"/>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Generación</a:t>
            </a:r>
          </a:p>
        </p:txBody>
      </p:sp>
      <p:pic>
        <p:nvPicPr>
          <p:cNvPr id="3" name="Picture 2" descr="A graph with different colored bars&#10;&#10;AI-generated content may be incorrect.">
            <a:extLst>
              <a:ext uri="{FF2B5EF4-FFF2-40B4-BE49-F238E27FC236}">
                <a16:creationId xmlns:a16="http://schemas.microsoft.com/office/drawing/2014/main" id="{858E6EAC-CF7A-BE42-2E7B-9573B4EFC5D1}"/>
              </a:ext>
            </a:extLst>
          </p:cNvPr>
          <p:cNvPicPr>
            <a:picLocks noChangeAspect="1"/>
          </p:cNvPicPr>
          <p:nvPr/>
        </p:nvPicPr>
        <p:blipFill>
          <a:blip r:embed="rId2"/>
          <a:stretch>
            <a:fillRect/>
          </a:stretch>
        </p:blipFill>
        <p:spPr>
          <a:xfrm>
            <a:off x="0" y="1"/>
            <a:ext cx="9144000" cy="2571750"/>
          </a:xfrm>
          <a:prstGeom prst="rect">
            <a:avLst/>
          </a:prstGeom>
        </p:spPr>
      </p:pic>
      <p:pic>
        <p:nvPicPr>
          <p:cNvPr id="8" name="Picture 7" descr="A graph with numbers and lines&#10;&#10;AI-generated content may be incorrect.">
            <a:extLst>
              <a:ext uri="{FF2B5EF4-FFF2-40B4-BE49-F238E27FC236}">
                <a16:creationId xmlns:a16="http://schemas.microsoft.com/office/drawing/2014/main" id="{0DA8F96F-85B5-BDEF-B764-CFACC25A1617}"/>
              </a:ext>
            </a:extLst>
          </p:cNvPr>
          <p:cNvPicPr>
            <a:picLocks noChangeAspect="1"/>
          </p:cNvPicPr>
          <p:nvPr/>
        </p:nvPicPr>
        <p:blipFill>
          <a:blip r:embed="rId3"/>
          <a:stretch>
            <a:fillRect/>
          </a:stretch>
        </p:blipFill>
        <p:spPr>
          <a:xfrm>
            <a:off x="0" y="2571750"/>
            <a:ext cx="9144000" cy="2780676"/>
          </a:xfrm>
          <a:prstGeom prst="rect">
            <a:avLst/>
          </a:prstGeom>
        </p:spPr>
      </p:pic>
      <p:sp>
        <p:nvSpPr>
          <p:cNvPr id="2" name="Slide Number Placeholder 1">
            <a:extLst>
              <a:ext uri="{FF2B5EF4-FFF2-40B4-BE49-F238E27FC236}">
                <a16:creationId xmlns:a16="http://schemas.microsoft.com/office/drawing/2014/main" id="{BC68582A-5010-48C3-53AF-55BB33CC2D87}"/>
              </a:ext>
            </a:extLst>
          </p:cNvPr>
          <p:cNvSpPr>
            <a:spLocks noGrp="1"/>
          </p:cNvSpPr>
          <p:nvPr>
            <p:ph type="sldNum" sz="quarter" idx="10"/>
          </p:nvPr>
        </p:nvSpPr>
        <p:spPr/>
        <p:txBody>
          <a:bodyPr/>
          <a:lstStyle/>
          <a:p>
            <a:fld id="{FD066784-9D51-4624-A73B-AF851740F580}" type="slidenum">
              <a:rPr lang="en-US" smtClean="0"/>
              <a:pPr/>
              <a:t>23</a:t>
            </a:fld>
            <a:endParaRPr lang="en-US"/>
          </a:p>
        </p:txBody>
      </p:sp>
    </p:spTree>
    <p:extLst>
      <p:ext uri="{BB962C8B-B14F-4D97-AF65-F5344CB8AC3E}">
        <p14:creationId xmlns:p14="http://schemas.microsoft.com/office/powerpoint/2010/main" val="127948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6BBD1-517A-A463-3D44-E4383B7F929C}"/>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3F7BB113-E35B-B6F8-BB1A-242DF7115479}"/>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Matriz de correlación Pearson</a:t>
            </a:r>
          </a:p>
        </p:txBody>
      </p:sp>
      <p:pic>
        <p:nvPicPr>
          <p:cNvPr id="3" name="Picture 2" descr="A table of numbers and letters&#10;&#10;AI-generated content may be incorrect.">
            <a:extLst>
              <a:ext uri="{FF2B5EF4-FFF2-40B4-BE49-F238E27FC236}">
                <a16:creationId xmlns:a16="http://schemas.microsoft.com/office/drawing/2014/main" id="{029FFDB8-0CCD-7810-CAA9-34702791F090}"/>
              </a:ext>
            </a:extLst>
          </p:cNvPr>
          <p:cNvPicPr>
            <a:picLocks noChangeAspect="1"/>
          </p:cNvPicPr>
          <p:nvPr/>
        </p:nvPicPr>
        <p:blipFill>
          <a:blip r:embed="rId2"/>
          <a:stretch>
            <a:fillRect/>
          </a:stretch>
        </p:blipFill>
        <p:spPr>
          <a:xfrm>
            <a:off x="1921860" y="549275"/>
            <a:ext cx="5300280" cy="4044950"/>
          </a:xfrm>
          <a:prstGeom prst="rect">
            <a:avLst/>
          </a:prstGeom>
        </p:spPr>
      </p:pic>
      <p:sp>
        <p:nvSpPr>
          <p:cNvPr id="2" name="Slide Number Placeholder 1">
            <a:extLst>
              <a:ext uri="{FF2B5EF4-FFF2-40B4-BE49-F238E27FC236}">
                <a16:creationId xmlns:a16="http://schemas.microsoft.com/office/drawing/2014/main" id="{22C340C3-9147-D46D-DD5D-09C73C09DF70}"/>
              </a:ext>
            </a:extLst>
          </p:cNvPr>
          <p:cNvSpPr>
            <a:spLocks noGrp="1"/>
          </p:cNvSpPr>
          <p:nvPr>
            <p:ph type="sldNum" sz="quarter" idx="10"/>
          </p:nvPr>
        </p:nvSpPr>
        <p:spPr/>
        <p:txBody>
          <a:bodyPr/>
          <a:lstStyle/>
          <a:p>
            <a:fld id="{FD066784-9D51-4624-A73B-AF851740F580}" type="slidenum">
              <a:rPr lang="en-US" smtClean="0"/>
              <a:pPr/>
              <a:t>24</a:t>
            </a:fld>
            <a:endParaRPr lang="en-US"/>
          </a:p>
        </p:txBody>
      </p:sp>
    </p:spTree>
    <p:extLst>
      <p:ext uri="{BB962C8B-B14F-4D97-AF65-F5344CB8AC3E}">
        <p14:creationId xmlns:p14="http://schemas.microsoft.com/office/powerpoint/2010/main" val="404483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anim calcmode="lin" valueType="num">
                                      <p:cBhvr>
                                        <p:cTn id="11" dur="1000" fill="hold"/>
                                        <p:tgtEl>
                                          <p:spTgt spid="3"/>
                                        </p:tgtEl>
                                        <p:attrNameLst>
                                          <p:attrName>ppt_x</p:attrName>
                                        </p:attrNameLst>
                                      </p:cBhvr>
                                      <p:tavLst>
                                        <p:tav tm="0">
                                          <p:val>
                                            <p:strVal val="#ppt_x"/>
                                          </p:val>
                                        </p:tav>
                                        <p:tav tm="100000">
                                          <p:val>
                                            <p:strVal val="#ppt_x"/>
                                          </p:val>
                                        </p:tav>
                                      </p:tavLst>
                                    </p:anim>
                                    <p:anim calcmode="lin" valueType="num">
                                      <p:cBhvr>
                                        <p:cTn id="1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89D51-E4CC-A0EC-C678-7FD3F4927DB1}"/>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A0478183-4306-8C89-3918-A5A17DC3266D}"/>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Generación</a:t>
            </a:r>
          </a:p>
        </p:txBody>
      </p:sp>
      <p:pic>
        <p:nvPicPr>
          <p:cNvPr id="4" name="Picture 3" descr="A group of graphs with numbers and symbols&#10;&#10;AI-generated content may be incorrect.">
            <a:extLst>
              <a:ext uri="{FF2B5EF4-FFF2-40B4-BE49-F238E27FC236}">
                <a16:creationId xmlns:a16="http://schemas.microsoft.com/office/drawing/2014/main" id="{180F932F-FECE-F0AD-21C2-6E35E6D6EA07}"/>
              </a:ext>
            </a:extLst>
          </p:cNvPr>
          <p:cNvPicPr>
            <a:picLocks noChangeAspect="1"/>
          </p:cNvPicPr>
          <p:nvPr/>
        </p:nvPicPr>
        <p:blipFill>
          <a:blip r:embed="rId2"/>
          <a:stretch>
            <a:fillRect/>
          </a:stretch>
        </p:blipFill>
        <p:spPr>
          <a:xfrm>
            <a:off x="1563291" y="0"/>
            <a:ext cx="6017417" cy="5337908"/>
          </a:xfrm>
          <a:prstGeom prst="rect">
            <a:avLst/>
          </a:prstGeom>
        </p:spPr>
      </p:pic>
      <p:sp>
        <p:nvSpPr>
          <p:cNvPr id="2" name="Slide Number Placeholder 1">
            <a:extLst>
              <a:ext uri="{FF2B5EF4-FFF2-40B4-BE49-F238E27FC236}">
                <a16:creationId xmlns:a16="http://schemas.microsoft.com/office/drawing/2014/main" id="{D41A506D-037C-F9C7-D128-73EDD213E17B}"/>
              </a:ext>
            </a:extLst>
          </p:cNvPr>
          <p:cNvSpPr>
            <a:spLocks noGrp="1"/>
          </p:cNvSpPr>
          <p:nvPr>
            <p:ph type="sldNum" sz="quarter" idx="10"/>
          </p:nvPr>
        </p:nvSpPr>
        <p:spPr/>
        <p:txBody>
          <a:bodyPr/>
          <a:lstStyle/>
          <a:p>
            <a:fld id="{FD066784-9D51-4624-A73B-AF851740F580}" type="slidenum">
              <a:rPr lang="en-US" smtClean="0"/>
              <a:pPr/>
              <a:t>25</a:t>
            </a:fld>
            <a:endParaRPr lang="en-US"/>
          </a:p>
        </p:txBody>
      </p:sp>
    </p:spTree>
    <p:extLst>
      <p:ext uri="{BB962C8B-B14F-4D97-AF65-F5344CB8AC3E}">
        <p14:creationId xmlns:p14="http://schemas.microsoft.com/office/powerpoint/2010/main" val="140940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429A3-C6DB-7450-FB28-EC5E01825E04}"/>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CC455A33-74F3-3CF5-B2B7-BDC6E34FFE91}"/>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Reducción de variables</a:t>
            </a:r>
          </a:p>
        </p:txBody>
      </p:sp>
      <p:graphicFrame>
        <p:nvGraphicFramePr>
          <p:cNvPr id="2" name="Table 1">
            <a:extLst>
              <a:ext uri="{FF2B5EF4-FFF2-40B4-BE49-F238E27FC236}">
                <a16:creationId xmlns:a16="http://schemas.microsoft.com/office/drawing/2014/main" id="{9FED3C57-0C54-042C-C887-40A9CF625F57}"/>
              </a:ext>
            </a:extLst>
          </p:cNvPr>
          <p:cNvGraphicFramePr>
            <a:graphicFrameLocks noGrp="1"/>
          </p:cNvGraphicFramePr>
          <p:nvPr>
            <p:extLst>
              <p:ext uri="{D42A27DB-BD31-4B8C-83A1-F6EECF244321}">
                <p14:modId xmlns:p14="http://schemas.microsoft.com/office/powerpoint/2010/main" val="573375642"/>
              </p:ext>
            </p:extLst>
          </p:nvPr>
        </p:nvGraphicFramePr>
        <p:xfrm>
          <a:off x="2172534" y="422520"/>
          <a:ext cx="4665928" cy="3939540"/>
        </p:xfrm>
        <a:graphic>
          <a:graphicData uri="http://schemas.openxmlformats.org/drawingml/2006/table">
            <a:tbl>
              <a:tblPr firstRow="1" bandRow="1">
                <a:tableStyleId>{3C2FFA5D-87B4-456A-9821-1D502468CF0F}</a:tableStyleId>
              </a:tblPr>
              <a:tblGrid>
                <a:gridCol w="1618036">
                  <a:extLst>
                    <a:ext uri="{9D8B030D-6E8A-4147-A177-3AD203B41FA5}">
                      <a16:colId xmlns:a16="http://schemas.microsoft.com/office/drawing/2014/main" val="3488177550"/>
                    </a:ext>
                  </a:extLst>
                </a:gridCol>
                <a:gridCol w="1015964">
                  <a:extLst>
                    <a:ext uri="{9D8B030D-6E8A-4147-A177-3AD203B41FA5}">
                      <a16:colId xmlns:a16="http://schemas.microsoft.com/office/drawing/2014/main" val="1275503605"/>
                    </a:ext>
                  </a:extLst>
                </a:gridCol>
                <a:gridCol w="1015964">
                  <a:extLst>
                    <a:ext uri="{9D8B030D-6E8A-4147-A177-3AD203B41FA5}">
                      <a16:colId xmlns:a16="http://schemas.microsoft.com/office/drawing/2014/main" val="2450431944"/>
                    </a:ext>
                  </a:extLst>
                </a:gridCol>
                <a:gridCol w="1015964">
                  <a:extLst>
                    <a:ext uri="{9D8B030D-6E8A-4147-A177-3AD203B41FA5}">
                      <a16:colId xmlns:a16="http://schemas.microsoft.com/office/drawing/2014/main" val="3409541821"/>
                    </a:ext>
                  </a:extLst>
                </a:gridCol>
              </a:tblGrid>
              <a:tr h="216000">
                <a:tc>
                  <a:txBody>
                    <a:bodyPr/>
                    <a:lstStyle/>
                    <a:p>
                      <a:pPr algn="ctr"/>
                      <a:r>
                        <a:rPr lang="es-MX" sz="1050" b="1" dirty="0"/>
                        <a:t>Variable</a:t>
                      </a:r>
                      <a:endParaRPr lang="en-US" sz="1050" b="1" dirty="0"/>
                    </a:p>
                  </a:txBody>
                  <a:tcPr/>
                </a:tc>
                <a:tc>
                  <a:txBody>
                    <a:bodyPr/>
                    <a:lstStyle/>
                    <a:p>
                      <a:pPr algn="ctr"/>
                      <a:r>
                        <a:rPr lang="es-MX" sz="1050" b="1" dirty="0"/>
                        <a:t>Pearson</a:t>
                      </a:r>
                      <a:endParaRPr lang="en-US" sz="1050" b="1" dirty="0"/>
                    </a:p>
                  </a:txBody>
                  <a:tcPr/>
                </a:tc>
                <a:tc>
                  <a:txBody>
                    <a:bodyPr/>
                    <a:lstStyle/>
                    <a:p>
                      <a:pPr algn="ctr"/>
                      <a:r>
                        <a:rPr lang="es-MX" sz="1050" b="1" dirty="0"/>
                        <a:t>Kendall</a:t>
                      </a:r>
                      <a:endParaRPr lang="en-US" sz="1050" b="1" dirty="0"/>
                    </a:p>
                  </a:txBody>
                  <a:tcPr/>
                </a:tc>
                <a:tc>
                  <a:txBody>
                    <a:bodyPr/>
                    <a:lstStyle/>
                    <a:p>
                      <a:pPr algn="ctr"/>
                      <a:r>
                        <a:rPr lang="es-MX" sz="1050" b="1" dirty="0"/>
                        <a:t>Promedio</a:t>
                      </a:r>
                      <a:endParaRPr lang="en-US" sz="1050" b="1" dirty="0"/>
                    </a:p>
                  </a:txBody>
                  <a:tcPr/>
                </a:tc>
                <a:extLst>
                  <a:ext uri="{0D108BD9-81ED-4DB2-BD59-A6C34878D82A}">
                    <a16:rowId xmlns:a16="http://schemas.microsoft.com/office/drawing/2014/main" val="2696274012"/>
                  </a:ext>
                </a:extLst>
              </a:tr>
              <a:tr h="0">
                <a:tc>
                  <a:txBody>
                    <a:bodyPr/>
                    <a:lstStyle/>
                    <a:p>
                      <a:pPr algn="l"/>
                      <a:r>
                        <a:rPr lang="es-MX" sz="1000" u="sng" dirty="0"/>
                        <a:t>Día</a:t>
                      </a:r>
                      <a:endParaRPr lang="en-US" sz="1000" u="sng" dirty="0"/>
                    </a:p>
                  </a:txBody>
                  <a:tcPr/>
                </a:tc>
                <a:tc>
                  <a:txBody>
                    <a:bodyPr/>
                    <a:lstStyle/>
                    <a:p>
                      <a:pPr algn="ctr" fontAlgn="b"/>
                      <a:r>
                        <a:rPr lang="es-MX" sz="1100" b="0" u="none" strike="noStrike" dirty="0">
                          <a:solidFill>
                            <a:srgbClr val="000000"/>
                          </a:solidFill>
                          <a:effectLst/>
                          <a:latin typeface="Aptos Narrow" panose="020B0004020202020204" pitchFamily="34" charset="0"/>
                        </a:rPr>
                        <a:t>-0.003437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-0.002983</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-0.003210</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25704153"/>
                  </a:ext>
                </a:extLst>
              </a:tr>
              <a:tr h="0">
                <a:tc>
                  <a:txBody>
                    <a:bodyPr/>
                    <a:lstStyle/>
                    <a:p>
                      <a:pPr algn="l"/>
                      <a:r>
                        <a:rPr lang="es-MX" sz="1000" u="sng" dirty="0"/>
                        <a:t>Año</a:t>
                      </a:r>
                      <a:endParaRPr lang="en-US" sz="1000" u="sng" dirty="0"/>
                    </a:p>
                  </a:txBody>
                  <a:tcPr/>
                </a:tc>
                <a:tc>
                  <a:txBody>
                    <a:bodyPr/>
                    <a:lstStyle/>
                    <a:p>
                      <a:pPr algn="ctr" fontAlgn="b"/>
                      <a:r>
                        <a:rPr lang="es-MX" sz="1100" b="0" u="none" strike="noStrike" dirty="0">
                          <a:solidFill>
                            <a:srgbClr val="000000"/>
                          </a:solidFill>
                          <a:effectLst/>
                          <a:latin typeface="Aptos Narrow" panose="020B0004020202020204" pitchFamily="34" charset="0"/>
                        </a:rPr>
                        <a:t>0.096949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0.052897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0.074923</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124801391"/>
                  </a:ext>
                </a:extLst>
              </a:tr>
              <a:tr h="0">
                <a:tc>
                  <a:txBody>
                    <a:bodyPr/>
                    <a:lstStyle/>
                    <a:p>
                      <a:pPr algn="l"/>
                      <a:r>
                        <a:rPr lang="es-MX" sz="900" u="sng" dirty="0"/>
                        <a:t>Semana</a:t>
                      </a:r>
                      <a:endParaRPr lang="en-US" sz="900" u="sng" dirty="0"/>
                    </a:p>
                  </a:txBody>
                  <a:tcPr/>
                </a:tc>
                <a:tc>
                  <a:txBody>
                    <a:bodyPr/>
                    <a:lstStyle/>
                    <a:p>
                      <a:pPr algn="ctr" fontAlgn="b"/>
                      <a:r>
                        <a:rPr lang="es-MX" sz="1100" b="0" u="none" strike="noStrike" dirty="0">
                          <a:solidFill>
                            <a:srgbClr val="000000"/>
                          </a:solidFill>
                          <a:effectLst/>
                          <a:latin typeface="Aptos Narrow" panose="020B0004020202020204" pitchFamily="34" charset="0"/>
                        </a:rPr>
                        <a:t>-0.091507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-0.058657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-0.075082</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77660044"/>
                  </a:ext>
                </a:extLst>
              </a:tr>
              <a:tr h="0">
                <a:tc>
                  <a:txBody>
                    <a:bodyPr/>
                    <a:lstStyle/>
                    <a:p>
                      <a:pPr algn="l"/>
                      <a:r>
                        <a:rPr lang="es-MX" sz="900" u="sng" dirty="0"/>
                        <a:t>Día de la semana</a:t>
                      </a:r>
                      <a:endParaRPr lang="en-US" sz="900" u="sng" dirty="0"/>
                    </a:p>
                  </a:txBody>
                  <a:tcPr/>
                </a:tc>
                <a:tc>
                  <a:txBody>
                    <a:bodyPr/>
                    <a:lstStyle/>
                    <a:p>
                      <a:pPr algn="ctr" fontAlgn="b"/>
                      <a:r>
                        <a:rPr lang="es-MX" sz="1100" b="0" u="none" strike="noStrike" dirty="0">
                          <a:solidFill>
                            <a:srgbClr val="000000"/>
                          </a:solidFill>
                          <a:effectLst/>
                          <a:latin typeface="Aptos Narrow" panose="020B0004020202020204" pitchFamily="34" charset="0"/>
                        </a:rPr>
                        <a:t>-0.009894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-0.007264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-0.008579</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55890556"/>
                  </a:ext>
                </a:extLst>
              </a:tr>
              <a:tr h="0">
                <a:tc>
                  <a:txBody>
                    <a:bodyPr/>
                    <a:lstStyle/>
                    <a:p>
                      <a:pPr algn="l"/>
                      <a:r>
                        <a:rPr lang="es-MX" sz="900" u="sng" dirty="0"/>
                        <a:t>Mes</a:t>
                      </a:r>
                      <a:endParaRPr lang="en-US" sz="900" u="sng" dirty="0"/>
                    </a:p>
                  </a:txBody>
                  <a:tcPr/>
                </a:tc>
                <a:tc>
                  <a:txBody>
                    <a:bodyPr/>
                    <a:lstStyle/>
                    <a:p>
                      <a:pPr algn="ctr" fontAlgn="b"/>
                      <a:r>
                        <a:rPr lang="es-MX" sz="1100" b="0" u="none" strike="noStrike" dirty="0">
                          <a:solidFill>
                            <a:srgbClr val="000000"/>
                          </a:solidFill>
                          <a:effectLst/>
                          <a:latin typeface="Aptos Narrow" panose="020B0004020202020204" pitchFamily="34" charset="0"/>
                        </a:rPr>
                        <a:t>-0.098841</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-0059956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-0.074898</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433308926"/>
                  </a:ext>
                </a:extLst>
              </a:tr>
              <a:tr h="0">
                <a:tc>
                  <a:txBody>
                    <a:bodyPr/>
                    <a:lstStyle/>
                    <a:p>
                      <a:pPr algn="l"/>
                      <a:r>
                        <a:rPr lang="es-MX" sz="900" u="sng" dirty="0"/>
                        <a:t>Hora</a:t>
                      </a:r>
                      <a:endParaRPr lang="en-US" sz="900" u="sng" dirty="0"/>
                    </a:p>
                  </a:txBody>
                  <a:tcPr/>
                </a:tc>
                <a:tc>
                  <a:txBody>
                    <a:bodyPr/>
                    <a:lstStyle/>
                    <a:p>
                      <a:pPr algn="ctr" fontAlgn="b"/>
                      <a:r>
                        <a:rPr lang="es-MX" sz="1100" b="0" u="none" strike="noStrike" dirty="0">
                          <a:solidFill>
                            <a:srgbClr val="000000"/>
                          </a:solidFill>
                          <a:effectLst/>
                          <a:latin typeface="Aptos Narrow" panose="020B0004020202020204" pitchFamily="34" charset="0"/>
                        </a:rPr>
                        <a:t>0.109536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0.089766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0.099651</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10501959"/>
                  </a:ext>
                </a:extLst>
              </a:tr>
              <a:tr h="0">
                <a:tc>
                  <a:txBody>
                    <a:bodyPr/>
                    <a:lstStyle/>
                    <a:p>
                      <a:pPr algn="l"/>
                      <a:r>
                        <a:rPr lang="es-MX" sz="900" dirty="0"/>
                        <a:t>Temperatura</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0.521180</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0.370055</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0.445617</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5821285"/>
                  </a:ext>
                </a:extLst>
              </a:tr>
              <a:tr h="0">
                <a:tc>
                  <a:txBody>
                    <a:bodyPr/>
                    <a:lstStyle/>
                    <a:p>
                      <a:pPr algn="l"/>
                      <a:r>
                        <a:rPr lang="es-MX" sz="900" dirty="0"/>
                        <a:t>Probabilidad de Lluvia</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-0.095980</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-0.178967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-0.137474</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00598802"/>
                  </a:ext>
                </a:extLst>
              </a:tr>
              <a:tr h="0">
                <a:tc>
                  <a:txBody>
                    <a:bodyPr/>
                    <a:lstStyle/>
                    <a:p>
                      <a:pPr algn="l"/>
                      <a:r>
                        <a:rPr lang="es-MX" sz="900" dirty="0"/>
                        <a:t>Humedad Relativa</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-0.485734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-0.341182</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-0.413458</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72937555"/>
                  </a:ext>
                </a:extLst>
              </a:tr>
              <a:tr h="0">
                <a:tc>
                  <a:txBody>
                    <a:bodyPr/>
                    <a:lstStyle/>
                    <a:p>
                      <a:pPr algn="l"/>
                      <a:r>
                        <a:rPr lang="es-MX" sz="900" dirty="0"/>
                        <a:t>Velocidad Viento</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0.073393</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0.039071</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0.056232</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61748316"/>
                  </a:ext>
                </a:extLst>
              </a:tr>
              <a:tr h="0">
                <a:tc>
                  <a:txBody>
                    <a:bodyPr/>
                    <a:lstStyle/>
                    <a:p>
                      <a:pPr algn="l"/>
                      <a:r>
                        <a:rPr lang="es-MX" sz="900" dirty="0"/>
                        <a:t>Cobertura Nubes</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-0.101464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-0.022342</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-0.061903</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90939585"/>
                  </a:ext>
                </a:extLst>
              </a:tr>
              <a:tr h="0">
                <a:tc>
                  <a:txBody>
                    <a:bodyPr/>
                    <a:lstStyle/>
                    <a:p>
                      <a:pPr algn="l"/>
                      <a:r>
                        <a:rPr lang="es-MX" sz="900" dirty="0"/>
                        <a:t>Índice UV</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0.784434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0.795089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0.789762</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206827516"/>
                  </a:ext>
                </a:extLst>
              </a:tr>
              <a:tr h="0">
                <a:tc>
                  <a:txBody>
                    <a:bodyPr/>
                    <a:lstStyle/>
                    <a:p>
                      <a:pPr algn="l"/>
                      <a:r>
                        <a:rPr lang="es-MX" sz="900" dirty="0"/>
                        <a:t>Condición del Cielo</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-0.197619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-0.146762</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-0.172191</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48834830"/>
                  </a:ext>
                </a:extLst>
              </a:tr>
              <a:tr h="0">
                <a:tc>
                  <a:txBody>
                    <a:bodyPr/>
                    <a:lstStyle/>
                    <a:p>
                      <a:pPr algn="l"/>
                      <a:r>
                        <a:rPr lang="es-MX" sz="900" dirty="0"/>
                        <a:t>Dirección Viento</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0.019556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-0.011456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0.004050</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16389814"/>
                  </a:ext>
                </a:extLst>
              </a:tr>
              <a:tr h="0">
                <a:tc>
                  <a:txBody>
                    <a:bodyPr/>
                    <a:lstStyle/>
                    <a:p>
                      <a:pPr algn="l"/>
                      <a:r>
                        <a:rPr lang="es-MX" sz="900" dirty="0"/>
                        <a:t>Velocidad Ráfaga</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0.071937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0.026589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0.049263</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48336848"/>
                  </a:ext>
                </a:extLst>
              </a:tr>
              <a:tr h="0">
                <a:tc>
                  <a:txBody>
                    <a:bodyPr/>
                    <a:lstStyle/>
                    <a:p>
                      <a:pPr algn="l"/>
                      <a:r>
                        <a:rPr lang="es-MX" sz="900" dirty="0"/>
                        <a:t>Punto de Rocío (DPT)</a:t>
                      </a:r>
                      <a:endParaRPr lang="en-US" sz="900" dirty="0"/>
                    </a:p>
                  </a:txBody>
                  <a:tcPr/>
                </a:tc>
                <a:tc>
                  <a:txBody>
                    <a:bodyPr/>
                    <a:lstStyle/>
                    <a:p>
                      <a:pPr algn="ctr" fontAlgn="b"/>
                      <a:r>
                        <a:rPr lang="es-MX" sz="1100" b="0" u="none" strike="noStrike" dirty="0">
                          <a:solidFill>
                            <a:srgbClr val="000000"/>
                          </a:solidFill>
                          <a:effectLst/>
                          <a:latin typeface="Aptos Narrow" panose="020B0004020202020204" pitchFamily="34" charset="0"/>
                        </a:rPr>
                        <a:t>-0.120180</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-0.107879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u="none" strike="noStrike" dirty="0">
                          <a:solidFill>
                            <a:srgbClr val="000000"/>
                          </a:solidFill>
                          <a:effectLst/>
                          <a:latin typeface="Aptos Narrow" panose="020B0004020202020204" pitchFamily="34" charset="0"/>
                        </a:rPr>
                        <a:t>-0.114030</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59459228"/>
                  </a:ext>
                </a:extLst>
              </a:tr>
            </a:tbl>
          </a:graphicData>
        </a:graphic>
      </p:graphicFrame>
      <p:sp>
        <p:nvSpPr>
          <p:cNvPr id="3" name="Slide Number Placeholder 2">
            <a:extLst>
              <a:ext uri="{FF2B5EF4-FFF2-40B4-BE49-F238E27FC236}">
                <a16:creationId xmlns:a16="http://schemas.microsoft.com/office/drawing/2014/main" id="{8217E4FD-1FA3-0C1E-A14E-FC6A37008A80}"/>
              </a:ext>
            </a:extLst>
          </p:cNvPr>
          <p:cNvSpPr>
            <a:spLocks noGrp="1"/>
          </p:cNvSpPr>
          <p:nvPr>
            <p:ph type="sldNum" sz="quarter" idx="10"/>
          </p:nvPr>
        </p:nvSpPr>
        <p:spPr/>
        <p:txBody>
          <a:bodyPr/>
          <a:lstStyle/>
          <a:p>
            <a:fld id="{FD066784-9D51-4624-A73B-AF851740F580}" type="slidenum">
              <a:rPr lang="en-US" smtClean="0"/>
              <a:pPr/>
              <a:t>26</a:t>
            </a:fld>
            <a:endParaRPr lang="en-US"/>
          </a:p>
        </p:txBody>
      </p:sp>
    </p:spTree>
    <p:extLst>
      <p:ext uri="{BB962C8B-B14F-4D97-AF65-F5344CB8AC3E}">
        <p14:creationId xmlns:p14="http://schemas.microsoft.com/office/powerpoint/2010/main" val="306603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54923-5F21-C1C1-98FB-A453CA4E4409}"/>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10353B05-BF97-3558-8FD8-29399E538580}"/>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Reducción de variables</a:t>
            </a:r>
          </a:p>
        </p:txBody>
      </p:sp>
      <p:graphicFrame>
        <p:nvGraphicFramePr>
          <p:cNvPr id="2" name="Table 1">
            <a:extLst>
              <a:ext uri="{FF2B5EF4-FFF2-40B4-BE49-F238E27FC236}">
                <a16:creationId xmlns:a16="http://schemas.microsoft.com/office/drawing/2014/main" id="{773D326A-D8E8-832D-9EFB-E7B234126A0D}"/>
              </a:ext>
            </a:extLst>
          </p:cNvPr>
          <p:cNvGraphicFramePr>
            <a:graphicFrameLocks noGrp="1"/>
          </p:cNvGraphicFramePr>
          <p:nvPr>
            <p:extLst>
              <p:ext uri="{D42A27DB-BD31-4B8C-83A1-F6EECF244321}">
                <p14:modId xmlns:p14="http://schemas.microsoft.com/office/powerpoint/2010/main" val="104943548"/>
              </p:ext>
            </p:extLst>
          </p:nvPr>
        </p:nvGraphicFramePr>
        <p:xfrm>
          <a:off x="3157273" y="531935"/>
          <a:ext cx="4665928" cy="3939540"/>
        </p:xfrm>
        <a:graphic>
          <a:graphicData uri="http://schemas.openxmlformats.org/drawingml/2006/table">
            <a:tbl>
              <a:tblPr firstRow="1" bandRow="1">
                <a:tableStyleId>{3C2FFA5D-87B4-456A-9821-1D502468CF0F}</a:tableStyleId>
              </a:tblPr>
              <a:tblGrid>
                <a:gridCol w="1618036">
                  <a:extLst>
                    <a:ext uri="{9D8B030D-6E8A-4147-A177-3AD203B41FA5}">
                      <a16:colId xmlns:a16="http://schemas.microsoft.com/office/drawing/2014/main" val="3488177550"/>
                    </a:ext>
                  </a:extLst>
                </a:gridCol>
                <a:gridCol w="1015964">
                  <a:extLst>
                    <a:ext uri="{9D8B030D-6E8A-4147-A177-3AD203B41FA5}">
                      <a16:colId xmlns:a16="http://schemas.microsoft.com/office/drawing/2014/main" val="1275503605"/>
                    </a:ext>
                  </a:extLst>
                </a:gridCol>
                <a:gridCol w="1015964">
                  <a:extLst>
                    <a:ext uri="{9D8B030D-6E8A-4147-A177-3AD203B41FA5}">
                      <a16:colId xmlns:a16="http://schemas.microsoft.com/office/drawing/2014/main" val="2450431944"/>
                    </a:ext>
                  </a:extLst>
                </a:gridCol>
                <a:gridCol w="1015964">
                  <a:extLst>
                    <a:ext uri="{9D8B030D-6E8A-4147-A177-3AD203B41FA5}">
                      <a16:colId xmlns:a16="http://schemas.microsoft.com/office/drawing/2014/main" val="3409541821"/>
                    </a:ext>
                  </a:extLst>
                </a:gridCol>
              </a:tblGrid>
              <a:tr h="216000">
                <a:tc>
                  <a:txBody>
                    <a:bodyPr/>
                    <a:lstStyle/>
                    <a:p>
                      <a:pPr algn="ctr"/>
                      <a:r>
                        <a:rPr lang="es-MX" sz="1050" b="1" dirty="0"/>
                        <a:t>Variable</a:t>
                      </a:r>
                      <a:endParaRPr lang="en-US" sz="1050" b="1" dirty="0"/>
                    </a:p>
                  </a:txBody>
                  <a:tcPr/>
                </a:tc>
                <a:tc>
                  <a:txBody>
                    <a:bodyPr/>
                    <a:lstStyle/>
                    <a:p>
                      <a:pPr algn="ctr"/>
                      <a:r>
                        <a:rPr lang="es-MX" sz="1050" b="1" dirty="0"/>
                        <a:t>Pearson</a:t>
                      </a:r>
                      <a:endParaRPr lang="en-US" sz="1050" b="1" dirty="0"/>
                    </a:p>
                  </a:txBody>
                  <a:tcPr/>
                </a:tc>
                <a:tc>
                  <a:txBody>
                    <a:bodyPr/>
                    <a:lstStyle/>
                    <a:p>
                      <a:pPr algn="ctr"/>
                      <a:r>
                        <a:rPr lang="es-MX" sz="1050" b="1" dirty="0"/>
                        <a:t>Kendall</a:t>
                      </a:r>
                      <a:endParaRPr lang="en-US" sz="1050" b="1" dirty="0"/>
                    </a:p>
                  </a:txBody>
                  <a:tcPr/>
                </a:tc>
                <a:tc>
                  <a:txBody>
                    <a:bodyPr/>
                    <a:lstStyle/>
                    <a:p>
                      <a:pPr algn="ctr"/>
                      <a:r>
                        <a:rPr lang="es-MX" sz="1050" b="1" dirty="0"/>
                        <a:t>Promedio</a:t>
                      </a:r>
                      <a:endParaRPr lang="en-US" sz="1050" b="1" dirty="0"/>
                    </a:p>
                  </a:txBody>
                  <a:tcPr/>
                </a:tc>
                <a:extLst>
                  <a:ext uri="{0D108BD9-81ED-4DB2-BD59-A6C34878D82A}">
                    <a16:rowId xmlns:a16="http://schemas.microsoft.com/office/drawing/2014/main" val="2696274012"/>
                  </a:ext>
                </a:extLst>
              </a:tr>
              <a:tr h="0">
                <a:tc>
                  <a:txBody>
                    <a:bodyPr/>
                    <a:lstStyle/>
                    <a:p>
                      <a:pPr algn="l"/>
                      <a:r>
                        <a:rPr lang="es-MX" sz="1000" u="sng" dirty="0"/>
                        <a:t>Día</a:t>
                      </a:r>
                      <a:endParaRPr lang="en-US" sz="1000" u="sng"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-0.003437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-0.002983</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-0.003210</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25704153"/>
                  </a:ext>
                </a:extLst>
              </a:tr>
              <a:tr h="0">
                <a:tc>
                  <a:txBody>
                    <a:bodyPr/>
                    <a:lstStyle/>
                    <a:p>
                      <a:pPr algn="l"/>
                      <a:r>
                        <a:rPr lang="es-MX" sz="1000" u="sng" dirty="0"/>
                        <a:t>Año</a:t>
                      </a:r>
                      <a:endParaRPr lang="en-US" sz="1000" u="sng"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0.096949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0.052897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0.074923</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124801391"/>
                  </a:ext>
                </a:extLst>
              </a:tr>
              <a:tr h="0">
                <a:tc>
                  <a:txBody>
                    <a:bodyPr/>
                    <a:lstStyle/>
                    <a:p>
                      <a:pPr algn="l"/>
                      <a:r>
                        <a:rPr lang="es-MX" sz="900" u="sng" dirty="0"/>
                        <a:t>Semana</a:t>
                      </a:r>
                      <a:endParaRPr lang="en-US" sz="900" u="sng"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-0.091507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-0.058657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-0.075082</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77660044"/>
                  </a:ext>
                </a:extLst>
              </a:tr>
              <a:tr h="0">
                <a:tc>
                  <a:txBody>
                    <a:bodyPr/>
                    <a:lstStyle/>
                    <a:p>
                      <a:pPr algn="l"/>
                      <a:r>
                        <a:rPr lang="es-MX" sz="900" u="sng" dirty="0"/>
                        <a:t>Día de la semana</a:t>
                      </a:r>
                      <a:endParaRPr lang="en-US" sz="900" u="sng"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-0.009894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-0.007264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-0.008579</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55890556"/>
                  </a:ext>
                </a:extLst>
              </a:tr>
              <a:tr h="0">
                <a:tc>
                  <a:txBody>
                    <a:bodyPr/>
                    <a:lstStyle/>
                    <a:p>
                      <a:pPr algn="l"/>
                      <a:r>
                        <a:rPr lang="es-MX" sz="900" u="sng" dirty="0"/>
                        <a:t>Mes</a:t>
                      </a:r>
                      <a:endParaRPr lang="en-US" sz="900" u="sng"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-0.098841</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-0059956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-0.074898</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433308926"/>
                  </a:ext>
                </a:extLst>
              </a:tr>
              <a:tr h="0">
                <a:tc>
                  <a:txBody>
                    <a:bodyPr/>
                    <a:lstStyle/>
                    <a:p>
                      <a:pPr algn="l"/>
                      <a:r>
                        <a:rPr lang="es-MX" sz="900" u="sng" dirty="0"/>
                        <a:t>Hora</a:t>
                      </a:r>
                      <a:endParaRPr lang="en-US" sz="900" u="sng"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0.109536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0.089766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0.099651</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10501959"/>
                  </a:ext>
                </a:extLst>
              </a:tr>
              <a:tr h="0">
                <a:tc>
                  <a:txBody>
                    <a:bodyPr/>
                    <a:lstStyle/>
                    <a:p>
                      <a:pPr algn="l"/>
                      <a:r>
                        <a:rPr lang="es-MX" sz="900" dirty="0"/>
                        <a:t>Temperatura</a:t>
                      </a:r>
                      <a:endParaRPr lang="en-US" sz="900" dirty="0"/>
                    </a:p>
                  </a:txBody>
                  <a:tcPr>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0.521180</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0.370055</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0.445617</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extLst>
                  <a:ext uri="{0D108BD9-81ED-4DB2-BD59-A6C34878D82A}">
                    <a16:rowId xmlns:a16="http://schemas.microsoft.com/office/drawing/2014/main" val="275821285"/>
                  </a:ext>
                </a:extLst>
              </a:tr>
              <a:tr h="0">
                <a:tc>
                  <a:txBody>
                    <a:bodyPr/>
                    <a:lstStyle/>
                    <a:p>
                      <a:pPr algn="l"/>
                      <a:r>
                        <a:rPr lang="es-MX" sz="900" dirty="0"/>
                        <a:t>Probabilidad de Lluvia</a:t>
                      </a:r>
                      <a:endParaRPr lang="en-US" sz="900" dirty="0"/>
                    </a:p>
                  </a:txBody>
                  <a:tcPr>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-0.095980</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-0.178967</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-0.137474</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extLst>
                  <a:ext uri="{0D108BD9-81ED-4DB2-BD59-A6C34878D82A}">
                    <a16:rowId xmlns:a16="http://schemas.microsoft.com/office/drawing/2014/main" val="3000598802"/>
                  </a:ext>
                </a:extLst>
              </a:tr>
              <a:tr h="0">
                <a:tc>
                  <a:txBody>
                    <a:bodyPr/>
                    <a:lstStyle/>
                    <a:p>
                      <a:pPr algn="l"/>
                      <a:r>
                        <a:rPr lang="es-MX" sz="900" dirty="0"/>
                        <a:t>Humedad Relativa</a:t>
                      </a:r>
                      <a:endParaRPr lang="en-US" sz="900" dirty="0"/>
                    </a:p>
                  </a:txBody>
                  <a:tcPr>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-0.485734</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-0.341182</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-0.413458</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extLst>
                  <a:ext uri="{0D108BD9-81ED-4DB2-BD59-A6C34878D82A}">
                    <a16:rowId xmlns:a16="http://schemas.microsoft.com/office/drawing/2014/main" val="572937555"/>
                  </a:ext>
                </a:extLst>
              </a:tr>
              <a:tr h="0">
                <a:tc>
                  <a:txBody>
                    <a:bodyPr/>
                    <a:lstStyle/>
                    <a:p>
                      <a:pPr algn="l"/>
                      <a:r>
                        <a:rPr lang="es-MX" sz="900" dirty="0"/>
                        <a:t>Velocidad Viento</a:t>
                      </a:r>
                      <a:endParaRPr lang="en-US" sz="900"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0.073393</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0.039071</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0.056232</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61748316"/>
                  </a:ext>
                </a:extLst>
              </a:tr>
              <a:tr h="0">
                <a:tc>
                  <a:txBody>
                    <a:bodyPr/>
                    <a:lstStyle/>
                    <a:p>
                      <a:pPr algn="l"/>
                      <a:r>
                        <a:rPr lang="es-MX" sz="900" dirty="0"/>
                        <a:t>Cobertura Nubes</a:t>
                      </a:r>
                      <a:endParaRPr lang="en-US" sz="900"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-0.101464</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-0.022342</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-0.061903</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90939585"/>
                  </a:ext>
                </a:extLst>
              </a:tr>
              <a:tr h="0">
                <a:tc>
                  <a:txBody>
                    <a:bodyPr/>
                    <a:lstStyle/>
                    <a:p>
                      <a:pPr algn="l"/>
                      <a:r>
                        <a:rPr lang="es-MX" sz="900" dirty="0"/>
                        <a:t>Índice UV</a:t>
                      </a:r>
                      <a:endParaRPr lang="en-US" sz="900" dirty="0"/>
                    </a:p>
                  </a:txBody>
                  <a:tcPr>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0.784434</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0.795089</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ctr" fontAlgn="b"/>
                      <a:r>
                        <a:rPr lang="es-MX" sz="1100" b="0" i="0" u="none" strike="noStrike" dirty="0">
                          <a:solidFill>
                            <a:srgbClr val="000000"/>
                          </a:solidFill>
                          <a:effectLst/>
                          <a:latin typeface="Aptos Narrow" panose="020B0004020202020204" pitchFamily="34" charset="0"/>
                        </a:rPr>
                        <a:t>0.789762</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extLst>
                  <a:ext uri="{0D108BD9-81ED-4DB2-BD59-A6C34878D82A}">
                    <a16:rowId xmlns:a16="http://schemas.microsoft.com/office/drawing/2014/main" val="2206827516"/>
                  </a:ext>
                </a:extLst>
              </a:tr>
              <a:tr h="0">
                <a:tc>
                  <a:txBody>
                    <a:bodyPr/>
                    <a:lstStyle/>
                    <a:p>
                      <a:pPr algn="l"/>
                      <a:r>
                        <a:rPr lang="es-MX" sz="900" dirty="0"/>
                        <a:t>Condición del Cielo</a:t>
                      </a:r>
                      <a:endParaRPr lang="en-US" sz="900" dirty="0"/>
                    </a:p>
                  </a:txBody>
                  <a:tcPr>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-0.197619</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-0.146762</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-0.172191</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extLst>
                  <a:ext uri="{0D108BD9-81ED-4DB2-BD59-A6C34878D82A}">
                    <a16:rowId xmlns:a16="http://schemas.microsoft.com/office/drawing/2014/main" val="548834830"/>
                  </a:ext>
                </a:extLst>
              </a:tr>
              <a:tr h="0">
                <a:tc>
                  <a:txBody>
                    <a:bodyPr/>
                    <a:lstStyle/>
                    <a:p>
                      <a:pPr algn="l"/>
                      <a:r>
                        <a:rPr lang="es-MX" sz="900" dirty="0"/>
                        <a:t>Dirección Viento</a:t>
                      </a:r>
                      <a:endParaRPr lang="en-US" sz="900"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0.019556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-0.011456</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0.004050</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16389814"/>
                  </a:ext>
                </a:extLst>
              </a:tr>
              <a:tr h="0">
                <a:tc>
                  <a:txBody>
                    <a:bodyPr/>
                    <a:lstStyle/>
                    <a:p>
                      <a:pPr algn="l"/>
                      <a:r>
                        <a:rPr lang="es-MX" sz="900" dirty="0"/>
                        <a:t>Velocidad Ráfaga</a:t>
                      </a:r>
                      <a:endParaRPr lang="en-US" sz="900" dirty="0"/>
                    </a:p>
                  </a:txBody>
                  <a:tcPr/>
                </a:tc>
                <a:tc>
                  <a:txBody>
                    <a:bodyPr/>
                    <a:lstStyle/>
                    <a:p>
                      <a:pPr algn="ctr" fontAlgn="b"/>
                      <a:r>
                        <a:rPr lang="es-MX" sz="1100" b="0" i="0" u="none" strike="noStrike" dirty="0">
                          <a:solidFill>
                            <a:srgbClr val="000000"/>
                          </a:solidFill>
                          <a:effectLst/>
                          <a:latin typeface="Aptos Narrow" panose="020B0004020202020204" pitchFamily="34" charset="0"/>
                        </a:rPr>
                        <a:t>0.071937</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0.026589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s-MX" sz="1100" b="0" i="0" u="none" strike="noStrike" dirty="0">
                          <a:solidFill>
                            <a:srgbClr val="000000"/>
                          </a:solidFill>
                          <a:effectLst/>
                          <a:latin typeface="Aptos Narrow" panose="020B0004020202020204" pitchFamily="34" charset="0"/>
                        </a:rPr>
                        <a:t>0.049263</a:t>
                      </a: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48336848"/>
                  </a:ext>
                </a:extLst>
              </a:tr>
              <a:tr h="0">
                <a:tc>
                  <a:txBody>
                    <a:bodyPr/>
                    <a:lstStyle/>
                    <a:p>
                      <a:pPr algn="l"/>
                      <a:r>
                        <a:rPr lang="es-MX" sz="900" dirty="0"/>
                        <a:t>Punto de Rocío (DPT)</a:t>
                      </a:r>
                      <a:endParaRPr lang="en-US" sz="900" dirty="0"/>
                    </a:p>
                  </a:txBody>
                  <a:tcPr>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-0.120180</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-0.107879</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tc>
                  <a:txBody>
                    <a:bodyPr/>
                    <a:lstStyle/>
                    <a:p>
                      <a:pPr algn="ctr" fontAlgn="b"/>
                      <a:r>
                        <a:rPr lang="es-MX" sz="1100" b="0" i="0" u="none" strike="noStrike" dirty="0">
                          <a:solidFill>
                            <a:srgbClr val="000000"/>
                          </a:solidFill>
                          <a:effectLst/>
                          <a:latin typeface="Aptos Narrow" panose="020B0004020202020204" pitchFamily="34" charset="0"/>
                        </a:rPr>
                        <a:t>-0.114030</a:t>
                      </a:r>
                      <a:endParaRPr lang="en-US" sz="1100" b="0" i="0" u="none" strike="noStrike" dirty="0">
                        <a:solidFill>
                          <a:srgbClr val="000000"/>
                        </a:solidFill>
                        <a:effectLst/>
                        <a:latin typeface="Aptos Narrow" panose="020B0004020202020204" pitchFamily="34" charset="0"/>
                      </a:endParaRPr>
                    </a:p>
                  </a:txBody>
                  <a:tcPr marL="7620" marR="7620" marT="7620" marB="0" anchor="b">
                    <a:solidFill>
                      <a:srgbClr val="92D050"/>
                    </a:solidFill>
                  </a:tcPr>
                </a:tc>
                <a:extLst>
                  <a:ext uri="{0D108BD9-81ED-4DB2-BD59-A6C34878D82A}">
                    <a16:rowId xmlns:a16="http://schemas.microsoft.com/office/drawing/2014/main" val="1559459228"/>
                  </a:ext>
                </a:extLst>
              </a:tr>
            </a:tbl>
          </a:graphicData>
        </a:graphic>
      </p:graphicFrame>
      <p:sp>
        <p:nvSpPr>
          <p:cNvPr id="3" name="Rectangle: Rounded Corners 2">
            <a:extLst>
              <a:ext uri="{FF2B5EF4-FFF2-40B4-BE49-F238E27FC236}">
                <a16:creationId xmlns:a16="http://schemas.microsoft.com/office/drawing/2014/main" id="{4BD24119-83C9-96C4-A56F-3F648473A773}"/>
              </a:ext>
            </a:extLst>
          </p:cNvPr>
          <p:cNvSpPr/>
          <p:nvPr/>
        </p:nvSpPr>
        <p:spPr>
          <a:xfrm>
            <a:off x="394677" y="1438830"/>
            <a:ext cx="304800" cy="164123"/>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E98942-7350-929C-5537-AC2504D17BFB}"/>
              </a:ext>
            </a:extLst>
          </p:cNvPr>
          <p:cNvSpPr txBox="1"/>
          <p:nvPr/>
        </p:nvSpPr>
        <p:spPr>
          <a:xfrm>
            <a:off x="871411" y="1213114"/>
            <a:ext cx="1922585" cy="307777"/>
          </a:xfrm>
          <a:prstGeom prst="rect">
            <a:avLst/>
          </a:prstGeom>
          <a:noFill/>
        </p:spPr>
        <p:txBody>
          <a:bodyPr wrap="square" rtlCol="0">
            <a:spAutoFit/>
          </a:bodyPr>
          <a:lstStyle/>
          <a:p>
            <a:r>
              <a:rPr lang="es-MX" dirty="0"/>
              <a:t>(</a:t>
            </a:r>
            <a:r>
              <a:rPr lang="es-MX" dirty="0" err="1"/>
              <a:t>Munsif</a:t>
            </a:r>
            <a:r>
              <a:rPr lang="es-MX" dirty="0"/>
              <a:t> et al., 2023) </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9D34E9A-B843-AF4E-AE55-132FDE37177E}"/>
                  </a:ext>
                </a:extLst>
              </p:cNvPr>
              <p:cNvSpPr txBox="1"/>
              <p:nvPr/>
            </p:nvSpPr>
            <p:spPr>
              <a:xfrm>
                <a:off x="785444" y="1484236"/>
                <a:ext cx="192258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i="1" smtClean="0">
                              <a:latin typeface="Cambria Math" panose="02040503050406030204" pitchFamily="18" charset="0"/>
                            </a:rPr>
                          </m:ctrlPr>
                        </m:dPr>
                        <m:e>
                          <m:r>
                            <a:rPr lang="es-MX" b="0" i="1" smtClean="0">
                              <a:latin typeface="Cambria Math" panose="02040503050406030204" pitchFamily="18" charset="0"/>
                            </a:rPr>
                            <m:t>−1, −0.35</m:t>
                          </m:r>
                        </m:e>
                      </m:d>
                      <m:r>
                        <a:rPr lang="es-MX" i="1" smtClean="0">
                          <a:latin typeface="Cambria Math" panose="02040503050406030204" pitchFamily="18" charset="0"/>
                          <a:ea typeface="Cambria Math" panose="02040503050406030204" pitchFamily="18" charset="0"/>
                        </a:rPr>
                        <m:t>∪</m:t>
                      </m:r>
                      <m:d>
                        <m:dPr>
                          <m:begChr m:val="["/>
                          <m:endChr m:val="]"/>
                          <m:ctrlPr>
                            <a:rPr lang="es-MX" i="1" smtClean="0">
                              <a:latin typeface="Cambria Math" panose="02040503050406030204" pitchFamily="18" charset="0"/>
                              <a:ea typeface="Cambria Math" panose="02040503050406030204" pitchFamily="18" charset="0"/>
                            </a:rPr>
                          </m:ctrlPr>
                        </m:dPr>
                        <m:e>
                          <m:r>
                            <a:rPr lang="es-MX" b="0" i="1" smtClean="0">
                              <a:latin typeface="Cambria Math" panose="02040503050406030204" pitchFamily="18" charset="0"/>
                              <a:ea typeface="Cambria Math" panose="02040503050406030204" pitchFamily="18" charset="0"/>
                            </a:rPr>
                            <m:t>0.35,1</m:t>
                          </m:r>
                        </m:e>
                      </m:d>
                    </m:oMath>
                  </m:oMathPara>
                </a14:m>
                <a:endParaRPr lang="en-US" dirty="0"/>
              </a:p>
            </p:txBody>
          </p:sp>
        </mc:Choice>
        <mc:Fallback xmlns="">
          <p:sp>
            <p:nvSpPr>
              <p:cNvPr id="6" name="TextBox 5">
                <a:extLst>
                  <a:ext uri="{FF2B5EF4-FFF2-40B4-BE49-F238E27FC236}">
                    <a16:creationId xmlns:a16="http://schemas.microsoft.com/office/drawing/2014/main" id="{59D34E9A-B843-AF4E-AE55-132FDE37177E}"/>
                  </a:ext>
                </a:extLst>
              </p:cNvPr>
              <p:cNvSpPr txBox="1">
                <a:spLocks noRot="1" noChangeAspect="1" noMove="1" noResize="1" noEditPoints="1" noAdjustHandles="1" noChangeArrowheads="1" noChangeShapeType="1" noTextEdit="1"/>
              </p:cNvSpPr>
              <p:nvPr/>
            </p:nvSpPr>
            <p:spPr>
              <a:xfrm>
                <a:off x="785444" y="1484236"/>
                <a:ext cx="1922585" cy="307777"/>
              </a:xfrm>
              <a:prstGeom prst="rect">
                <a:avLst/>
              </a:prstGeom>
              <a:blipFill>
                <a:blip r:embed="rId2"/>
                <a:stretch>
                  <a:fillRect/>
                </a:stretch>
              </a:blipFill>
            </p:spPr>
            <p:txBody>
              <a:bodyPr/>
              <a:lstStyle/>
              <a:p>
                <a:r>
                  <a:rPr lang="en-US">
                    <a:noFill/>
                  </a:rPr>
                  <a:t> </a:t>
                </a:r>
              </a:p>
            </p:txBody>
          </p:sp>
        </mc:Fallback>
      </mc:AlternateContent>
      <p:sp>
        <p:nvSpPr>
          <p:cNvPr id="7" name="Rectangle: Rounded Corners 6">
            <a:extLst>
              <a:ext uri="{FF2B5EF4-FFF2-40B4-BE49-F238E27FC236}">
                <a16:creationId xmlns:a16="http://schemas.microsoft.com/office/drawing/2014/main" id="{36769E6E-EC1F-3AC2-FD8A-B681A57B480C}"/>
              </a:ext>
            </a:extLst>
          </p:cNvPr>
          <p:cNvSpPr/>
          <p:nvPr/>
        </p:nvSpPr>
        <p:spPr>
          <a:xfrm>
            <a:off x="394677" y="3214910"/>
            <a:ext cx="304800" cy="164123"/>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E20FBC2-0595-8753-5C93-C965E631E268}"/>
              </a:ext>
            </a:extLst>
          </p:cNvPr>
          <p:cNvSpPr txBox="1"/>
          <p:nvPr/>
        </p:nvSpPr>
        <p:spPr>
          <a:xfrm>
            <a:off x="871411" y="2801440"/>
            <a:ext cx="1922585" cy="307777"/>
          </a:xfrm>
          <a:prstGeom prst="rect">
            <a:avLst/>
          </a:prstGeom>
          <a:noFill/>
        </p:spPr>
        <p:txBody>
          <a:bodyPr wrap="square" rtlCol="0">
            <a:spAutoFit/>
          </a:bodyPr>
          <a:lstStyle/>
          <a:p>
            <a:r>
              <a:rPr lang="es-MX" dirty="0"/>
              <a:t>Propio</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5E57EC-63E7-1483-AF54-748466D05483}"/>
                  </a:ext>
                </a:extLst>
              </p:cNvPr>
              <p:cNvSpPr txBox="1"/>
              <p:nvPr/>
            </p:nvSpPr>
            <p:spPr>
              <a:xfrm>
                <a:off x="785444" y="3072562"/>
                <a:ext cx="192258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i="1" smtClean="0">
                              <a:latin typeface="Cambria Math" panose="02040503050406030204" pitchFamily="18" charset="0"/>
                            </a:rPr>
                          </m:ctrlPr>
                        </m:dPr>
                        <m:e>
                          <m:r>
                            <a:rPr lang="es-MX" b="0" i="1" smtClean="0">
                              <a:latin typeface="Cambria Math" panose="02040503050406030204" pitchFamily="18" charset="0"/>
                            </a:rPr>
                            <m:t>−1, −0.10</m:t>
                          </m:r>
                        </m:e>
                      </m:d>
                      <m:r>
                        <a:rPr lang="es-MX" i="1" smtClean="0">
                          <a:latin typeface="Cambria Math" panose="02040503050406030204" pitchFamily="18" charset="0"/>
                          <a:ea typeface="Cambria Math" panose="02040503050406030204" pitchFamily="18" charset="0"/>
                        </a:rPr>
                        <m:t>∪</m:t>
                      </m:r>
                      <m:d>
                        <m:dPr>
                          <m:begChr m:val="["/>
                          <m:endChr m:val="]"/>
                          <m:ctrlPr>
                            <a:rPr lang="es-MX" i="1" smtClean="0">
                              <a:latin typeface="Cambria Math" panose="02040503050406030204" pitchFamily="18" charset="0"/>
                              <a:ea typeface="Cambria Math" panose="02040503050406030204" pitchFamily="18" charset="0"/>
                            </a:rPr>
                          </m:ctrlPr>
                        </m:dPr>
                        <m:e>
                          <m:r>
                            <a:rPr lang="es-MX" b="0" i="1" smtClean="0">
                              <a:latin typeface="Cambria Math" panose="02040503050406030204" pitchFamily="18" charset="0"/>
                              <a:ea typeface="Cambria Math" panose="02040503050406030204" pitchFamily="18" charset="0"/>
                            </a:rPr>
                            <m:t>0.10,1</m:t>
                          </m:r>
                        </m:e>
                      </m:d>
                    </m:oMath>
                  </m:oMathPara>
                </a14:m>
                <a:endParaRPr lang="en-US" dirty="0"/>
              </a:p>
            </p:txBody>
          </p:sp>
        </mc:Choice>
        <mc:Fallback xmlns="">
          <p:sp>
            <p:nvSpPr>
              <p:cNvPr id="9" name="TextBox 8">
                <a:extLst>
                  <a:ext uri="{FF2B5EF4-FFF2-40B4-BE49-F238E27FC236}">
                    <a16:creationId xmlns:a16="http://schemas.microsoft.com/office/drawing/2014/main" id="{D75E57EC-63E7-1483-AF54-748466D05483}"/>
                  </a:ext>
                </a:extLst>
              </p:cNvPr>
              <p:cNvSpPr txBox="1">
                <a:spLocks noRot="1" noChangeAspect="1" noMove="1" noResize="1" noEditPoints="1" noAdjustHandles="1" noChangeArrowheads="1" noChangeShapeType="1" noTextEdit="1"/>
              </p:cNvSpPr>
              <p:nvPr/>
            </p:nvSpPr>
            <p:spPr>
              <a:xfrm>
                <a:off x="785444" y="3072562"/>
                <a:ext cx="1922585" cy="307777"/>
              </a:xfrm>
              <a:prstGeom prst="rect">
                <a:avLst/>
              </a:prstGeom>
              <a:blipFill>
                <a:blip r:embed="rId3"/>
                <a:stretch>
                  <a:fillRect/>
                </a:stretch>
              </a:blipFill>
            </p:spPr>
            <p:txBody>
              <a:bodyPr/>
              <a:lstStyle/>
              <a:p>
                <a:r>
                  <a:rPr lang="en-US">
                    <a:noFill/>
                  </a:rPr>
                  <a:t> </a:t>
                </a:r>
              </a:p>
            </p:txBody>
          </p:sp>
        </mc:Fallback>
      </mc:AlternateContent>
      <p:sp>
        <p:nvSpPr>
          <p:cNvPr id="10" name="Rectangle: Rounded Corners 9">
            <a:extLst>
              <a:ext uri="{FF2B5EF4-FFF2-40B4-BE49-F238E27FC236}">
                <a16:creationId xmlns:a16="http://schemas.microsoft.com/office/drawing/2014/main" id="{63EE020E-1B99-6D2F-8D0D-BB93F07C811B}"/>
              </a:ext>
            </a:extLst>
          </p:cNvPr>
          <p:cNvSpPr/>
          <p:nvPr/>
        </p:nvSpPr>
        <p:spPr>
          <a:xfrm>
            <a:off x="394677" y="2791205"/>
            <a:ext cx="304800" cy="164123"/>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2E97E536-8257-150D-28DE-975D320D006A}"/>
              </a:ext>
            </a:extLst>
          </p:cNvPr>
          <p:cNvSpPr/>
          <p:nvPr/>
        </p:nvSpPr>
        <p:spPr>
          <a:xfrm>
            <a:off x="457077" y="2995119"/>
            <a:ext cx="180000" cy="180000"/>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a:extLst>
              <a:ext uri="{FF2B5EF4-FFF2-40B4-BE49-F238E27FC236}">
                <a16:creationId xmlns:a16="http://schemas.microsoft.com/office/drawing/2014/main" id="{E488B0CD-7AAE-88C3-5367-B021495E3615}"/>
              </a:ext>
            </a:extLst>
          </p:cNvPr>
          <p:cNvSpPr>
            <a:spLocks noGrp="1"/>
          </p:cNvSpPr>
          <p:nvPr>
            <p:ph type="sldNum" sz="quarter" idx="10"/>
          </p:nvPr>
        </p:nvSpPr>
        <p:spPr/>
        <p:txBody>
          <a:bodyPr/>
          <a:lstStyle/>
          <a:p>
            <a:fld id="{FD066784-9D51-4624-A73B-AF851740F580}" type="slidenum">
              <a:rPr lang="en-US" smtClean="0"/>
              <a:pPr/>
              <a:t>27</a:t>
            </a:fld>
            <a:endParaRPr lang="en-US"/>
          </a:p>
        </p:txBody>
      </p:sp>
    </p:spTree>
    <p:extLst>
      <p:ext uri="{BB962C8B-B14F-4D97-AF65-F5344CB8AC3E}">
        <p14:creationId xmlns:p14="http://schemas.microsoft.com/office/powerpoint/2010/main" val="128890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animBg="1"/>
      <p:bldP spid="4" grpId="0"/>
      <p:bldP spid="6" grpId="0"/>
      <p:bldP spid="7" grpId="0" animBg="1"/>
      <p:bldP spid="8" grpId="0"/>
      <p:bldP spid="9" grpId="0"/>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CB61398C-1DEA-F81C-54F5-492EB8546BCC}"/>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851F570A-DAB1-FB59-A8E4-264646BE7C33}"/>
              </a:ext>
            </a:extLst>
          </p:cNvPr>
          <p:cNvSpPr txBox="1">
            <a:spLocks noGrp="1"/>
          </p:cNvSpPr>
          <p:nvPr>
            <p:ph type="subTitle" idx="4294967295"/>
          </p:nvPr>
        </p:nvSpPr>
        <p:spPr>
          <a:xfrm>
            <a:off x="633046" y="1020958"/>
            <a:ext cx="7854462" cy="1983580"/>
          </a:xfrm>
          <a:prstGeom prst="rect">
            <a:avLst/>
          </a:prstGeom>
        </p:spPr>
        <p:txBody>
          <a:bodyPr spcFirstLastPara="1" wrap="square" lIns="91425" tIns="91425" rIns="91425" bIns="91425" anchor="ctr" anchorCtr="0">
            <a:noAutofit/>
          </a:bodyPr>
          <a:lstStyle/>
          <a:p>
            <a:pPr marL="0" indent="0" algn="just">
              <a:spcAft>
                <a:spcPts val="600"/>
              </a:spcAft>
              <a:buNone/>
            </a:pPr>
            <a:r>
              <a:rPr lang="es-MX" noProof="0" dirty="0"/>
              <a:t>La generación solar varía con el clima, se agrupan los datos de acuerdo a condiciones climáticas similares.</a:t>
            </a:r>
          </a:p>
          <a:p>
            <a:pPr marL="0" indent="0" algn="just">
              <a:spcAft>
                <a:spcPts val="600"/>
              </a:spcAft>
              <a:buNone/>
            </a:pPr>
            <a:r>
              <a:rPr lang="es-MX" dirty="0"/>
              <a:t>Se excluye el horario nocturno: 10 p.m. a 5 a.m.</a:t>
            </a:r>
          </a:p>
          <a:p>
            <a:pPr marL="0" indent="0" algn="ctr">
              <a:spcAft>
                <a:spcPts val="600"/>
              </a:spcAft>
              <a:buNone/>
            </a:pPr>
            <a:r>
              <a:rPr lang="es-MX" b="1" dirty="0"/>
              <a:t>(Wang  et al.,  2024) -&gt; </a:t>
            </a:r>
            <a:r>
              <a:rPr lang="es-MX" b="1" u="sng" dirty="0" err="1"/>
              <a:t>Kmeans</a:t>
            </a:r>
            <a:r>
              <a:rPr lang="es-MX" b="1" dirty="0"/>
              <a:t> -&gt; “Soleado” y “Nublado”</a:t>
            </a:r>
          </a:p>
          <a:p>
            <a:pPr marL="0" indent="0" algn="ctr">
              <a:spcAft>
                <a:spcPts val="600"/>
              </a:spcAft>
              <a:buNone/>
            </a:pPr>
            <a:r>
              <a:rPr lang="es-MX" b="1" noProof="0" dirty="0"/>
              <a:t>(</a:t>
            </a:r>
            <a:r>
              <a:rPr lang="es-MX" b="1" noProof="0" dirty="0" err="1"/>
              <a:t>Guo</a:t>
            </a:r>
            <a:r>
              <a:rPr lang="es-MX" b="1" noProof="0" dirty="0"/>
              <a:t> et al., 2024) -&gt; </a:t>
            </a:r>
            <a:r>
              <a:rPr lang="es-MX" b="1" u="sng" noProof="0" dirty="0"/>
              <a:t>Gaussian Mixture </a:t>
            </a:r>
            <a:r>
              <a:rPr lang="es-MX" b="1" u="sng" noProof="0" dirty="0" err="1"/>
              <a:t>Model</a:t>
            </a:r>
            <a:r>
              <a:rPr lang="es-MX" b="1" u="sng" noProof="0" dirty="0"/>
              <a:t> (GMM)</a:t>
            </a:r>
            <a:r>
              <a:rPr lang="es-MX" b="1" noProof="0" dirty="0"/>
              <a:t> -&gt; “Soleado”, “Nublado” y “Lluvioso”</a:t>
            </a:r>
          </a:p>
        </p:txBody>
      </p:sp>
      <p:sp>
        <p:nvSpPr>
          <p:cNvPr id="4" name="Google Shape;2844;p41">
            <a:extLst>
              <a:ext uri="{FF2B5EF4-FFF2-40B4-BE49-F238E27FC236}">
                <a16:creationId xmlns:a16="http://schemas.microsoft.com/office/drawing/2014/main" id="{8D9F3546-7838-6C8D-7188-4F60D1A82BC5}"/>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Agrupamiento de datos</a:t>
            </a:r>
          </a:p>
        </p:txBody>
      </p:sp>
      <p:pic>
        <p:nvPicPr>
          <p:cNvPr id="5" name="Picture 4" descr="A graph of a graph of a function&#10;&#10;AI-generated content may be incorrect.">
            <a:extLst>
              <a:ext uri="{FF2B5EF4-FFF2-40B4-BE49-F238E27FC236}">
                <a16:creationId xmlns:a16="http://schemas.microsoft.com/office/drawing/2014/main" id="{E58F9802-2A04-F54E-240B-6FFD85199512}"/>
              </a:ext>
            </a:extLst>
          </p:cNvPr>
          <p:cNvPicPr>
            <a:picLocks noChangeAspect="1"/>
          </p:cNvPicPr>
          <p:nvPr/>
        </p:nvPicPr>
        <p:blipFill>
          <a:blip r:embed="rId3"/>
          <a:stretch>
            <a:fillRect/>
          </a:stretch>
        </p:blipFill>
        <p:spPr>
          <a:xfrm>
            <a:off x="0" y="2754136"/>
            <a:ext cx="4360985" cy="1592908"/>
          </a:xfrm>
          <a:prstGeom prst="rect">
            <a:avLst/>
          </a:prstGeom>
          <a:ln>
            <a:noFill/>
          </a:ln>
          <a:effectLst>
            <a:outerShdw blurRad="292100" dist="139700" dir="2700000" algn="tl" rotWithShape="0">
              <a:srgbClr val="333333">
                <a:alpha val="65000"/>
              </a:srgbClr>
            </a:outerShdw>
          </a:effectLst>
        </p:spPr>
      </p:pic>
      <p:pic>
        <p:nvPicPr>
          <p:cNvPr id="7" name="Picture 6" descr="A graph of a graph of a function&#10;&#10;AI-generated content may be incorrect.">
            <a:extLst>
              <a:ext uri="{FF2B5EF4-FFF2-40B4-BE49-F238E27FC236}">
                <a16:creationId xmlns:a16="http://schemas.microsoft.com/office/drawing/2014/main" id="{186F47B9-2D70-2FCD-9C90-C4BE7E26EA2D}"/>
              </a:ext>
            </a:extLst>
          </p:cNvPr>
          <p:cNvPicPr>
            <a:picLocks noChangeAspect="1"/>
          </p:cNvPicPr>
          <p:nvPr/>
        </p:nvPicPr>
        <p:blipFill>
          <a:blip r:embed="rId4"/>
          <a:stretch>
            <a:fillRect/>
          </a:stretch>
        </p:blipFill>
        <p:spPr>
          <a:xfrm>
            <a:off x="4501662" y="3550590"/>
            <a:ext cx="4642338" cy="159290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EB1C498D-6867-86C8-5F1B-D741D64254FD}"/>
              </a:ext>
            </a:extLst>
          </p:cNvPr>
          <p:cNvSpPr>
            <a:spLocks noGrp="1"/>
          </p:cNvSpPr>
          <p:nvPr>
            <p:ph type="sldNum" sz="quarter" idx="10"/>
          </p:nvPr>
        </p:nvSpPr>
        <p:spPr/>
        <p:txBody>
          <a:bodyPr/>
          <a:lstStyle/>
          <a:p>
            <a:fld id="{FD066784-9D51-4624-A73B-AF851740F580}" type="slidenum">
              <a:rPr lang="en-US" smtClean="0"/>
              <a:pPr/>
              <a:t>28</a:t>
            </a:fld>
            <a:endParaRPr lang="en-US" dirty="0"/>
          </a:p>
        </p:txBody>
      </p:sp>
    </p:spTree>
    <p:extLst>
      <p:ext uri="{BB962C8B-B14F-4D97-AF65-F5344CB8AC3E}">
        <p14:creationId xmlns:p14="http://schemas.microsoft.com/office/powerpoint/2010/main" val="278054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2845">
                                            <p:txEl>
                                              <p:pRg st="0" end="0"/>
                                            </p:txEl>
                                          </p:spTgt>
                                        </p:tgtEl>
                                        <p:attrNameLst>
                                          <p:attrName>style.visibility</p:attrName>
                                        </p:attrNameLst>
                                      </p:cBhvr>
                                      <p:to>
                                        <p:strVal val="visible"/>
                                      </p:to>
                                    </p:set>
                                    <p:animEffect transition="in" filter="fade">
                                      <p:cBhvr>
                                        <p:cTn id="16" dur="1000"/>
                                        <p:tgtEl>
                                          <p:spTgt spid="2845">
                                            <p:txEl>
                                              <p:pRg st="0" end="0"/>
                                            </p:txEl>
                                          </p:spTgt>
                                        </p:tgtEl>
                                      </p:cBhvr>
                                    </p:animEffect>
                                    <p:anim calcmode="lin" valueType="num">
                                      <p:cBhvr>
                                        <p:cTn id="17"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845">
                                            <p:txEl>
                                              <p:pRg st="1" end="1"/>
                                            </p:txEl>
                                          </p:spTgt>
                                        </p:tgtEl>
                                        <p:attrNameLst>
                                          <p:attrName>style.visibility</p:attrName>
                                        </p:attrNameLst>
                                      </p:cBhvr>
                                      <p:to>
                                        <p:strVal val="visible"/>
                                      </p:to>
                                    </p:set>
                                    <p:animEffect transition="in" filter="fade">
                                      <p:cBhvr>
                                        <p:cTn id="21" dur="1000"/>
                                        <p:tgtEl>
                                          <p:spTgt spid="2845">
                                            <p:txEl>
                                              <p:pRg st="1" end="1"/>
                                            </p:txEl>
                                          </p:spTgt>
                                        </p:tgtEl>
                                      </p:cBhvr>
                                    </p:animEffect>
                                    <p:anim calcmode="lin" valueType="num">
                                      <p:cBhvr>
                                        <p:cTn id="22"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845">
                                            <p:txEl>
                                              <p:pRg st="2" end="2"/>
                                            </p:txEl>
                                          </p:spTgt>
                                        </p:tgtEl>
                                        <p:attrNameLst>
                                          <p:attrName>style.visibility</p:attrName>
                                        </p:attrNameLst>
                                      </p:cBhvr>
                                      <p:to>
                                        <p:strVal val="visible"/>
                                      </p:to>
                                    </p:set>
                                    <p:animEffect transition="in" filter="fade">
                                      <p:cBhvr>
                                        <p:cTn id="26" dur="1000"/>
                                        <p:tgtEl>
                                          <p:spTgt spid="2845">
                                            <p:txEl>
                                              <p:pRg st="2" end="2"/>
                                            </p:txEl>
                                          </p:spTgt>
                                        </p:tgtEl>
                                      </p:cBhvr>
                                    </p:animEffect>
                                    <p:anim calcmode="lin" valueType="num">
                                      <p:cBhvr>
                                        <p:cTn id="27"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845">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845">
                                            <p:txEl>
                                              <p:pRg st="3" end="3"/>
                                            </p:txEl>
                                          </p:spTgt>
                                        </p:tgtEl>
                                        <p:attrNameLst>
                                          <p:attrName>style.visibility</p:attrName>
                                        </p:attrNameLst>
                                      </p:cBhvr>
                                      <p:to>
                                        <p:strVal val="visible"/>
                                      </p:to>
                                    </p:set>
                                    <p:animEffect transition="in" filter="fade">
                                      <p:cBhvr>
                                        <p:cTn id="31" dur="1000"/>
                                        <p:tgtEl>
                                          <p:spTgt spid="2845">
                                            <p:txEl>
                                              <p:pRg st="3" end="3"/>
                                            </p:txEl>
                                          </p:spTgt>
                                        </p:tgtEl>
                                      </p:cBhvr>
                                    </p:animEffect>
                                    <p:anim calcmode="lin" valueType="num">
                                      <p:cBhvr>
                                        <p:cTn id="32" dur="1000" fill="hold"/>
                                        <p:tgtEl>
                                          <p:spTgt spid="2845">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84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B3C0-B6A2-17C9-FFCE-A529434102C8}"/>
            </a:ext>
          </a:extLst>
        </p:cNvPr>
        <p:cNvGrpSpPr/>
        <p:nvPr/>
      </p:nvGrpSpPr>
      <p:grpSpPr>
        <a:xfrm>
          <a:off x="0" y="0"/>
          <a:ext cx="0" cy="0"/>
          <a:chOff x="0" y="0"/>
          <a:chExt cx="0" cy="0"/>
        </a:xfrm>
      </p:grpSpPr>
      <p:sp>
        <p:nvSpPr>
          <p:cNvPr id="5" name="Google Shape;2844;p41">
            <a:extLst>
              <a:ext uri="{FF2B5EF4-FFF2-40B4-BE49-F238E27FC236}">
                <a16:creationId xmlns:a16="http://schemas.microsoft.com/office/drawing/2014/main" id="{CB9667C7-6C60-9C89-29B0-F440B1493884}"/>
              </a:ext>
            </a:extLst>
          </p:cNvPr>
          <p:cNvSpPr txBox="1">
            <a:spLocks/>
          </p:cNvSpPr>
          <p:nvPr/>
        </p:nvSpPr>
        <p:spPr>
          <a:xfrm>
            <a:off x="2305538" y="107844"/>
            <a:ext cx="4532924"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r>
              <a:rPr lang="es-MX" sz="2000" dirty="0"/>
              <a:t>Modelos  de aprendizaje</a:t>
            </a:r>
          </a:p>
        </p:txBody>
      </p:sp>
      <p:pic>
        <p:nvPicPr>
          <p:cNvPr id="4" name="Picture 3" descr="A screenshot of a computer&#10;&#10;AI-generated content may be incorrect.">
            <a:extLst>
              <a:ext uri="{FF2B5EF4-FFF2-40B4-BE49-F238E27FC236}">
                <a16:creationId xmlns:a16="http://schemas.microsoft.com/office/drawing/2014/main" id="{43196255-701E-1555-284A-7692B5C3432B}"/>
              </a:ext>
            </a:extLst>
          </p:cNvPr>
          <p:cNvPicPr>
            <a:picLocks noChangeAspect="1"/>
          </p:cNvPicPr>
          <p:nvPr/>
        </p:nvPicPr>
        <p:blipFill>
          <a:blip r:embed="rId2"/>
          <a:srcRect t="30389" b="22011"/>
          <a:stretch/>
        </p:blipFill>
        <p:spPr>
          <a:xfrm>
            <a:off x="1344917" y="531935"/>
            <a:ext cx="6454165" cy="480605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17DD2825-E69A-1BD6-49A7-193AAC60D089}"/>
              </a:ext>
            </a:extLst>
          </p:cNvPr>
          <p:cNvSpPr>
            <a:spLocks noGrp="1"/>
          </p:cNvSpPr>
          <p:nvPr>
            <p:ph type="sldNum" sz="quarter" idx="10"/>
          </p:nvPr>
        </p:nvSpPr>
        <p:spPr/>
        <p:txBody>
          <a:bodyPr/>
          <a:lstStyle/>
          <a:p>
            <a:fld id="{FD066784-9D51-4624-A73B-AF851740F580}" type="slidenum">
              <a:rPr lang="en-US" smtClean="0"/>
              <a:pPr/>
              <a:t>29</a:t>
            </a:fld>
            <a:endParaRPr lang="en-US"/>
          </a:p>
        </p:txBody>
      </p:sp>
    </p:spTree>
    <p:extLst>
      <p:ext uri="{BB962C8B-B14F-4D97-AF65-F5344CB8AC3E}">
        <p14:creationId xmlns:p14="http://schemas.microsoft.com/office/powerpoint/2010/main" val="285219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A62AD9D4-A02F-4396-FC2D-748F00FB594D}"/>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79DCC75A-0186-1282-7036-F83393535DFA}"/>
              </a:ext>
            </a:extLst>
          </p:cNvPr>
          <p:cNvSpPr txBox="1">
            <a:spLocks noGrp="1"/>
          </p:cNvSpPr>
          <p:nvPr>
            <p:ph type="subTitle" idx="4294967295"/>
          </p:nvPr>
        </p:nvSpPr>
        <p:spPr>
          <a:xfrm>
            <a:off x="633046" y="1020957"/>
            <a:ext cx="7854462" cy="2980519"/>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noProof="0" dirty="0"/>
              <a:t>Basado en árboles de decisión.</a:t>
            </a:r>
          </a:p>
          <a:p>
            <a:pPr marL="285750" indent="-285750" algn="just">
              <a:spcAft>
                <a:spcPts val="600"/>
              </a:spcAft>
              <a:buBlip>
                <a:blip r:embed="rId3"/>
              </a:buBlip>
            </a:pPr>
            <a:r>
              <a:rPr lang="es-MX" noProof="0" dirty="0"/>
              <a:t>Utiliza la técnica de </a:t>
            </a:r>
            <a:r>
              <a:rPr lang="es-MX" noProof="0" dirty="0" err="1"/>
              <a:t>Gradieng</a:t>
            </a:r>
            <a:r>
              <a:rPr lang="es-MX" noProof="0" dirty="0"/>
              <a:t> </a:t>
            </a:r>
            <a:r>
              <a:rPr lang="es-MX" noProof="0" dirty="0" err="1"/>
              <a:t>Boosting</a:t>
            </a:r>
            <a:r>
              <a:rPr lang="es-MX" noProof="0" dirty="0"/>
              <a:t>, optimizando el rendimiento y la eficiencia computacional.</a:t>
            </a:r>
          </a:p>
          <a:p>
            <a:pPr marL="285750" indent="-285750" algn="just">
              <a:spcAft>
                <a:spcPts val="600"/>
              </a:spcAft>
              <a:buBlip>
                <a:blip r:embed="rId3"/>
              </a:buBlip>
            </a:pPr>
            <a:r>
              <a:rPr lang="es-MX" noProof="0" dirty="0"/>
              <a:t>Gran capacidad para manejar datos desbalanceados y con ruido.</a:t>
            </a:r>
          </a:p>
          <a:p>
            <a:pPr marL="285750" indent="-285750" algn="just">
              <a:spcAft>
                <a:spcPts val="600"/>
              </a:spcAft>
              <a:buBlip>
                <a:blip r:embed="rId3"/>
              </a:buBlip>
            </a:pPr>
            <a:r>
              <a:rPr lang="es-MX" dirty="0"/>
              <a:t>Modela relaciones no lineales.</a:t>
            </a:r>
            <a:endParaRPr lang="es-MX" noProof="0" dirty="0"/>
          </a:p>
        </p:txBody>
      </p:sp>
      <p:sp>
        <p:nvSpPr>
          <p:cNvPr id="4" name="Google Shape;2844;p41">
            <a:extLst>
              <a:ext uri="{FF2B5EF4-FFF2-40B4-BE49-F238E27FC236}">
                <a16:creationId xmlns:a16="http://schemas.microsoft.com/office/drawing/2014/main" id="{6C4FD9DB-1041-FC3A-274F-9D471817219C}"/>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Light </a:t>
            </a:r>
            <a:r>
              <a:rPr lang="es-MX" sz="2000" dirty="0" err="1"/>
              <a:t>Gradient</a:t>
            </a:r>
            <a:r>
              <a:rPr lang="es-MX" sz="2000" dirty="0"/>
              <a:t> </a:t>
            </a:r>
            <a:r>
              <a:rPr lang="es-MX" sz="2000" dirty="0" err="1"/>
              <a:t>Boosting</a:t>
            </a:r>
            <a:r>
              <a:rPr lang="es-MX" sz="2000" dirty="0"/>
              <a:t> Machine (</a:t>
            </a:r>
            <a:r>
              <a:rPr lang="es-MX" sz="2000" dirty="0" err="1"/>
              <a:t>LightGBM</a:t>
            </a:r>
            <a:r>
              <a:rPr lang="es-MX" sz="2000" dirty="0"/>
              <a:t>)</a:t>
            </a:r>
          </a:p>
        </p:txBody>
      </p:sp>
      <p:sp>
        <p:nvSpPr>
          <p:cNvPr id="2" name="Slide Number Placeholder 1">
            <a:extLst>
              <a:ext uri="{FF2B5EF4-FFF2-40B4-BE49-F238E27FC236}">
                <a16:creationId xmlns:a16="http://schemas.microsoft.com/office/drawing/2014/main" id="{5DA2CBC8-A666-87F3-104B-BD349F0CA6A3}"/>
              </a:ext>
            </a:extLst>
          </p:cNvPr>
          <p:cNvSpPr>
            <a:spLocks noGrp="1"/>
          </p:cNvSpPr>
          <p:nvPr>
            <p:ph type="sldNum" sz="quarter" idx="10"/>
          </p:nvPr>
        </p:nvSpPr>
        <p:spPr/>
        <p:txBody>
          <a:bodyPr/>
          <a:lstStyle/>
          <a:p>
            <a:fld id="{FD066784-9D51-4624-A73B-AF851740F580}" type="slidenum">
              <a:rPr lang="en-US" smtClean="0"/>
              <a:pPr/>
              <a:t>30</a:t>
            </a:fld>
            <a:endParaRPr lang="en-US" dirty="0"/>
          </a:p>
        </p:txBody>
      </p:sp>
    </p:spTree>
    <p:extLst>
      <p:ext uri="{BB962C8B-B14F-4D97-AF65-F5344CB8AC3E}">
        <p14:creationId xmlns:p14="http://schemas.microsoft.com/office/powerpoint/2010/main" val="280605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845">
                                            <p:txEl>
                                              <p:pRg st="0" end="0"/>
                                            </p:txEl>
                                          </p:spTgt>
                                        </p:tgtEl>
                                        <p:attrNameLst>
                                          <p:attrName>style.visibility</p:attrName>
                                        </p:attrNameLst>
                                      </p:cBhvr>
                                      <p:to>
                                        <p:strVal val="visible"/>
                                      </p:to>
                                    </p:set>
                                    <p:animEffect transition="in" filter="fade">
                                      <p:cBhvr>
                                        <p:cTn id="10" dur="1000"/>
                                        <p:tgtEl>
                                          <p:spTgt spid="2845">
                                            <p:txEl>
                                              <p:pRg st="0" end="0"/>
                                            </p:txEl>
                                          </p:spTgt>
                                        </p:tgtEl>
                                      </p:cBhvr>
                                    </p:animEffect>
                                    <p:anim calcmode="lin" valueType="num">
                                      <p:cBhvr>
                                        <p:cTn id="11"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845">
                                            <p:txEl>
                                              <p:pRg st="1" end="1"/>
                                            </p:txEl>
                                          </p:spTgt>
                                        </p:tgtEl>
                                        <p:attrNameLst>
                                          <p:attrName>style.visibility</p:attrName>
                                        </p:attrNameLst>
                                      </p:cBhvr>
                                      <p:to>
                                        <p:strVal val="visible"/>
                                      </p:to>
                                    </p:set>
                                    <p:animEffect transition="in" filter="fade">
                                      <p:cBhvr>
                                        <p:cTn id="15" dur="1000"/>
                                        <p:tgtEl>
                                          <p:spTgt spid="2845">
                                            <p:txEl>
                                              <p:pRg st="1" end="1"/>
                                            </p:txEl>
                                          </p:spTgt>
                                        </p:tgtEl>
                                      </p:cBhvr>
                                    </p:animEffect>
                                    <p:anim calcmode="lin" valueType="num">
                                      <p:cBhvr>
                                        <p:cTn id="16"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845">
                                            <p:txEl>
                                              <p:pRg st="2" end="2"/>
                                            </p:txEl>
                                          </p:spTgt>
                                        </p:tgtEl>
                                        <p:attrNameLst>
                                          <p:attrName>style.visibility</p:attrName>
                                        </p:attrNameLst>
                                      </p:cBhvr>
                                      <p:to>
                                        <p:strVal val="visible"/>
                                      </p:to>
                                    </p:set>
                                    <p:animEffect transition="in" filter="fade">
                                      <p:cBhvr>
                                        <p:cTn id="20" dur="1000"/>
                                        <p:tgtEl>
                                          <p:spTgt spid="2845">
                                            <p:txEl>
                                              <p:pRg st="2" end="2"/>
                                            </p:txEl>
                                          </p:spTgt>
                                        </p:tgtEl>
                                      </p:cBhvr>
                                    </p:animEffect>
                                    <p:anim calcmode="lin" valueType="num">
                                      <p:cBhvr>
                                        <p:cTn id="21"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845">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845">
                                            <p:txEl>
                                              <p:pRg st="3" end="3"/>
                                            </p:txEl>
                                          </p:spTgt>
                                        </p:tgtEl>
                                        <p:attrNameLst>
                                          <p:attrName>style.visibility</p:attrName>
                                        </p:attrNameLst>
                                      </p:cBhvr>
                                      <p:to>
                                        <p:strVal val="visible"/>
                                      </p:to>
                                    </p:set>
                                    <p:animEffect transition="in" filter="fade">
                                      <p:cBhvr>
                                        <p:cTn id="25" dur="1000"/>
                                        <p:tgtEl>
                                          <p:spTgt spid="2845">
                                            <p:txEl>
                                              <p:pRg st="3" end="3"/>
                                            </p:txEl>
                                          </p:spTgt>
                                        </p:tgtEl>
                                      </p:cBhvr>
                                    </p:animEffect>
                                    <p:anim calcmode="lin" valueType="num">
                                      <p:cBhvr>
                                        <p:cTn id="26" dur="1000" fill="hold"/>
                                        <p:tgtEl>
                                          <p:spTgt spid="2845">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284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78A16893-83FD-C305-627D-CA1DCFB3795C}"/>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7C10ED6E-7DB4-C652-D0EA-A8475140930E}"/>
              </a:ext>
            </a:extLst>
          </p:cNvPr>
          <p:cNvSpPr txBox="1">
            <a:spLocks noGrp="1"/>
          </p:cNvSpPr>
          <p:nvPr>
            <p:ph type="subTitle" idx="4294967295"/>
          </p:nvPr>
        </p:nvSpPr>
        <p:spPr>
          <a:xfrm>
            <a:off x="633046" y="1020957"/>
            <a:ext cx="7854462" cy="3136827"/>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noProof="0" dirty="0"/>
              <a:t>Uso de múltiples conjuntos de datos: Completo 0.10, Completo 0.35, </a:t>
            </a:r>
            <a:r>
              <a:rPr lang="es-MX" noProof="0" dirty="0" err="1"/>
              <a:t>KMeans</a:t>
            </a:r>
            <a:r>
              <a:rPr lang="es-MX" noProof="0" dirty="0"/>
              <a:t> 0.10, </a:t>
            </a:r>
            <a:r>
              <a:rPr lang="es-MX" noProof="0" dirty="0" err="1"/>
              <a:t>KMeans</a:t>
            </a:r>
            <a:r>
              <a:rPr lang="es-MX" noProof="0" dirty="0"/>
              <a:t> 0.35, GMM 0.10 y GMM 0.35.</a:t>
            </a:r>
          </a:p>
          <a:p>
            <a:pPr marL="285750" indent="-285750" algn="just">
              <a:spcAft>
                <a:spcPts val="600"/>
              </a:spcAft>
              <a:buBlip>
                <a:blip r:embed="rId3"/>
              </a:buBlip>
            </a:pPr>
            <a:r>
              <a:rPr lang="es-MX" dirty="0"/>
              <a:t>Entrenamiento individual: Se entrena cada conjunto y subconjunto (en los casos de agrupados)  individualmente para llegar a su valor óptimo.</a:t>
            </a:r>
          </a:p>
          <a:p>
            <a:pPr marL="285750" indent="-285750" algn="just">
              <a:spcAft>
                <a:spcPts val="600"/>
              </a:spcAft>
              <a:buBlip>
                <a:blip r:embed="rId3"/>
              </a:buBlip>
            </a:pPr>
            <a:r>
              <a:rPr lang="es-MX" noProof="0" dirty="0"/>
              <a:t>Pruebas de sobreajuste: C</a:t>
            </a:r>
            <a:r>
              <a:rPr lang="es-MX" dirty="0" err="1"/>
              <a:t>omparación</a:t>
            </a:r>
            <a:r>
              <a:rPr lang="es-MX" dirty="0"/>
              <a:t> entre métricas de desempeño en conjuntos de entrenamiento y prueba con una diferencia máxima del 10%.</a:t>
            </a:r>
          </a:p>
          <a:p>
            <a:pPr marL="285750" indent="-285750" algn="just">
              <a:spcAft>
                <a:spcPts val="600"/>
              </a:spcAft>
              <a:buBlip>
                <a:blip r:embed="rId3"/>
              </a:buBlip>
            </a:pPr>
            <a:r>
              <a:rPr lang="es-MX" noProof="0" dirty="0"/>
              <a:t>Prueba de referencia: </a:t>
            </a:r>
            <a:r>
              <a:rPr lang="es-MX" noProof="0" dirty="0" err="1"/>
              <a:t>Naïve</a:t>
            </a:r>
            <a:r>
              <a:rPr lang="es-MX" noProof="0" dirty="0"/>
              <a:t> Test de una hora adelantada para comparar con los modelos.</a:t>
            </a:r>
          </a:p>
          <a:p>
            <a:pPr marL="285750" indent="-285750" algn="just">
              <a:spcAft>
                <a:spcPts val="600"/>
              </a:spcAft>
              <a:buBlip>
                <a:blip r:embed="rId3"/>
              </a:buBlip>
            </a:pPr>
            <a:r>
              <a:rPr lang="es-MX" dirty="0"/>
              <a:t>Optimización de </a:t>
            </a:r>
            <a:r>
              <a:rPr lang="es-MX" dirty="0" err="1"/>
              <a:t>hiperparámetros</a:t>
            </a:r>
            <a:endParaRPr lang="es-MX" noProof="0" dirty="0"/>
          </a:p>
        </p:txBody>
      </p:sp>
      <p:sp>
        <p:nvSpPr>
          <p:cNvPr id="4" name="Google Shape;2844;p41">
            <a:extLst>
              <a:ext uri="{FF2B5EF4-FFF2-40B4-BE49-F238E27FC236}">
                <a16:creationId xmlns:a16="http://schemas.microsoft.com/office/drawing/2014/main" id="{E6878418-FD9F-2257-1BB6-B236EC21D29C}"/>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Metodología de evaluación de métodos</a:t>
            </a:r>
          </a:p>
        </p:txBody>
      </p:sp>
      <p:sp>
        <p:nvSpPr>
          <p:cNvPr id="2" name="Slide Number Placeholder 1">
            <a:extLst>
              <a:ext uri="{FF2B5EF4-FFF2-40B4-BE49-F238E27FC236}">
                <a16:creationId xmlns:a16="http://schemas.microsoft.com/office/drawing/2014/main" id="{FC96052E-B85A-9176-5629-1DB0CB001843}"/>
              </a:ext>
            </a:extLst>
          </p:cNvPr>
          <p:cNvSpPr>
            <a:spLocks noGrp="1"/>
          </p:cNvSpPr>
          <p:nvPr>
            <p:ph type="sldNum" sz="quarter" idx="10"/>
          </p:nvPr>
        </p:nvSpPr>
        <p:spPr/>
        <p:txBody>
          <a:bodyPr/>
          <a:lstStyle/>
          <a:p>
            <a:fld id="{FD066784-9D51-4624-A73B-AF851740F580}" type="slidenum">
              <a:rPr lang="en-US" smtClean="0"/>
              <a:pPr/>
              <a:t>31</a:t>
            </a:fld>
            <a:endParaRPr lang="en-US" dirty="0"/>
          </a:p>
        </p:txBody>
      </p:sp>
    </p:spTree>
    <p:extLst>
      <p:ext uri="{BB962C8B-B14F-4D97-AF65-F5344CB8AC3E}">
        <p14:creationId xmlns:p14="http://schemas.microsoft.com/office/powerpoint/2010/main" val="183575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845">
                                            <p:txEl>
                                              <p:pRg st="0" end="0"/>
                                            </p:txEl>
                                          </p:spTgt>
                                        </p:tgtEl>
                                        <p:attrNameLst>
                                          <p:attrName>style.visibility</p:attrName>
                                        </p:attrNameLst>
                                      </p:cBhvr>
                                      <p:to>
                                        <p:strVal val="visible"/>
                                      </p:to>
                                    </p:set>
                                    <p:animEffect transition="in" filter="fade">
                                      <p:cBhvr>
                                        <p:cTn id="10" dur="1000"/>
                                        <p:tgtEl>
                                          <p:spTgt spid="2845">
                                            <p:txEl>
                                              <p:pRg st="0" end="0"/>
                                            </p:txEl>
                                          </p:spTgt>
                                        </p:tgtEl>
                                      </p:cBhvr>
                                    </p:animEffect>
                                    <p:anim calcmode="lin" valueType="num">
                                      <p:cBhvr>
                                        <p:cTn id="11"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845">
                                            <p:txEl>
                                              <p:pRg st="1" end="1"/>
                                            </p:txEl>
                                          </p:spTgt>
                                        </p:tgtEl>
                                        <p:attrNameLst>
                                          <p:attrName>style.visibility</p:attrName>
                                        </p:attrNameLst>
                                      </p:cBhvr>
                                      <p:to>
                                        <p:strVal val="visible"/>
                                      </p:to>
                                    </p:set>
                                    <p:animEffect transition="in" filter="fade">
                                      <p:cBhvr>
                                        <p:cTn id="15" dur="1000"/>
                                        <p:tgtEl>
                                          <p:spTgt spid="2845">
                                            <p:txEl>
                                              <p:pRg st="1" end="1"/>
                                            </p:txEl>
                                          </p:spTgt>
                                        </p:tgtEl>
                                      </p:cBhvr>
                                    </p:animEffect>
                                    <p:anim calcmode="lin" valueType="num">
                                      <p:cBhvr>
                                        <p:cTn id="16"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845">
                                            <p:txEl>
                                              <p:pRg st="2" end="2"/>
                                            </p:txEl>
                                          </p:spTgt>
                                        </p:tgtEl>
                                        <p:attrNameLst>
                                          <p:attrName>style.visibility</p:attrName>
                                        </p:attrNameLst>
                                      </p:cBhvr>
                                      <p:to>
                                        <p:strVal val="visible"/>
                                      </p:to>
                                    </p:set>
                                    <p:animEffect transition="in" filter="fade">
                                      <p:cBhvr>
                                        <p:cTn id="20" dur="1000"/>
                                        <p:tgtEl>
                                          <p:spTgt spid="2845">
                                            <p:txEl>
                                              <p:pRg st="2" end="2"/>
                                            </p:txEl>
                                          </p:spTgt>
                                        </p:tgtEl>
                                      </p:cBhvr>
                                    </p:animEffect>
                                    <p:anim calcmode="lin" valueType="num">
                                      <p:cBhvr>
                                        <p:cTn id="21"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845">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845">
                                            <p:txEl>
                                              <p:pRg st="3" end="3"/>
                                            </p:txEl>
                                          </p:spTgt>
                                        </p:tgtEl>
                                        <p:attrNameLst>
                                          <p:attrName>style.visibility</p:attrName>
                                        </p:attrNameLst>
                                      </p:cBhvr>
                                      <p:to>
                                        <p:strVal val="visible"/>
                                      </p:to>
                                    </p:set>
                                    <p:animEffect transition="in" filter="fade">
                                      <p:cBhvr>
                                        <p:cTn id="25" dur="1000"/>
                                        <p:tgtEl>
                                          <p:spTgt spid="2845">
                                            <p:txEl>
                                              <p:pRg st="3" end="3"/>
                                            </p:txEl>
                                          </p:spTgt>
                                        </p:tgtEl>
                                      </p:cBhvr>
                                    </p:animEffect>
                                    <p:anim calcmode="lin" valueType="num">
                                      <p:cBhvr>
                                        <p:cTn id="26" dur="1000" fill="hold"/>
                                        <p:tgtEl>
                                          <p:spTgt spid="2845">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2845">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845">
                                            <p:txEl>
                                              <p:pRg st="4" end="4"/>
                                            </p:txEl>
                                          </p:spTgt>
                                        </p:tgtEl>
                                        <p:attrNameLst>
                                          <p:attrName>style.visibility</p:attrName>
                                        </p:attrNameLst>
                                      </p:cBhvr>
                                      <p:to>
                                        <p:strVal val="visible"/>
                                      </p:to>
                                    </p:set>
                                    <p:animEffect transition="in" filter="fade">
                                      <p:cBhvr>
                                        <p:cTn id="30" dur="1000"/>
                                        <p:tgtEl>
                                          <p:spTgt spid="2845">
                                            <p:txEl>
                                              <p:pRg st="4" end="4"/>
                                            </p:txEl>
                                          </p:spTgt>
                                        </p:tgtEl>
                                      </p:cBhvr>
                                    </p:animEffect>
                                    <p:anim calcmode="lin" valueType="num">
                                      <p:cBhvr>
                                        <p:cTn id="31" dur="1000" fill="hold"/>
                                        <p:tgtEl>
                                          <p:spTgt spid="2845">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284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42192821-A686-DACB-8F0A-83327B61CB19}"/>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4B5C38FB-47CB-18E7-C0A9-E2221BE324A3}"/>
              </a:ext>
            </a:extLst>
          </p:cNvPr>
          <p:cNvSpPr txBox="1">
            <a:spLocks noGrp="1"/>
          </p:cNvSpPr>
          <p:nvPr>
            <p:ph type="subTitle" idx="4294967295"/>
          </p:nvPr>
        </p:nvSpPr>
        <p:spPr>
          <a:xfrm>
            <a:off x="633046" y="1020957"/>
            <a:ext cx="7854462" cy="3136827"/>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noProof="0" dirty="0"/>
              <a:t>Se dividieron los conjuntos en </a:t>
            </a:r>
            <a:r>
              <a:rPr lang="es-MX" b="1" noProof="0" dirty="0"/>
              <a:t>70% entrenamiento, 15% validación y 15% prueba</a:t>
            </a:r>
            <a:r>
              <a:rPr lang="es-MX" noProof="0" dirty="0"/>
              <a:t>.</a:t>
            </a:r>
          </a:p>
          <a:p>
            <a:pPr marL="285750" indent="-285750" algn="just">
              <a:spcAft>
                <a:spcPts val="600"/>
              </a:spcAft>
              <a:buBlip>
                <a:blip r:embed="rId3"/>
              </a:buBlip>
            </a:pPr>
            <a:r>
              <a:rPr lang="es-MX" b="1" dirty="0"/>
              <a:t>Error Absoluto Medio (MAE)</a:t>
            </a:r>
            <a:r>
              <a:rPr lang="es-MX" dirty="0"/>
              <a:t>: Promedio de los errores absolutos entre valores predichos y valores reales. Valores menores indican una mayor precisión.</a:t>
            </a:r>
          </a:p>
          <a:p>
            <a:pPr marL="285750" indent="-285750" algn="just">
              <a:spcAft>
                <a:spcPts val="600"/>
              </a:spcAft>
              <a:buBlip>
                <a:blip r:embed="rId3"/>
              </a:buBlip>
            </a:pPr>
            <a:r>
              <a:rPr lang="es-MX" b="1" noProof="0" dirty="0"/>
              <a:t>Coeficiente de determinación (R2)</a:t>
            </a:r>
            <a:r>
              <a:rPr lang="es-MX" noProof="0" dirty="0"/>
              <a:t>: Mide la proporción de la varianza de la variable dependiente que se explica por el modelo. Un valor cercano a uno representa un ajuste más preciso.</a:t>
            </a:r>
          </a:p>
          <a:p>
            <a:pPr marL="285750" indent="-285750" algn="just">
              <a:spcAft>
                <a:spcPts val="600"/>
              </a:spcAft>
              <a:buBlip>
                <a:blip r:embed="rId3"/>
              </a:buBlip>
            </a:pPr>
            <a:r>
              <a:rPr lang="es-MX" b="1" dirty="0"/>
              <a:t>Raíz del Error Cuadrático Medio (RMSE)</a:t>
            </a:r>
            <a:r>
              <a:rPr lang="es-MX" dirty="0"/>
              <a:t>: Penaliza con mayor peso los errores. Se calcula como la raíz cuadrada del promedio de los errores al cuadrado. Un valor menor indica un mejor ajuste.</a:t>
            </a:r>
          </a:p>
          <a:p>
            <a:pPr marL="285750" indent="-285750" algn="just">
              <a:spcAft>
                <a:spcPts val="600"/>
              </a:spcAft>
              <a:buBlip>
                <a:blip r:embed="rId3"/>
              </a:buBlip>
            </a:pPr>
            <a:r>
              <a:rPr lang="es-MX" b="1" noProof="0" dirty="0"/>
              <a:t>T de </a:t>
            </a:r>
            <a:r>
              <a:rPr lang="es-MX" b="1" dirty="0" err="1"/>
              <a:t>Student</a:t>
            </a:r>
            <a:r>
              <a:rPr lang="es-MX" b="1" dirty="0"/>
              <a:t> (T-test)</a:t>
            </a:r>
            <a:r>
              <a:rPr lang="es-MX" dirty="0"/>
              <a:t>: Para evaluar diferencias significativas entre los conjuntos usando el mismo método.</a:t>
            </a:r>
            <a:endParaRPr lang="es-MX" b="1" noProof="0" dirty="0"/>
          </a:p>
        </p:txBody>
      </p:sp>
      <p:sp>
        <p:nvSpPr>
          <p:cNvPr id="4" name="Google Shape;2844;p41">
            <a:extLst>
              <a:ext uri="{FF2B5EF4-FFF2-40B4-BE49-F238E27FC236}">
                <a16:creationId xmlns:a16="http://schemas.microsoft.com/office/drawing/2014/main" id="{669CFB09-2BE3-1618-90B9-76702B6C95E4}"/>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Métricas de evaluación</a:t>
            </a:r>
          </a:p>
        </p:txBody>
      </p:sp>
      <p:sp>
        <p:nvSpPr>
          <p:cNvPr id="2" name="Slide Number Placeholder 1">
            <a:extLst>
              <a:ext uri="{FF2B5EF4-FFF2-40B4-BE49-F238E27FC236}">
                <a16:creationId xmlns:a16="http://schemas.microsoft.com/office/drawing/2014/main" id="{92A43D01-578A-26BE-3911-35C7FD0422F4}"/>
              </a:ext>
            </a:extLst>
          </p:cNvPr>
          <p:cNvSpPr>
            <a:spLocks noGrp="1"/>
          </p:cNvSpPr>
          <p:nvPr>
            <p:ph type="sldNum" sz="quarter" idx="10"/>
          </p:nvPr>
        </p:nvSpPr>
        <p:spPr/>
        <p:txBody>
          <a:bodyPr/>
          <a:lstStyle/>
          <a:p>
            <a:fld id="{FD066784-9D51-4624-A73B-AF851740F580}" type="slidenum">
              <a:rPr lang="en-US" smtClean="0"/>
              <a:pPr/>
              <a:t>32</a:t>
            </a:fld>
            <a:endParaRPr lang="en-US" dirty="0"/>
          </a:p>
        </p:txBody>
      </p:sp>
    </p:spTree>
    <p:extLst>
      <p:ext uri="{BB962C8B-B14F-4D97-AF65-F5344CB8AC3E}">
        <p14:creationId xmlns:p14="http://schemas.microsoft.com/office/powerpoint/2010/main" val="350727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845">
                                            <p:txEl>
                                              <p:pRg st="0" end="0"/>
                                            </p:txEl>
                                          </p:spTgt>
                                        </p:tgtEl>
                                        <p:attrNameLst>
                                          <p:attrName>style.visibility</p:attrName>
                                        </p:attrNameLst>
                                      </p:cBhvr>
                                      <p:to>
                                        <p:strVal val="visible"/>
                                      </p:to>
                                    </p:set>
                                    <p:animEffect transition="in" filter="fade">
                                      <p:cBhvr>
                                        <p:cTn id="10" dur="1000"/>
                                        <p:tgtEl>
                                          <p:spTgt spid="2845">
                                            <p:txEl>
                                              <p:pRg st="0" end="0"/>
                                            </p:txEl>
                                          </p:spTgt>
                                        </p:tgtEl>
                                      </p:cBhvr>
                                    </p:animEffect>
                                    <p:anim calcmode="lin" valueType="num">
                                      <p:cBhvr>
                                        <p:cTn id="11"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845">
                                            <p:txEl>
                                              <p:pRg st="1" end="1"/>
                                            </p:txEl>
                                          </p:spTgt>
                                        </p:tgtEl>
                                        <p:attrNameLst>
                                          <p:attrName>style.visibility</p:attrName>
                                        </p:attrNameLst>
                                      </p:cBhvr>
                                      <p:to>
                                        <p:strVal val="visible"/>
                                      </p:to>
                                    </p:set>
                                    <p:animEffect transition="in" filter="fade">
                                      <p:cBhvr>
                                        <p:cTn id="15" dur="1000"/>
                                        <p:tgtEl>
                                          <p:spTgt spid="2845">
                                            <p:txEl>
                                              <p:pRg st="1" end="1"/>
                                            </p:txEl>
                                          </p:spTgt>
                                        </p:tgtEl>
                                      </p:cBhvr>
                                    </p:animEffect>
                                    <p:anim calcmode="lin" valueType="num">
                                      <p:cBhvr>
                                        <p:cTn id="16"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845">
                                            <p:txEl>
                                              <p:pRg st="2" end="2"/>
                                            </p:txEl>
                                          </p:spTgt>
                                        </p:tgtEl>
                                        <p:attrNameLst>
                                          <p:attrName>style.visibility</p:attrName>
                                        </p:attrNameLst>
                                      </p:cBhvr>
                                      <p:to>
                                        <p:strVal val="visible"/>
                                      </p:to>
                                    </p:set>
                                    <p:animEffect transition="in" filter="fade">
                                      <p:cBhvr>
                                        <p:cTn id="20" dur="1000"/>
                                        <p:tgtEl>
                                          <p:spTgt spid="2845">
                                            <p:txEl>
                                              <p:pRg st="2" end="2"/>
                                            </p:txEl>
                                          </p:spTgt>
                                        </p:tgtEl>
                                      </p:cBhvr>
                                    </p:animEffect>
                                    <p:anim calcmode="lin" valueType="num">
                                      <p:cBhvr>
                                        <p:cTn id="21"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845">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845">
                                            <p:txEl>
                                              <p:pRg st="3" end="3"/>
                                            </p:txEl>
                                          </p:spTgt>
                                        </p:tgtEl>
                                        <p:attrNameLst>
                                          <p:attrName>style.visibility</p:attrName>
                                        </p:attrNameLst>
                                      </p:cBhvr>
                                      <p:to>
                                        <p:strVal val="visible"/>
                                      </p:to>
                                    </p:set>
                                    <p:animEffect transition="in" filter="fade">
                                      <p:cBhvr>
                                        <p:cTn id="25" dur="1000"/>
                                        <p:tgtEl>
                                          <p:spTgt spid="2845">
                                            <p:txEl>
                                              <p:pRg st="3" end="3"/>
                                            </p:txEl>
                                          </p:spTgt>
                                        </p:tgtEl>
                                      </p:cBhvr>
                                    </p:animEffect>
                                    <p:anim calcmode="lin" valueType="num">
                                      <p:cBhvr>
                                        <p:cTn id="26" dur="1000" fill="hold"/>
                                        <p:tgtEl>
                                          <p:spTgt spid="2845">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2845">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845">
                                            <p:txEl>
                                              <p:pRg st="4" end="4"/>
                                            </p:txEl>
                                          </p:spTgt>
                                        </p:tgtEl>
                                        <p:attrNameLst>
                                          <p:attrName>style.visibility</p:attrName>
                                        </p:attrNameLst>
                                      </p:cBhvr>
                                      <p:to>
                                        <p:strVal val="visible"/>
                                      </p:to>
                                    </p:set>
                                    <p:animEffect transition="in" filter="fade">
                                      <p:cBhvr>
                                        <p:cTn id="30" dur="1000"/>
                                        <p:tgtEl>
                                          <p:spTgt spid="2845">
                                            <p:txEl>
                                              <p:pRg st="4" end="4"/>
                                            </p:txEl>
                                          </p:spTgt>
                                        </p:tgtEl>
                                      </p:cBhvr>
                                    </p:animEffect>
                                    <p:anim calcmode="lin" valueType="num">
                                      <p:cBhvr>
                                        <p:cTn id="31" dur="1000" fill="hold"/>
                                        <p:tgtEl>
                                          <p:spTgt spid="2845">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284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51371DAF-5D7F-B294-06DB-7BB73B52C006}"/>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A374AF09-823A-E9A7-A1DB-82D59D6757A0}"/>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Resultados</a:t>
            </a:r>
          </a:p>
        </p:txBody>
      </p:sp>
      <p:sp>
        <p:nvSpPr>
          <p:cNvPr id="2276" name="Google Shape;2276;p36">
            <a:extLst>
              <a:ext uri="{FF2B5EF4-FFF2-40B4-BE49-F238E27FC236}">
                <a16:creationId xmlns:a16="http://schemas.microsoft.com/office/drawing/2014/main" id="{4BE8749A-8A8F-D590-A6E7-C07020FA2B79}"/>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07</a:t>
            </a:r>
          </a:p>
        </p:txBody>
      </p:sp>
      <p:grpSp>
        <p:nvGrpSpPr>
          <p:cNvPr id="2277" name="Google Shape;2277;p36">
            <a:extLst>
              <a:ext uri="{FF2B5EF4-FFF2-40B4-BE49-F238E27FC236}">
                <a16:creationId xmlns:a16="http://schemas.microsoft.com/office/drawing/2014/main" id="{90175292-F421-E441-2231-B3E9479750B7}"/>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B52C8736-BABA-8012-0639-05D0A87782DE}"/>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E0D9DF6F-7AE8-B71B-7334-0927AED367B2}"/>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284B65D5-73E8-6B29-695D-C24DDFFB8533}"/>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62C94607-A6B6-4BEB-1913-FE414312290A}"/>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9056EA92-01EE-C730-AD10-5573CA8808B5}"/>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6D857557-4E28-2B16-A94E-06CFB7793A8C}"/>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0D540582-3F8C-E4A0-4E28-3C84E723714C}"/>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3D7A6848-8C0C-B7FC-BFB7-D5AF242693D2}"/>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F4D773AA-13B8-FF27-E558-71DD4F7A1556}"/>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54344EF9-3A80-EB61-5822-18245D83ECE2}"/>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BD4E8A93-8494-56D7-7D97-37481E721EE3}"/>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D0E69919-9BC3-95D0-0416-F303B9911EED}"/>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3B0BEBA6-6F75-5445-781D-BF9E0D86F99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58148828-C007-87DB-A750-E4A7FFCD50A3}"/>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B4C2848F-8FE4-CAEF-21CE-C356CE7B63B3}"/>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6922162A-EAC7-4FB6-DEA9-8B17C90F8860}"/>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E779BDF4-1283-8F28-4C1E-2FB44D71361D}"/>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693002FD-3D87-1028-7087-B99F2A8EF872}"/>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F62D2D14-6149-8771-818E-81975AC9F913}"/>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CC23E0EC-3AC4-3A56-13A7-F81F5D0CF978}"/>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981580E6-0862-3096-3A65-4BBA19E54F7F}"/>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7B6D9297-D457-F8AB-6ADF-E5E8E5463832}"/>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1712BCCA-BA8F-2D4F-498D-2E748A6C72C1}"/>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71FBA3F1-DF4D-A983-A94B-7AD5A2213905}"/>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689427E4-6FBC-3A9C-72B2-3AFDD7FB6296}"/>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A3008EBF-2270-E08E-DC19-1F054AF5E962}"/>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352F9824-0165-E564-3656-307DD1BF6C6E}"/>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4C269868-CA8D-ECAE-D432-DDEBBC37ACA0}"/>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2D448B2A-E2B4-C470-6645-F8BE9C1F34B4}"/>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C8C1D248-5BD9-03A8-E27D-79B1AA15A9E1}"/>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AFC6CECE-9288-2F18-836E-F6B457B02EF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819C2802-83DF-DE8E-3616-0EB88AF41DC2}"/>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A801DCED-4A37-84E4-B719-DDC23014669F}"/>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D85D551E-F4B1-2176-B745-4EE17C3454D9}"/>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198194F6-B086-0144-754B-8D1DFDF68524}"/>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10FC518B-CD7C-4FF6-0AD1-6B52AD3CC89B}"/>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2A21FC46-8EBD-3214-4951-7ECE533C3440}"/>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B448631E-3FA5-FA8E-E865-2919B8004CB9}"/>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EB916B90-C744-49FC-86B4-BE542571EE0A}"/>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6411EF21-7F71-75F8-7524-9D4F5E6C9312}"/>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70BCE902-5341-4958-D3FF-75C0DC1DE873}"/>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D90F1ED6-F58D-C718-88E4-117C3B84B8B8}"/>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397461B2-DF7F-C558-81C0-26101A22F258}"/>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071D2D44-5C26-D9CE-76FB-A5A924503135}"/>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37F313C9-5256-408E-2F6B-8D96DBE16B5B}"/>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5FC385FB-0FC4-28A0-7356-7F68C8CE58EB}"/>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3F688FDD-A763-4578-0F97-E18C8CD229A8}"/>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1C137B6A-BFDD-AB75-9E5A-308D274894AF}"/>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1423E169-6313-81AE-917F-FE2AF95B1FC7}"/>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5A4015EB-2A5F-C1FC-08C8-D03DE586B8BA}"/>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034A1A0B-36AB-4520-F770-8B992201D40F}"/>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604858C4-5CCD-A0C3-48B9-231935098236}"/>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AE1727AB-2F80-8BD8-848E-D27766EBA2CF}"/>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8A4A0612-4A9B-6170-154C-737955AD3345}"/>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AFE25936-3F2E-C8A4-8AAC-0A931B537F35}"/>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2F5B375F-8E66-8535-2D7B-919AC4A301C3}"/>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552FC113-FC89-EE69-5ED0-61C926DB95C3}"/>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7A35C965-FF8E-B0E1-EE83-BDE795783A45}"/>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0053EABC-85BC-277B-62AD-F7D1AD8CE72D}"/>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BE031CDA-CB0D-D2ED-20C3-83CBE6E11EFD}"/>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57F3C5F6-5F81-9218-F845-EE117B8602F0}"/>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1D059399-366F-5B75-F168-723E0E8FAAAF}"/>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7676ED09-C324-7B10-8E7A-0C34264F4947}"/>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1462980E-CA4B-F896-EF71-0492BFAD4EE6}"/>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07BCA8FA-3708-096B-B60A-8F181ACEBE47}"/>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4EAAD45F-EEB4-B76C-6666-4E1CDD485629}"/>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E344DF6A-9479-5B24-D52B-731BEA8BA0F4}"/>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DE2472B4-4D63-0129-E037-01ACACEF8A4C}"/>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DE1B2029-F9F7-DE5C-B265-0549C35269D9}"/>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80A84B46-77E7-2370-670A-C61F266CEE93}"/>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95E61D56-F60F-11F9-0FA3-61A60307D272}"/>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7ED9B356-C278-756C-3451-7215C850EEA2}"/>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5A0CBC7F-3B39-36AB-661F-15A3B2AE5CA9}"/>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B00E892F-F236-FB07-05C6-3243B6BAD481}"/>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B870DE19-0E82-8CBC-9ED4-0B7618A3FFDB}"/>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E167DD8D-A137-1834-3471-70658C2AE522}"/>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6EC01A81-D751-B0EB-416A-A17206EC2601}"/>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1E828785-7D8C-DEEB-3BAA-17D193580000}"/>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4CB07A7D-E7D9-F877-DE56-B90FF2E2E706}"/>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116202A3-7E34-6759-77D1-032AA1306083}"/>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D9FB16A5-0926-D1FA-E66E-A5AF9F170EE3}"/>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5174341C-D6D5-AE87-2BA1-8542F316F338}"/>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D9D58857-5678-EF39-1CFD-4D48F35BC936}"/>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C6F75394-3CF7-A198-E458-B59B1916ADBC}"/>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9DC78CBB-0719-03BC-0EDA-4C8F626C5F2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5C0CBDAF-0FFF-C53C-98E8-953E2C51E6F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6B145DAC-EB24-3D3E-B726-5FD33903662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29B895C7-5C7E-B25F-989D-8E9A9F436DC8}"/>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D8FB0F92-834E-C900-936E-F44B28294685}"/>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BA1FB87C-31DF-7938-5675-73A5956FE9D9}"/>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AE995D17-F89C-7C8C-5ED5-FF05C2D50840}"/>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A15AD4C8-BA16-758A-2BE7-07AEF5EEF732}"/>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FAA34F8E-A8F0-271E-3963-26181D258B6F}"/>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304EE948-A64B-7D3C-FE9A-03E83AD56D86}"/>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942019A1-74DB-111C-7ED6-DB51C47B037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A6E06EFA-E50E-5332-D13E-C659850C4660}"/>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5D2C226C-B02C-5B3E-B42A-F098159DF59C}"/>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7C6629FB-0E90-009F-897C-1DAF2DD5946C}"/>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12EE8051-D8B5-7E7E-1A92-A39EDDA25AB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9E34DA3B-A180-0683-0F79-257A653F5B66}"/>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147D93DD-EDAF-37F6-400E-A7C67E94EB1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B6AB37DD-CC95-782A-7216-B67113BBC713}"/>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74834C61-1BC8-F573-1C59-4416145DCD58}"/>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46D9660B-FF98-D3F5-AEFF-EB468D13294C}"/>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BED1A938-E162-2904-4359-A5CB338D3467}"/>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BC4211FA-9E21-017B-9D46-0AD818DBF934}"/>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DA8C8DA1-405B-94AC-2C67-C998C01053D8}"/>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FB785780-DFF5-BA01-C575-C32FF1795A8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10CCA885-071E-A8D4-4100-D717A85354C7}"/>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1D50FFAD-E3E0-728E-F276-A9E241FFE7EB}"/>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9B1C519A-A971-7D23-28A8-DE912433ED87}"/>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80EA17D2-434F-01EB-53BA-098973BC2FF6}"/>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790DFB5B-82ED-8538-5873-195DA4193DAF}"/>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D29E03F0-635E-7055-6B24-D26EFFC9368B}"/>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0D18F7F2-D7C4-8D5E-A05C-808DAF03C669}"/>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E12DEFFB-711E-CFBF-573D-DDC15CC86823}"/>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787ADFE4-87C2-9597-7D68-B75BA31DC944}"/>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FA821C47-9BF7-ED94-326F-D5F5657B228B}"/>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5FF911F6-55A8-0E40-6278-6B2B586E3334}"/>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F0B321B4-DE83-9D48-68BF-943191519D2A}"/>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47B38296-71BB-DD0A-AF8C-69BDDADE991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DF5DA1FE-FC31-18E2-CA3B-668AC852838F}"/>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D9586302-8FF7-E914-4915-8FC71F243C97}"/>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1EC2D24D-5925-2E01-35AE-09F1C4CFBD87}"/>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8DC9FD77-D347-F64C-4122-5E2416052C4B}"/>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75F7FCA9-273D-9370-DAF9-DD0360F1D0A2}"/>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6BC8E331-B90A-EEBF-D458-000A409F8CC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413908D9-4E9E-37FE-319D-5ACBD07DCAC5}"/>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5CE4B5B7-C1A2-BC98-0794-32E0D031512B}"/>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A15D64F1-8097-CBE5-6814-FCC695AECBE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7A8141A9-8375-F2B0-8F0D-9503E7784B95}"/>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B4A2BC5A-A873-5349-8052-B2F7BB37726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B4C253D7-D6B1-C4C7-BFB5-65DC0F16407F}"/>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C1CEE400-6757-2CD2-0A41-1FF4C895B30B}"/>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3AA350FA-5FD1-8F63-3A56-E65C0C550B7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96CF2E24-A2B0-D3B8-2F10-28E1EF2BBA1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5088E81C-7C86-D6D1-7480-4D74355790DB}"/>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B9449667-724F-59C0-E208-5BA75DE2F26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1E7EEE4C-6E00-3D1D-7103-A586A051D5A1}"/>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A9AE4DFA-824D-49FF-64A7-2D8EB6CE34D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DE0A8074-C8A6-1E78-BEC3-47B7EE6B49A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FC50A0B5-6963-1D17-ABE2-3B1F3FD58CE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58875C8D-9AB3-0233-AC65-061E8EE22A7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920E1377-5CF8-F19E-22B7-85EB6F546C1F}"/>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8FE16EB7-190B-845B-4D10-B3776DA922CB}"/>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F1B4B47B-61A8-F496-EC3B-E5DBCB48A96C}"/>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D6BA4576-F6F4-3CFC-1547-B7F121BA434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E758E7BA-AB0F-173B-C706-DE67FE3294C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490479D5-23A7-5957-07A7-C9529E19BB85}"/>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9C436591-96F7-CCC0-0265-86EB7C9CB2AB}"/>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A91EE9F2-00BD-38A8-30EC-E979F6C1369D}"/>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7D1FADBB-12FE-672C-9478-6C677C85F342}"/>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80C5D07C-ABA9-96BF-3B21-8FE0A514E05F}"/>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E01C5A8D-B6DE-A6C1-733B-0A003BA2B70F}"/>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DD23CFC5-11A9-FD2D-B7D1-28A7F9483AD1}"/>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A2C83136-EA06-DD50-A9A2-5DD0C2A0347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622FCAE6-9C5C-388D-D91F-E37DABDE161E}"/>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AA4063AD-1D25-96CA-8722-C8958AADC230}"/>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D9F18130-3EB8-F728-0680-D77D873598D9}"/>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50588821-B8A0-97B9-17DE-9EC16F748837}"/>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3DAF028A-6B4C-DC89-B91F-9BE465F748AC}"/>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9093E6A7-F922-E565-A2F2-F856311B892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65777E93-0464-D979-8BAF-6C73BD198489}"/>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B1854CE3-FC09-7C9B-3632-17B7B9B31832}"/>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6B3ECB47-BB8F-B852-E879-64F60EF407AA}"/>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DCD4DC2C-976D-26EA-0B63-5D4B614FF8B4}"/>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6348B91B-9421-8ADF-B252-332F39B746A8}"/>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058C22A8-ED07-98F3-06FC-29776818AB12}"/>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4C0A99F0-8524-6DCD-F329-F6E563D460AE}"/>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3053841A-C8FE-B6CD-0263-A04B905E1D42}"/>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C7BAC0D3-3812-CC4D-550C-23E8C57CEA6B}"/>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54FCACEF-88F4-13F7-3180-BC002D50DBC4}"/>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03FCFECB-E39B-22E1-F1B9-442048215024}"/>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6F099ED5-1DA7-A659-1255-2EA287009564}"/>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824F8591-4B66-6C99-6670-92B02A8197BA}"/>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C5B6098E-6564-9BA7-B22D-4C0B6CB9AB4F}"/>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5E025E09-D3A4-421D-0197-43769BB99242}"/>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DBBA42ED-575F-8C52-1414-F3F53FBA01C4}"/>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FF59EF78-2F5E-8D0F-A1D2-6407A2AABB20}"/>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E4A7BC2A-5D42-CA91-9D47-E0404FC0A678}"/>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A35EFE28-C421-1D01-6004-C3A81F74591D}"/>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30D54287-3700-AEAE-BE29-68AF51540EBA}"/>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D2983554-7CAE-7E72-BA71-20F2B6049C73}"/>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53B899E2-45CD-CB43-4B09-E900FFB52C85}"/>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BE82AA6B-0D5F-B04E-2B7E-E6984AF43541}"/>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73032001-E3B2-1427-367D-FEA324DFE346}"/>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1EC9E91B-8472-E30B-6654-CEA5DFF70DED}"/>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7459DB12-CF42-9B3A-CA0F-C27808CBB8C2}"/>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ADC5AF5C-496B-6876-CCE8-98D254BED964}"/>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E19A1144-BB32-7282-0FCE-A9E8664C99E6}"/>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A4B9009A-1F97-37E2-CD36-AA9495DA07AD}"/>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66F08968-1EB4-F4F5-76CE-631DAF9B0F6D}"/>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E5917BDA-EBD7-3D55-5896-C79B2BF63AAB}"/>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53BAF2D4-FBF6-5D07-DB65-44EB9F4050A0}"/>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C729445C-CB89-E7B4-D179-9C0315F3E082}"/>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009BFC01-9A4B-60F0-A822-4B8327D00D67}"/>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71FB626A-C6DF-D2D1-328C-384EC85A7A4B}"/>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41736EAB-56D6-8935-6B20-91AD3CFFD376}"/>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022397EA-B642-8212-29BC-14169B03991C}"/>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925A7562-6C8A-26C6-4CC0-860E0ADE4935}"/>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123DEEFA-4823-7AB9-CCA4-22920E1CE159}"/>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B192ACED-319C-824E-B041-DDD8696E4D7A}"/>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FCA1C6EB-3CA7-A4C0-1DFE-988FA83704E6}"/>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2FE736FF-2693-C052-32CD-F65113632A16}"/>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00377B29-4784-FD0C-481F-7A8FE6A33FF2}"/>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78EBA2F6-472C-D836-A891-529B41F29244}"/>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D69372E7-E54A-7903-B2AB-B4D0D400BF9C}"/>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3A9A7900-B028-9F8B-6E5A-311E6626217D}"/>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F9EA9CC4-0845-9E08-0571-2C6AB8B0B8EA}"/>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653D9B67-27E5-3C84-195B-2F6BF817A0D0}"/>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E1CBB2C2-EC08-04AD-1627-0A970FAD6819}"/>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ADE165EA-A907-DFE4-E6EF-FD0E12F57E05}"/>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03EAFE6D-85AB-CE32-DC21-35EE04F0D8F4}"/>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7695698D-618E-4BC7-9DDA-175D37AD9D1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0EF725EC-8935-2388-1ED4-8791FFD34A87}"/>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97163304-54C0-98BF-7178-D3875BD2C1F9}"/>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AD22D1CA-30B8-FF37-8BF6-F603580DAB4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CC6FE7C8-4301-E5D0-F4CE-72F53162EB02}"/>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F573E030-A1B9-FF4D-C913-CD1588C569EA}"/>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483C74F5-EE68-E12D-4E07-8CA11641D4FB}"/>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471507E9-E885-C50C-0249-458EE01AA521}"/>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9318503C-03FE-D043-C3BA-3051AC141477}"/>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0CA8A813-D7BF-8857-502F-027E2432B152}"/>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2801C594-04F2-87B6-034D-69967748584F}"/>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41A5B89E-E636-2CD4-9F1E-5351DFEFE59B}"/>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1CA47898-9386-4463-7C0F-0498BCA73254}"/>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1A29BF4C-463C-5DBE-5AE3-87640FD9CBB1}"/>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FBC1B4C9-92FF-CCD5-346D-999EEED0DA39}"/>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4115DD3E-D446-9BDC-BF0C-B78B46A679A9}"/>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F4030837-55BC-A5FD-D126-90086B24DE4C}"/>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E0450C5D-F376-DC70-7AC9-E243267EB00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B83F2302-D181-79DB-C896-5422B7FE297C}"/>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3B1D0EE5-0679-E9FF-0C28-2B18747C0C97}"/>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60206848-C7A2-E8B9-FAD9-1D25649323B8}"/>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42FBE637-FE05-2B24-CB2F-A12B81909396}"/>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850C2399-FD6D-FDAB-5F67-2E84FFF3573B}"/>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9B5F87B2-4F84-ACC3-3B6C-3476800361B6}"/>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6D0A7DB9-AFAB-5C8D-B610-27CE3C141E92}"/>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8468A140-CAFA-5EA8-C110-739F0CA0CBCE}"/>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0F8A9BED-00C5-43BD-F4D0-FACA3FB67C65}"/>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836F08A6-88AA-2569-75D1-ED5CC2563CD9}"/>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37F621A7-5D6E-507E-2B82-2913E410F06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81ACAC97-BC04-A6E1-D433-5EC81CF3350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2F41B2F0-7A2F-10EB-094E-26B895B6D522}"/>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7B203E94-C2E1-F274-592E-8D04B508DF0F}"/>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3A2EF2F5-DC6A-D17D-6456-DEF4AEF79DC1}"/>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D32F4E7E-8A93-0486-177A-9282964E3C67}"/>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4F6E885C-4645-9600-EA73-BD6269D4AC87}"/>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D62C4354-01D3-5A20-FC01-073DCFB2ACCB}"/>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6978DA77-2D00-50A9-4ACE-9F2F6258F1AE}"/>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97685F17-B92B-1F0E-25BE-C30CC25ED08E}"/>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2E69A4D7-6779-8E4B-6D7E-E5B0BEFDD2E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275E565C-E00E-000A-44B3-2C8E318F950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3F288F5D-1BAE-0288-1F7C-F7DBA1565A3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6A1343A6-C94E-FE6E-1EA6-FC2838052A75}"/>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11A61890-AB92-D88C-C589-848352D06D7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A7813645-687C-CEA8-0014-0D6C1B67DD87}"/>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2DAD579E-A295-5C00-5AAE-581FDF1B5C40}"/>
              </a:ext>
            </a:extLst>
          </p:cNvPr>
          <p:cNvSpPr>
            <a:spLocks noGrp="1"/>
          </p:cNvSpPr>
          <p:nvPr>
            <p:ph type="sldNum" sz="quarter" idx="10"/>
          </p:nvPr>
        </p:nvSpPr>
        <p:spPr/>
        <p:txBody>
          <a:bodyPr/>
          <a:lstStyle/>
          <a:p>
            <a:fld id="{FD066784-9D51-4624-A73B-AF851740F580}" type="slidenum">
              <a:rPr lang="en-US" smtClean="0"/>
              <a:pPr/>
              <a:t>33</a:t>
            </a:fld>
            <a:endParaRPr lang="en-US"/>
          </a:p>
        </p:txBody>
      </p:sp>
    </p:spTree>
    <p:extLst>
      <p:ext uri="{BB962C8B-B14F-4D97-AF65-F5344CB8AC3E}">
        <p14:creationId xmlns:p14="http://schemas.microsoft.com/office/powerpoint/2010/main" val="183228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9">
          <a:extLst>
            <a:ext uri="{FF2B5EF4-FFF2-40B4-BE49-F238E27FC236}">
              <a16:creationId xmlns:a16="http://schemas.microsoft.com/office/drawing/2014/main" id="{AF3B7E4C-32B2-0775-A5BD-A583F4FB7EDC}"/>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3AED71DC-D1A1-6F93-EBA5-65F78F08532F}"/>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dirty="0"/>
              <a:t>Pruebas preliminares</a:t>
            </a:r>
            <a:endParaRPr lang="es-MX" sz="2000" noProof="0" dirty="0"/>
          </a:p>
        </p:txBody>
      </p:sp>
      <p:sp>
        <p:nvSpPr>
          <p:cNvPr id="15" name="Google Shape;2845;p41">
            <a:extLst>
              <a:ext uri="{FF2B5EF4-FFF2-40B4-BE49-F238E27FC236}">
                <a16:creationId xmlns:a16="http://schemas.microsoft.com/office/drawing/2014/main" id="{1D95FCCA-2D8B-7BAF-1545-DA7788AC7A01}"/>
              </a:ext>
            </a:extLst>
          </p:cNvPr>
          <p:cNvSpPr txBox="1">
            <a:spLocks noGrp="1"/>
          </p:cNvSpPr>
          <p:nvPr>
            <p:ph type="subTitle" idx="1"/>
          </p:nvPr>
        </p:nvSpPr>
        <p:spPr>
          <a:xfrm>
            <a:off x="290154" y="838801"/>
            <a:ext cx="3164246"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a:t>Enfoque </a:t>
            </a:r>
            <a:r>
              <a:rPr lang="es-MX" noProof="0" dirty="0" err="1"/>
              <a:t>Naïve</a:t>
            </a:r>
            <a:r>
              <a:rPr lang="es-MX" noProof="0" dirty="0"/>
              <a:t>: Desplaza el valor de la generación de energía una unidad temporal (una hora) como predicción.</a:t>
            </a:r>
          </a:p>
          <a:p>
            <a:pPr marL="285750" lvl="0" indent="-285750" algn="just" rtl="0">
              <a:spcBef>
                <a:spcPts val="0"/>
              </a:spcBef>
              <a:spcAft>
                <a:spcPts val="0"/>
              </a:spcAft>
              <a:buBlip>
                <a:blip r:embed="rId3"/>
              </a:buBlip>
            </a:pPr>
            <a:r>
              <a:rPr lang="es-MX" dirty="0"/>
              <a:t>Todos los modelos superan al </a:t>
            </a:r>
            <a:r>
              <a:rPr lang="es-MX" dirty="0" err="1"/>
              <a:t>Naïve</a:t>
            </a:r>
            <a:r>
              <a:rPr lang="es-MX" dirty="0"/>
              <a:t> excepto CNN-</a:t>
            </a:r>
            <a:r>
              <a:rPr lang="es-MX" dirty="0" err="1"/>
              <a:t>BiLSTM</a:t>
            </a:r>
            <a:r>
              <a:rPr lang="es-MX" dirty="0"/>
              <a:t> y CT-NET  en ciertos conjuntos.</a:t>
            </a:r>
          </a:p>
          <a:p>
            <a:pPr marL="285750" lvl="0" indent="-285750" algn="just" rtl="0">
              <a:spcBef>
                <a:spcPts val="0"/>
              </a:spcBef>
              <a:spcAft>
                <a:spcPts val="0"/>
              </a:spcAft>
              <a:buBlip>
                <a:blip r:embed="rId3"/>
              </a:buBlip>
            </a:pPr>
            <a:r>
              <a:rPr lang="es-MX" dirty="0" err="1"/>
              <a:t>LightGBM</a:t>
            </a:r>
            <a:r>
              <a:rPr lang="es-MX" dirty="0"/>
              <a:t> y </a:t>
            </a:r>
            <a:r>
              <a:rPr lang="es-MX" dirty="0" err="1"/>
              <a:t>Random</a:t>
            </a:r>
            <a:r>
              <a:rPr lang="es-MX" dirty="0"/>
              <a:t> Forest son los más estables.</a:t>
            </a:r>
          </a:p>
        </p:txBody>
      </p:sp>
      <p:pic>
        <p:nvPicPr>
          <p:cNvPr id="3" name="Picture 2" descr="A graph with different colored lines&#10;&#10;AI-generated content may be incorrect.">
            <a:extLst>
              <a:ext uri="{FF2B5EF4-FFF2-40B4-BE49-F238E27FC236}">
                <a16:creationId xmlns:a16="http://schemas.microsoft.com/office/drawing/2014/main" id="{E82FC51D-CDAA-0038-A111-3C1B06EF9EAB}"/>
              </a:ext>
            </a:extLst>
          </p:cNvPr>
          <p:cNvPicPr>
            <a:picLocks noChangeAspect="1"/>
          </p:cNvPicPr>
          <p:nvPr/>
        </p:nvPicPr>
        <p:blipFill>
          <a:blip r:embed="rId4"/>
          <a:stretch>
            <a:fillRect/>
          </a:stretch>
        </p:blipFill>
        <p:spPr>
          <a:xfrm>
            <a:off x="3688862" y="838751"/>
            <a:ext cx="5314461" cy="34659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Slide Number Placeholder 1">
            <a:extLst>
              <a:ext uri="{FF2B5EF4-FFF2-40B4-BE49-F238E27FC236}">
                <a16:creationId xmlns:a16="http://schemas.microsoft.com/office/drawing/2014/main" id="{89C8EEC8-38B1-CD60-EC25-43333C91ED35}"/>
              </a:ext>
            </a:extLst>
          </p:cNvPr>
          <p:cNvSpPr>
            <a:spLocks noGrp="1"/>
          </p:cNvSpPr>
          <p:nvPr>
            <p:ph type="sldNum" sz="quarter" idx="10"/>
          </p:nvPr>
        </p:nvSpPr>
        <p:spPr/>
        <p:txBody>
          <a:bodyPr/>
          <a:lstStyle/>
          <a:p>
            <a:fld id="{FD066784-9D51-4624-A73B-AF851740F580}" type="slidenum">
              <a:rPr lang="en-US" smtClean="0"/>
              <a:pPr/>
              <a:t>34</a:t>
            </a:fld>
            <a:endParaRPr lang="en-US"/>
          </a:p>
        </p:txBody>
      </p:sp>
    </p:spTree>
    <p:extLst>
      <p:ext uri="{BB962C8B-B14F-4D97-AF65-F5344CB8AC3E}">
        <p14:creationId xmlns:p14="http://schemas.microsoft.com/office/powerpoint/2010/main" val="247382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fade">
                                      <p:cBhvr>
                                        <p:cTn id="13" dur="1000"/>
                                        <p:tgtEl>
                                          <p:spTgt spid="15">
                                            <p:txEl>
                                              <p:pRg st="0" end="0"/>
                                            </p:txEl>
                                          </p:spTgt>
                                        </p:tgtEl>
                                      </p:cBhvr>
                                    </p:animEffect>
                                    <p:anim calcmode="lin" valueType="num">
                                      <p:cBhvr>
                                        <p:cTn id="14"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Effect transition="in" filter="fade">
                                      <p:cBhvr>
                                        <p:cTn id="18" dur="1000"/>
                                        <p:tgtEl>
                                          <p:spTgt spid="15">
                                            <p:txEl>
                                              <p:pRg st="1" end="1"/>
                                            </p:txEl>
                                          </p:spTgt>
                                        </p:tgtEl>
                                      </p:cBhvr>
                                    </p:animEffect>
                                    <p:anim calcmode="lin" valueType="num">
                                      <p:cBhvr>
                                        <p:cTn id="19"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fade">
                                      <p:cBhvr>
                                        <p:cTn id="23" dur="1000"/>
                                        <p:tgtEl>
                                          <p:spTgt spid="15">
                                            <p:txEl>
                                              <p:pRg st="2" end="2"/>
                                            </p:txEl>
                                          </p:spTgt>
                                        </p:tgtEl>
                                      </p:cBhvr>
                                    </p:animEffect>
                                    <p:anim calcmode="lin" valueType="num">
                                      <p:cBhvr>
                                        <p:cTn id="24"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4796C798-EEB0-F976-B03F-BAAE6B29D1BA}"/>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5B77164F-AA8D-D802-54B0-6FAFE3CE913E}"/>
              </a:ext>
            </a:extLst>
          </p:cNvPr>
          <p:cNvSpPr txBox="1">
            <a:spLocks noGrp="1"/>
          </p:cNvSpPr>
          <p:nvPr>
            <p:ph type="subTitle" idx="4294967295"/>
          </p:nvPr>
        </p:nvSpPr>
        <p:spPr>
          <a:xfrm>
            <a:off x="5525476" y="932586"/>
            <a:ext cx="3328369" cy="3465948"/>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noProof="0" dirty="0" err="1"/>
              <a:t>Random</a:t>
            </a:r>
            <a:r>
              <a:rPr lang="es-MX" noProof="0" dirty="0"/>
              <a:t> Forest presenta las mayores diferencias porcentuales.</a:t>
            </a:r>
          </a:p>
          <a:p>
            <a:pPr marL="285750" indent="-285750" algn="just">
              <a:spcAft>
                <a:spcPts val="600"/>
              </a:spcAft>
              <a:buBlip>
                <a:blip r:embed="rId3"/>
              </a:buBlip>
            </a:pPr>
            <a:r>
              <a:rPr lang="es-MX" dirty="0" err="1"/>
              <a:t>LightGBM</a:t>
            </a:r>
            <a:r>
              <a:rPr lang="es-MX" dirty="0"/>
              <a:t> presenta sobreajuste en varios conjuntos.</a:t>
            </a:r>
          </a:p>
          <a:p>
            <a:pPr marL="285750" indent="-285750" algn="just">
              <a:spcAft>
                <a:spcPts val="600"/>
              </a:spcAft>
              <a:buBlip>
                <a:blip r:embed="rId3"/>
              </a:buBlip>
            </a:pPr>
            <a:r>
              <a:rPr lang="es-MX" noProof="0" dirty="0"/>
              <a:t>CT-NET presenta la mayor estabilidad al tener porcentajes bajos en la mayoría de los conjuntos.</a:t>
            </a:r>
          </a:p>
        </p:txBody>
      </p:sp>
      <p:sp>
        <p:nvSpPr>
          <p:cNvPr id="4" name="Google Shape;2844;p41">
            <a:extLst>
              <a:ext uri="{FF2B5EF4-FFF2-40B4-BE49-F238E27FC236}">
                <a16:creationId xmlns:a16="http://schemas.microsoft.com/office/drawing/2014/main" id="{563A8687-5AA5-D695-9934-C3021B3AD3E5}"/>
              </a:ext>
            </a:extLst>
          </p:cNvPr>
          <p:cNvSpPr txBox="1">
            <a:spLocks/>
          </p:cNvSpPr>
          <p:nvPr/>
        </p:nvSpPr>
        <p:spPr>
          <a:xfrm>
            <a:off x="290154" y="414660"/>
            <a:ext cx="5235323"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Capacidad de generalización</a:t>
            </a:r>
          </a:p>
        </p:txBody>
      </p:sp>
      <p:pic>
        <p:nvPicPr>
          <p:cNvPr id="3" name="Picture 2" descr="A graph of blue and white bars&#10;&#10;AI-generated content may be incorrect.">
            <a:extLst>
              <a:ext uri="{FF2B5EF4-FFF2-40B4-BE49-F238E27FC236}">
                <a16:creationId xmlns:a16="http://schemas.microsoft.com/office/drawing/2014/main" id="{1A02952A-00DC-2629-BA89-8F2502E08D27}"/>
              </a:ext>
            </a:extLst>
          </p:cNvPr>
          <p:cNvPicPr>
            <a:picLocks noChangeAspect="1"/>
          </p:cNvPicPr>
          <p:nvPr/>
        </p:nvPicPr>
        <p:blipFill>
          <a:blip r:embed="rId4"/>
          <a:stretch>
            <a:fillRect/>
          </a:stretch>
        </p:blipFill>
        <p:spPr>
          <a:xfrm>
            <a:off x="171938" y="1352141"/>
            <a:ext cx="5353539" cy="2439217"/>
          </a:xfrm>
          <a:prstGeom prst="rect">
            <a:avLst/>
          </a:prstGeom>
        </p:spPr>
      </p:pic>
      <p:sp>
        <p:nvSpPr>
          <p:cNvPr id="2" name="Slide Number Placeholder 1">
            <a:extLst>
              <a:ext uri="{FF2B5EF4-FFF2-40B4-BE49-F238E27FC236}">
                <a16:creationId xmlns:a16="http://schemas.microsoft.com/office/drawing/2014/main" id="{C86D6E8C-D08D-DD3F-28CE-D7A450488DF9}"/>
              </a:ext>
            </a:extLst>
          </p:cNvPr>
          <p:cNvSpPr>
            <a:spLocks noGrp="1"/>
          </p:cNvSpPr>
          <p:nvPr>
            <p:ph type="sldNum" sz="quarter" idx="10"/>
          </p:nvPr>
        </p:nvSpPr>
        <p:spPr/>
        <p:txBody>
          <a:bodyPr/>
          <a:lstStyle/>
          <a:p>
            <a:fld id="{FD066784-9D51-4624-A73B-AF851740F580}" type="slidenum">
              <a:rPr lang="en-US" smtClean="0"/>
              <a:pPr/>
              <a:t>35</a:t>
            </a:fld>
            <a:endParaRPr lang="en-US" dirty="0"/>
          </a:p>
        </p:txBody>
      </p:sp>
    </p:spTree>
    <p:extLst>
      <p:ext uri="{BB962C8B-B14F-4D97-AF65-F5344CB8AC3E}">
        <p14:creationId xmlns:p14="http://schemas.microsoft.com/office/powerpoint/2010/main" val="323914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1" end="1"/>
                                            </p:txEl>
                                          </p:spTgt>
                                        </p:tgtEl>
                                        <p:attrNameLst>
                                          <p:attrName>style.visibility</p:attrName>
                                        </p:attrNameLst>
                                      </p:cBhvr>
                                      <p:to>
                                        <p:strVal val="visible"/>
                                      </p:to>
                                    </p:set>
                                    <p:animEffect transition="in" filter="fade">
                                      <p:cBhvr>
                                        <p:cTn id="18" dur="1000"/>
                                        <p:tgtEl>
                                          <p:spTgt spid="2845">
                                            <p:txEl>
                                              <p:pRg st="1" end="1"/>
                                            </p:txEl>
                                          </p:spTgt>
                                        </p:tgtEl>
                                      </p:cBhvr>
                                    </p:animEffect>
                                    <p:anim calcmode="lin" valueType="num">
                                      <p:cBhvr>
                                        <p:cTn id="19"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45">
                                            <p:txEl>
                                              <p:pRg st="2" end="2"/>
                                            </p:txEl>
                                          </p:spTgt>
                                        </p:tgtEl>
                                        <p:attrNameLst>
                                          <p:attrName>style.visibility</p:attrName>
                                        </p:attrNameLst>
                                      </p:cBhvr>
                                      <p:to>
                                        <p:strVal val="visible"/>
                                      </p:to>
                                    </p:set>
                                    <p:animEffect transition="in" filter="fade">
                                      <p:cBhvr>
                                        <p:cTn id="23" dur="1000"/>
                                        <p:tgtEl>
                                          <p:spTgt spid="2845">
                                            <p:txEl>
                                              <p:pRg st="2" end="2"/>
                                            </p:txEl>
                                          </p:spTgt>
                                        </p:tgtEl>
                                      </p:cBhvr>
                                    </p:animEffect>
                                    <p:anim calcmode="lin" valueType="num">
                                      <p:cBhvr>
                                        <p:cTn id="24"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84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A470E410-D823-4206-4771-CBC2C74877EB}"/>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6129FA2E-D02D-5502-5386-6A2F46AD47E3}"/>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Comparación de conjuntos sin agrupar</a:t>
            </a:r>
          </a:p>
        </p:txBody>
      </p:sp>
      <p:sp>
        <p:nvSpPr>
          <p:cNvPr id="2" name="Google Shape;2845;p41">
            <a:extLst>
              <a:ext uri="{FF2B5EF4-FFF2-40B4-BE49-F238E27FC236}">
                <a16:creationId xmlns:a16="http://schemas.microsoft.com/office/drawing/2014/main" id="{A12FBA2E-0FBC-CFA6-CE67-92F0CF61C827}"/>
              </a:ext>
            </a:extLst>
          </p:cNvPr>
          <p:cNvSpPr txBox="1">
            <a:spLocks/>
          </p:cNvSpPr>
          <p:nvPr/>
        </p:nvSpPr>
        <p:spPr>
          <a:xfrm>
            <a:off x="290154" y="932585"/>
            <a:ext cx="8563691" cy="19278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Los modelos basados en árboles de decisión presentan un desempeño superior.</a:t>
            </a:r>
          </a:p>
          <a:p>
            <a:pPr marL="285750" indent="-285750" algn="just">
              <a:spcAft>
                <a:spcPts val="600"/>
              </a:spcAft>
              <a:buFont typeface="Lato"/>
              <a:buBlip>
                <a:blip r:embed="rId3"/>
              </a:buBlip>
            </a:pPr>
            <a:r>
              <a:rPr lang="es-MX" dirty="0"/>
              <a:t>El modelo CNN-</a:t>
            </a:r>
            <a:r>
              <a:rPr lang="es-MX" dirty="0" err="1"/>
              <a:t>BiLSTM</a:t>
            </a:r>
            <a:r>
              <a:rPr lang="es-MX" dirty="0"/>
              <a:t> exhibe el peor desempeño en todas las métricas.</a:t>
            </a:r>
          </a:p>
          <a:p>
            <a:pPr marL="285750" indent="-285750" algn="just">
              <a:spcAft>
                <a:spcPts val="600"/>
              </a:spcAft>
              <a:buFont typeface="Lato"/>
              <a:buBlip>
                <a:blip r:embed="rId3"/>
              </a:buBlip>
            </a:pPr>
            <a:r>
              <a:rPr lang="es-MX" dirty="0"/>
              <a:t>Prueba t-test con un </a:t>
            </a:r>
            <a:r>
              <a:rPr lang="es-MX" dirty="0">
                <a:latin typeface="Times New Roman" panose="02020603050405020304" pitchFamily="18" charset="0"/>
                <a:cs typeface="Times New Roman" panose="02020603050405020304" pitchFamily="18" charset="0"/>
              </a:rPr>
              <a:t>α = 0.1 </a:t>
            </a:r>
            <a:r>
              <a:rPr lang="es-MX" dirty="0">
                <a:cs typeface="Times New Roman" panose="02020603050405020304" pitchFamily="18" charset="0"/>
              </a:rPr>
              <a:t>arroja que con valores p entre 0.85 y 0.99, no hay diferencias significativas entre el uso del umbral de 0.10 a uno del 0.35.</a:t>
            </a:r>
          </a:p>
          <a:p>
            <a:pPr marL="285750" indent="-285750" algn="just">
              <a:spcAft>
                <a:spcPts val="600"/>
              </a:spcAft>
              <a:buFont typeface="Lato"/>
              <a:buBlip>
                <a:blip r:embed="rId3"/>
              </a:buBlip>
            </a:pPr>
            <a:r>
              <a:rPr lang="es-MX" dirty="0">
                <a:cs typeface="Times New Roman" panose="02020603050405020304" pitchFamily="18" charset="0"/>
              </a:rPr>
              <a:t>Debido a una mejor generalización de los modelos de 0.10, se elige que el conjunto Completo 0.10 es el mejor de los dos.</a:t>
            </a:r>
            <a:endParaRPr lang="es-MX" dirty="0"/>
          </a:p>
        </p:txBody>
      </p:sp>
      <p:pic>
        <p:nvPicPr>
          <p:cNvPr id="6" name="Picture 5" descr="A graph of a graph of a number of numbers and a number of numbers&#10;&#10;AI-generated content may be incorrect.">
            <a:extLst>
              <a:ext uri="{FF2B5EF4-FFF2-40B4-BE49-F238E27FC236}">
                <a16:creationId xmlns:a16="http://schemas.microsoft.com/office/drawing/2014/main" id="{E0988011-7A62-CA34-9EF7-C0E77A0609FC}"/>
              </a:ext>
            </a:extLst>
          </p:cNvPr>
          <p:cNvPicPr>
            <a:picLocks noChangeAspect="1"/>
          </p:cNvPicPr>
          <p:nvPr/>
        </p:nvPicPr>
        <p:blipFill>
          <a:blip r:embed="rId4"/>
          <a:stretch>
            <a:fillRect/>
          </a:stretch>
        </p:blipFill>
        <p:spPr>
          <a:xfrm>
            <a:off x="145076" y="2998582"/>
            <a:ext cx="8853845" cy="2042874"/>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CCBCBF5C-7C2D-93C5-6F65-57A052981DA2}"/>
              </a:ext>
            </a:extLst>
          </p:cNvPr>
          <p:cNvSpPr>
            <a:spLocks noGrp="1"/>
          </p:cNvSpPr>
          <p:nvPr>
            <p:ph type="sldNum" sz="quarter" idx="10"/>
          </p:nvPr>
        </p:nvSpPr>
        <p:spPr/>
        <p:txBody>
          <a:bodyPr/>
          <a:lstStyle/>
          <a:p>
            <a:fld id="{FD066784-9D51-4624-A73B-AF851740F580}" type="slidenum">
              <a:rPr lang="en-US" smtClean="0"/>
              <a:pPr/>
              <a:t>36</a:t>
            </a:fld>
            <a:endParaRPr lang="en-US" dirty="0"/>
          </a:p>
        </p:txBody>
      </p:sp>
    </p:spTree>
    <p:extLst>
      <p:ext uri="{BB962C8B-B14F-4D97-AF65-F5344CB8AC3E}">
        <p14:creationId xmlns:p14="http://schemas.microsoft.com/office/powerpoint/2010/main" val="209898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49">
          <a:extLst>
            <a:ext uri="{FF2B5EF4-FFF2-40B4-BE49-F238E27FC236}">
              <a16:creationId xmlns:a16="http://schemas.microsoft.com/office/drawing/2014/main" id="{40CA5D3E-285B-DDCD-A416-0918DFE65829}"/>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7CDF3049-8466-0A03-639E-304A038F8236}"/>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dirty="0"/>
              <a:t>Comparación de conjuntos </a:t>
            </a:r>
            <a:r>
              <a:rPr lang="es-MX" sz="2000" dirty="0" err="1"/>
              <a:t>KMeans</a:t>
            </a:r>
            <a:endParaRPr lang="es-MX" sz="2000" noProof="0" dirty="0"/>
          </a:p>
        </p:txBody>
      </p:sp>
      <p:sp>
        <p:nvSpPr>
          <p:cNvPr id="15" name="Google Shape;2845;p41">
            <a:extLst>
              <a:ext uri="{FF2B5EF4-FFF2-40B4-BE49-F238E27FC236}">
                <a16:creationId xmlns:a16="http://schemas.microsoft.com/office/drawing/2014/main" id="{4FC958DA-4023-4C2C-B3BE-561A891E2D1B}"/>
              </a:ext>
            </a:extLst>
          </p:cNvPr>
          <p:cNvSpPr txBox="1">
            <a:spLocks noGrp="1"/>
          </p:cNvSpPr>
          <p:nvPr>
            <p:ph type="subTitle" idx="1"/>
          </p:nvPr>
        </p:nvSpPr>
        <p:spPr>
          <a:xfrm>
            <a:off x="290154" y="838801"/>
            <a:ext cx="3164246"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a:t>Se evalúa en promedio e individual por condición climática.</a:t>
            </a:r>
          </a:p>
          <a:p>
            <a:pPr marL="285750" lvl="0" indent="-285750" algn="just" rtl="0">
              <a:spcBef>
                <a:spcPts val="0"/>
              </a:spcBef>
              <a:spcAft>
                <a:spcPts val="0"/>
              </a:spcAft>
              <a:buBlip>
                <a:blip r:embed="rId3"/>
              </a:buBlip>
            </a:pPr>
            <a:r>
              <a:rPr lang="es-MX" dirty="0" err="1"/>
              <a:t>LightGBM</a:t>
            </a:r>
            <a:r>
              <a:rPr lang="es-MX" dirty="0"/>
              <a:t> y </a:t>
            </a:r>
            <a:r>
              <a:rPr lang="es-MX" dirty="0" err="1"/>
              <a:t>Random</a:t>
            </a:r>
            <a:r>
              <a:rPr lang="es-MX" dirty="0"/>
              <a:t> Forest muestran desempeño consistente y favorable.</a:t>
            </a:r>
          </a:p>
          <a:p>
            <a:pPr marL="285750" lvl="0" indent="-285750" algn="just" rtl="0">
              <a:spcBef>
                <a:spcPts val="0"/>
              </a:spcBef>
              <a:spcAft>
                <a:spcPts val="0"/>
              </a:spcAft>
              <a:buBlip>
                <a:blip r:embed="rId3"/>
              </a:buBlip>
            </a:pPr>
            <a:r>
              <a:rPr lang="es-MX" noProof="0" dirty="0"/>
              <a:t>CNN-</a:t>
            </a:r>
            <a:r>
              <a:rPr lang="es-MX" noProof="0" dirty="0" err="1"/>
              <a:t>BiLSTM</a:t>
            </a:r>
            <a:r>
              <a:rPr lang="es-MX" noProof="0" dirty="0"/>
              <a:t> presenta rendimiento deficiente.</a:t>
            </a:r>
          </a:p>
          <a:p>
            <a:pPr marL="285750" lvl="0" indent="-285750" algn="just" rtl="0">
              <a:spcBef>
                <a:spcPts val="0"/>
              </a:spcBef>
              <a:spcAft>
                <a:spcPts val="0"/>
              </a:spcAft>
              <a:buBlip>
                <a:blip r:embed="rId3"/>
              </a:buBlip>
            </a:pPr>
            <a:r>
              <a:rPr lang="es-MX" dirty="0"/>
              <a:t>Prueba t-test no arroja diferencias significativas.</a:t>
            </a:r>
          </a:p>
          <a:p>
            <a:pPr marL="285750" lvl="0" indent="-285750" algn="just" rtl="0">
              <a:spcBef>
                <a:spcPts val="0"/>
              </a:spcBef>
              <a:spcAft>
                <a:spcPts val="0"/>
              </a:spcAft>
              <a:buBlip>
                <a:blip r:embed="rId3"/>
              </a:buBlip>
            </a:pPr>
            <a:r>
              <a:rPr lang="es-MX" noProof="0" dirty="0"/>
              <a:t>Por la estabilidad general de los resultados, el conjunto </a:t>
            </a:r>
            <a:r>
              <a:rPr lang="es-MX" noProof="0" dirty="0" err="1"/>
              <a:t>Kmeans</a:t>
            </a:r>
            <a:r>
              <a:rPr lang="es-MX" noProof="0" dirty="0"/>
              <a:t> 0.35 es el más adecuado.</a:t>
            </a:r>
          </a:p>
        </p:txBody>
      </p:sp>
      <p:pic>
        <p:nvPicPr>
          <p:cNvPr id="5" name="Picture 4">
            <a:extLst>
              <a:ext uri="{FF2B5EF4-FFF2-40B4-BE49-F238E27FC236}">
                <a16:creationId xmlns:a16="http://schemas.microsoft.com/office/drawing/2014/main" id="{1FC0BBE9-90B3-C5E8-454B-8E1509894E16}"/>
              </a:ext>
            </a:extLst>
          </p:cNvPr>
          <p:cNvPicPr>
            <a:picLocks noChangeAspect="1"/>
          </p:cNvPicPr>
          <p:nvPr/>
        </p:nvPicPr>
        <p:blipFill>
          <a:blip r:embed="rId4"/>
          <a:stretch>
            <a:fillRect/>
          </a:stretch>
        </p:blipFill>
        <p:spPr>
          <a:xfrm>
            <a:off x="3587046" y="953965"/>
            <a:ext cx="5381473" cy="323556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5321004-8126-89D4-4393-9B840E5501D5}"/>
              </a:ext>
            </a:extLst>
          </p:cNvPr>
          <p:cNvSpPr>
            <a:spLocks noGrp="1"/>
          </p:cNvSpPr>
          <p:nvPr>
            <p:ph type="sldNum" sz="quarter" idx="10"/>
          </p:nvPr>
        </p:nvSpPr>
        <p:spPr/>
        <p:txBody>
          <a:bodyPr/>
          <a:lstStyle/>
          <a:p>
            <a:fld id="{FD066784-9D51-4624-A73B-AF851740F580}" type="slidenum">
              <a:rPr lang="en-US" smtClean="0"/>
              <a:pPr/>
              <a:t>37</a:t>
            </a:fld>
            <a:endParaRPr lang="en-US"/>
          </a:p>
        </p:txBody>
      </p:sp>
    </p:spTree>
    <p:extLst>
      <p:ext uri="{BB962C8B-B14F-4D97-AF65-F5344CB8AC3E}">
        <p14:creationId xmlns:p14="http://schemas.microsoft.com/office/powerpoint/2010/main" val="235097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fade">
                                      <p:cBhvr>
                                        <p:cTn id="13" dur="1000"/>
                                        <p:tgtEl>
                                          <p:spTgt spid="15">
                                            <p:txEl>
                                              <p:pRg st="0" end="0"/>
                                            </p:txEl>
                                          </p:spTgt>
                                        </p:tgtEl>
                                      </p:cBhvr>
                                    </p:animEffect>
                                    <p:anim calcmode="lin" valueType="num">
                                      <p:cBhvr>
                                        <p:cTn id="14"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Effect transition="in" filter="fade">
                                      <p:cBhvr>
                                        <p:cTn id="18" dur="1000"/>
                                        <p:tgtEl>
                                          <p:spTgt spid="15">
                                            <p:txEl>
                                              <p:pRg st="1" end="1"/>
                                            </p:txEl>
                                          </p:spTgt>
                                        </p:tgtEl>
                                      </p:cBhvr>
                                    </p:animEffect>
                                    <p:anim calcmode="lin" valueType="num">
                                      <p:cBhvr>
                                        <p:cTn id="19"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fade">
                                      <p:cBhvr>
                                        <p:cTn id="23" dur="1000"/>
                                        <p:tgtEl>
                                          <p:spTgt spid="15">
                                            <p:txEl>
                                              <p:pRg st="2" end="2"/>
                                            </p:txEl>
                                          </p:spTgt>
                                        </p:tgtEl>
                                      </p:cBhvr>
                                    </p:animEffect>
                                    <p:anim calcmode="lin" valueType="num">
                                      <p:cBhvr>
                                        <p:cTn id="24"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5">
                                            <p:txEl>
                                              <p:pRg st="4" end="4"/>
                                            </p:txEl>
                                          </p:spTgt>
                                        </p:tgtEl>
                                        <p:attrNameLst>
                                          <p:attrName>style.visibility</p:attrName>
                                        </p:attrNameLst>
                                      </p:cBhvr>
                                      <p:to>
                                        <p:strVal val="visible"/>
                                      </p:to>
                                    </p:set>
                                    <p:animEffect transition="in" filter="fade">
                                      <p:cBhvr>
                                        <p:cTn id="33" dur="1000"/>
                                        <p:tgtEl>
                                          <p:spTgt spid="15">
                                            <p:txEl>
                                              <p:pRg st="4" end="4"/>
                                            </p:txEl>
                                          </p:spTgt>
                                        </p:tgtEl>
                                      </p:cBhvr>
                                    </p:animEffect>
                                    <p:anim calcmode="lin" valueType="num">
                                      <p:cBhvr>
                                        <p:cTn id="34"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B2DCC9B8-0C38-A484-8AA7-13CC856CCBBD}"/>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A9DE09E7-D69D-9ACE-8006-1987114F88F1}"/>
              </a:ext>
            </a:extLst>
          </p:cNvPr>
          <p:cNvSpPr txBox="1">
            <a:spLocks noGrp="1"/>
          </p:cNvSpPr>
          <p:nvPr>
            <p:ph type="subTitle" idx="4294967295"/>
          </p:nvPr>
        </p:nvSpPr>
        <p:spPr>
          <a:xfrm>
            <a:off x="5525476" y="932586"/>
            <a:ext cx="3328369"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a:t>Se evalúa en promedio e individual por condición climática.</a:t>
            </a:r>
          </a:p>
          <a:p>
            <a:pPr marL="285750" lvl="0" indent="-285750" algn="just" rtl="0">
              <a:spcBef>
                <a:spcPts val="0"/>
              </a:spcBef>
              <a:spcAft>
                <a:spcPts val="0"/>
              </a:spcAft>
              <a:buBlip>
                <a:blip r:embed="rId3"/>
              </a:buBlip>
            </a:pPr>
            <a:r>
              <a:rPr lang="es-MX" dirty="0" err="1"/>
              <a:t>LightGBM</a:t>
            </a:r>
            <a:r>
              <a:rPr lang="es-MX" dirty="0"/>
              <a:t> y </a:t>
            </a:r>
            <a:r>
              <a:rPr lang="es-MX" dirty="0" err="1"/>
              <a:t>Random</a:t>
            </a:r>
            <a:r>
              <a:rPr lang="es-MX" dirty="0"/>
              <a:t> Forest muestran desempeño consistente y favorable.</a:t>
            </a:r>
          </a:p>
          <a:p>
            <a:pPr marL="285750" lvl="0" indent="-285750" algn="just" rtl="0">
              <a:spcBef>
                <a:spcPts val="0"/>
              </a:spcBef>
              <a:spcAft>
                <a:spcPts val="0"/>
              </a:spcAft>
              <a:buBlip>
                <a:blip r:embed="rId3"/>
              </a:buBlip>
            </a:pPr>
            <a:r>
              <a:rPr lang="es-MX" noProof="0" dirty="0"/>
              <a:t>CT-NET y CNN-</a:t>
            </a:r>
            <a:r>
              <a:rPr lang="es-MX" noProof="0" dirty="0" err="1"/>
              <a:t>BiLSTM</a:t>
            </a:r>
            <a:r>
              <a:rPr lang="es-MX" noProof="0" dirty="0"/>
              <a:t> presentan rendimientos deficientes.</a:t>
            </a:r>
          </a:p>
          <a:p>
            <a:pPr marL="285750" lvl="0" indent="-285750" algn="just" rtl="0">
              <a:spcBef>
                <a:spcPts val="0"/>
              </a:spcBef>
              <a:spcAft>
                <a:spcPts val="0"/>
              </a:spcAft>
              <a:buBlip>
                <a:blip r:embed="rId3"/>
              </a:buBlip>
            </a:pPr>
            <a:r>
              <a:rPr lang="es-MX" dirty="0"/>
              <a:t>Prueba t-test no arroja diferencias significativas.</a:t>
            </a:r>
          </a:p>
          <a:p>
            <a:pPr marL="285750" lvl="0" indent="-285750" algn="just" rtl="0">
              <a:spcBef>
                <a:spcPts val="0"/>
              </a:spcBef>
              <a:spcAft>
                <a:spcPts val="0"/>
              </a:spcAft>
              <a:buBlip>
                <a:blip r:embed="rId3"/>
              </a:buBlip>
            </a:pPr>
            <a:r>
              <a:rPr lang="es-MX" noProof="0" dirty="0"/>
              <a:t>Por la estabilidad general de los resultados, el conjunto GMM 0.35 es el más adecuado.</a:t>
            </a:r>
          </a:p>
        </p:txBody>
      </p:sp>
      <p:sp>
        <p:nvSpPr>
          <p:cNvPr id="4" name="Google Shape;2844;p41">
            <a:extLst>
              <a:ext uri="{FF2B5EF4-FFF2-40B4-BE49-F238E27FC236}">
                <a16:creationId xmlns:a16="http://schemas.microsoft.com/office/drawing/2014/main" id="{3E60E7B0-D61C-F796-41BE-D8BE5B9101A0}"/>
              </a:ext>
            </a:extLst>
          </p:cNvPr>
          <p:cNvSpPr txBox="1">
            <a:spLocks/>
          </p:cNvSpPr>
          <p:nvPr/>
        </p:nvSpPr>
        <p:spPr>
          <a:xfrm>
            <a:off x="290154" y="414660"/>
            <a:ext cx="5235323"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Comparación de conjuntos GMM</a:t>
            </a:r>
          </a:p>
        </p:txBody>
      </p:sp>
      <p:pic>
        <p:nvPicPr>
          <p:cNvPr id="5" name="Picture 4">
            <a:extLst>
              <a:ext uri="{FF2B5EF4-FFF2-40B4-BE49-F238E27FC236}">
                <a16:creationId xmlns:a16="http://schemas.microsoft.com/office/drawing/2014/main" id="{6A8B3975-1D9F-9955-846C-71DE486012D1}"/>
              </a:ext>
            </a:extLst>
          </p:cNvPr>
          <p:cNvPicPr>
            <a:picLocks noChangeAspect="1"/>
          </p:cNvPicPr>
          <p:nvPr/>
        </p:nvPicPr>
        <p:blipFill>
          <a:blip r:embed="rId4"/>
          <a:stretch>
            <a:fillRect/>
          </a:stretch>
        </p:blipFill>
        <p:spPr>
          <a:xfrm>
            <a:off x="109537" y="838751"/>
            <a:ext cx="5306525" cy="380047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7E69D51-47F1-76BE-EDEB-8C7507AE1E74}"/>
              </a:ext>
            </a:extLst>
          </p:cNvPr>
          <p:cNvSpPr>
            <a:spLocks noGrp="1"/>
          </p:cNvSpPr>
          <p:nvPr>
            <p:ph type="sldNum" sz="quarter" idx="10"/>
          </p:nvPr>
        </p:nvSpPr>
        <p:spPr/>
        <p:txBody>
          <a:bodyPr/>
          <a:lstStyle/>
          <a:p>
            <a:fld id="{FD066784-9D51-4624-A73B-AF851740F580}" type="slidenum">
              <a:rPr lang="en-US" smtClean="0"/>
              <a:pPr/>
              <a:t>38</a:t>
            </a:fld>
            <a:endParaRPr lang="en-US" dirty="0"/>
          </a:p>
        </p:txBody>
      </p:sp>
    </p:spTree>
    <p:extLst>
      <p:ext uri="{BB962C8B-B14F-4D97-AF65-F5344CB8AC3E}">
        <p14:creationId xmlns:p14="http://schemas.microsoft.com/office/powerpoint/2010/main" val="126248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1" end="1"/>
                                            </p:txEl>
                                          </p:spTgt>
                                        </p:tgtEl>
                                        <p:attrNameLst>
                                          <p:attrName>style.visibility</p:attrName>
                                        </p:attrNameLst>
                                      </p:cBhvr>
                                      <p:to>
                                        <p:strVal val="visible"/>
                                      </p:to>
                                    </p:set>
                                    <p:animEffect transition="in" filter="fade">
                                      <p:cBhvr>
                                        <p:cTn id="18" dur="1000"/>
                                        <p:tgtEl>
                                          <p:spTgt spid="2845">
                                            <p:txEl>
                                              <p:pRg st="1" end="1"/>
                                            </p:txEl>
                                          </p:spTgt>
                                        </p:tgtEl>
                                      </p:cBhvr>
                                    </p:animEffect>
                                    <p:anim calcmode="lin" valueType="num">
                                      <p:cBhvr>
                                        <p:cTn id="19"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45">
                                            <p:txEl>
                                              <p:pRg st="2" end="2"/>
                                            </p:txEl>
                                          </p:spTgt>
                                        </p:tgtEl>
                                        <p:attrNameLst>
                                          <p:attrName>style.visibility</p:attrName>
                                        </p:attrNameLst>
                                      </p:cBhvr>
                                      <p:to>
                                        <p:strVal val="visible"/>
                                      </p:to>
                                    </p:set>
                                    <p:animEffect transition="in" filter="fade">
                                      <p:cBhvr>
                                        <p:cTn id="23" dur="1000"/>
                                        <p:tgtEl>
                                          <p:spTgt spid="2845">
                                            <p:txEl>
                                              <p:pRg st="2" end="2"/>
                                            </p:txEl>
                                          </p:spTgt>
                                        </p:tgtEl>
                                      </p:cBhvr>
                                    </p:animEffect>
                                    <p:anim calcmode="lin" valueType="num">
                                      <p:cBhvr>
                                        <p:cTn id="24"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845">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845">
                                            <p:txEl>
                                              <p:pRg st="3" end="3"/>
                                            </p:txEl>
                                          </p:spTgt>
                                        </p:tgtEl>
                                        <p:attrNameLst>
                                          <p:attrName>style.visibility</p:attrName>
                                        </p:attrNameLst>
                                      </p:cBhvr>
                                      <p:to>
                                        <p:strVal val="visible"/>
                                      </p:to>
                                    </p:set>
                                    <p:animEffect transition="in" filter="fade">
                                      <p:cBhvr>
                                        <p:cTn id="28" dur="1000"/>
                                        <p:tgtEl>
                                          <p:spTgt spid="2845">
                                            <p:txEl>
                                              <p:pRg st="3" end="3"/>
                                            </p:txEl>
                                          </p:spTgt>
                                        </p:tgtEl>
                                      </p:cBhvr>
                                    </p:animEffect>
                                    <p:anim calcmode="lin" valueType="num">
                                      <p:cBhvr>
                                        <p:cTn id="29" dur="1000" fill="hold"/>
                                        <p:tgtEl>
                                          <p:spTgt spid="284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845">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845">
                                            <p:txEl>
                                              <p:pRg st="4" end="4"/>
                                            </p:txEl>
                                          </p:spTgt>
                                        </p:tgtEl>
                                        <p:attrNameLst>
                                          <p:attrName>style.visibility</p:attrName>
                                        </p:attrNameLst>
                                      </p:cBhvr>
                                      <p:to>
                                        <p:strVal val="visible"/>
                                      </p:to>
                                    </p:set>
                                    <p:animEffect transition="in" filter="fade">
                                      <p:cBhvr>
                                        <p:cTn id="33" dur="1000"/>
                                        <p:tgtEl>
                                          <p:spTgt spid="2845">
                                            <p:txEl>
                                              <p:pRg st="4" end="4"/>
                                            </p:txEl>
                                          </p:spTgt>
                                        </p:tgtEl>
                                      </p:cBhvr>
                                    </p:animEffect>
                                    <p:anim calcmode="lin" valueType="num">
                                      <p:cBhvr>
                                        <p:cTn id="34" dur="1000" fill="hold"/>
                                        <p:tgtEl>
                                          <p:spTgt spid="2845">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84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227D9CED-31A0-BB15-521D-5B884715D3B3}"/>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87C8CCF1-ED65-45ED-1AE2-36AC481554E5}"/>
              </a:ext>
            </a:extLst>
          </p:cNvPr>
          <p:cNvSpPr txBox="1">
            <a:spLocks/>
          </p:cNvSpPr>
          <p:nvPr/>
        </p:nvSpPr>
        <p:spPr>
          <a:xfrm>
            <a:off x="290154" y="414660"/>
            <a:ext cx="7493969"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Comparación de Completo 0.10, </a:t>
            </a:r>
            <a:r>
              <a:rPr lang="es-MX" sz="2000" dirty="0" err="1"/>
              <a:t>Kmeans</a:t>
            </a:r>
            <a:r>
              <a:rPr lang="es-MX" sz="2000" dirty="0"/>
              <a:t> 0.35 y GMM 0.35</a:t>
            </a:r>
          </a:p>
        </p:txBody>
      </p:sp>
      <p:sp>
        <p:nvSpPr>
          <p:cNvPr id="2" name="Google Shape;2845;p41">
            <a:extLst>
              <a:ext uri="{FF2B5EF4-FFF2-40B4-BE49-F238E27FC236}">
                <a16:creationId xmlns:a16="http://schemas.microsoft.com/office/drawing/2014/main" id="{609C9244-9AF6-BD60-1219-FB8FAEEE394A}"/>
              </a:ext>
            </a:extLst>
          </p:cNvPr>
          <p:cNvSpPr txBox="1">
            <a:spLocks/>
          </p:cNvSpPr>
          <p:nvPr/>
        </p:nvSpPr>
        <p:spPr>
          <a:xfrm>
            <a:off x="290154" y="932585"/>
            <a:ext cx="8563691" cy="19278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Completo 0.10 ofrece el mejor rendimiento con valores de RMSE y MAE considerablemente inferiores al promedio, así como un R2 sobresaliente en todos los modelos.</a:t>
            </a:r>
          </a:p>
          <a:p>
            <a:pPr marL="285750" indent="-285750" algn="just">
              <a:spcAft>
                <a:spcPts val="600"/>
              </a:spcAft>
              <a:buFont typeface="Lato"/>
              <a:buBlip>
                <a:blip r:embed="rId3"/>
              </a:buBlip>
            </a:pPr>
            <a:r>
              <a:rPr lang="es-MX" dirty="0"/>
              <a:t>Prueba t-test con un </a:t>
            </a:r>
            <a:r>
              <a:rPr lang="es-MX" dirty="0">
                <a:latin typeface="Times New Roman" panose="02020603050405020304" pitchFamily="18" charset="0"/>
                <a:cs typeface="Times New Roman" panose="02020603050405020304" pitchFamily="18" charset="0"/>
              </a:rPr>
              <a:t>α = 0.1 </a:t>
            </a:r>
            <a:r>
              <a:rPr lang="es-MX" dirty="0">
                <a:cs typeface="Times New Roman" panose="02020603050405020304" pitchFamily="18" charset="0"/>
              </a:rPr>
              <a:t>arroja diferencias estadísticamente significativas entre el conjunto Completo 0.10  y los conjuntos </a:t>
            </a:r>
            <a:r>
              <a:rPr lang="es-MX" dirty="0" err="1">
                <a:cs typeface="Times New Roman" panose="02020603050405020304" pitchFamily="18" charset="0"/>
              </a:rPr>
              <a:t>Kmeans</a:t>
            </a:r>
            <a:r>
              <a:rPr lang="es-MX" dirty="0">
                <a:cs typeface="Times New Roman" panose="02020603050405020304" pitchFamily="18" charset="0"/>
              </a:rPr>
              <a:t> 0.35 y GMM 0.35, con valores p de 0.03  y 0.06.</a:t>
            </a:r>
          </a:p>
          <a:p>
            <a:pPr marL="285750" indent="-285750" algn="just">
              <a:spcAft>
                <a:spcPts val="600"/>
              </a:spcAft>
              <a:buFont typeface="Lato"/>
              <a:buBlip>
                <a:blip r:embed="rId3"/>
              </a:buBlip>
            </a:pPr>
            <a:r>
              <a:rPr lang="es-MX" dirty="0" err="1">
                <a:cs typeface="Times New Roman" panose="02020603050405020304" pitchFamily="18" charset="0"/>
              </a:rPr>
              <a:t>Kmeans</a:t>
            </a:r>
            <a:r>
              <a:rPr lang="es-MX" dirty="0">
                <a:cs typeface="Times New Roman" panose="02020603050405020304" pitchFamily="18" charset="0"/>
              </a:rPr>
              <a:t> 0.35 y GMM 0.35 no son estadísticamente diferentes.</a:t>
            </a:r>
            <a:endParaRPr lang="es-MX" dirty="0"/>
          </a:p>
        </p:txBody>
      </p:sp>
      <p:pic>
        <p:nvPicPr>
          <p:cNvPr id="5" name="Picture 4">
            <a:extLst>
              <a:ext uri="{FF2B5EF4-FFF2-40B4-BE49-F238E27FC236}">
                <a16:creationId xmlns:a16="http://schemas.microsoft.com/office/drawing/2014/main" id="{A48F5A94-2808-83DE-79FE-C4A8C38DE3C3}"/>
              </a:ext>
            </a:extLst>
          </p:cNvPr>
          <p:cNvPicPr>
            <a:picLocks noChangeAspect="1"/>
          </p:cNvPicPr>
          <p:nvPr/>
        </p:nvPicPr>
        <p:blipFill>
          <a:blip r:embed="rId4"/>
          <a:stretch>
            <a:fillRect/>
          </a:stretch>
        </p:blipFill>
        <p:spPr>
          <a:xfrm>
            <a:off x="738186" y="2716212"/>
            <a:ext cx="7667625" cy="2352675"/>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FE79EA25-B11F-E1CF-EB56-8DCBD3761924}"/>
              </a:ext>
            </a:extLst>
          </p:cNvPr>
          <p:cNvSpPr>
            <a:spLocks noGrp="1"/>
          </p:cNvSpPr>
          <p:nvPr>
            <p:ph type="sldNum" sz="quarter" idx="10"/>
          </p:nvPr>
        </p:nvSpPr>
        <p:spPr/>
        <p:txBody>
          <a:bodyPr/>
          <a:lstStyle/>
          <a:p>
            <a:fld id="{FD066784-9D51-4624-A73B-AF851740F580}" type="slidenum">
              <a:rPr lang="en-US" smtClean="0"/>
              <a:pPr/>
              <a:t>39</a:t>
            </a:fld>
            <a:endParaRPr lang="en-US" dirty="0"/>
          </a:p>
        </p:txBody>
      </p:sp>
    </p:spTree>
    <p:extLst>
      <p:ext uri="{BB962C8B-B14F-4D97-AF65-F5344CB8AC3E}">
        <p14:creationId xmlns:p14="http://schemas.microsoft.com/office/powerpoint/2010/main" val="378596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49">
          <a:extLst>
            <a:ext uri="{FF2B5EF4-FFF2-40B4-BE49-F238E27FC236}">
              <a16:creationId xmlns:a16="http://schemas.microsoft.com/office/drawing/2014/main" id="{E9D33A2F-9A12-FC02-6168-CFA9F411A73C}"/>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30FA3B95-5396-8E99-EEBF-278D14C844FC}"/>
              </a:ext>
            </a:extLst>
          </p:cNvPr>
          <p:cNvSpPr txBox="1">
            <a:spLocks noGrp="1"/>
          </p:cNvSpPr>
          <p:nvPr>
            <p:ph type="title"/>
          </p:nvPr>
        </p:nvSpPr>
        <p:spPr>
          <a:xfrm>
            <a:off x="290154" y="414660"/>
            <a:ext cx="7439261"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dirty="0"/>
              <a:t>Comparación entre modelos del  conjunto Completo 0.10</a:t>
            </a:r>
            <a:endParaRPr lang="es-MX" sz="2000" noProof="0" dirty="0"/>
          </a:p>
        </p:txBody>
      </p:sp>
      <p:sp>
        <p:nvSpPr>
          <p:cNvPr id="15" name="Google Shape;2845;p41">
            <a:extLst>
              <a:ext uri="{FF2B5EF4-FFF2-40B4-BE49-F238E27FC236}">
                <a16:creationId xmlns:a16="http://schemas.microsoft.com/office/drawing/2014/main" id="{6A9EB5C6-1FF8-A8C4-2409-99DC3D8F938B}"/>
              </a:ext>
            </a:extLst>
          </p:cNvPr>
          <p:cNvSpPr txBox="1">
            <a:spLocks noGrp="1"/>
          </p:cNvSpPr>
          <p:nvPr>
            <p:ph type="subTitle" idx="1"/>
          </p:nvPr>
        </p:nvSpPr>
        <p:spPr>
          <a:xfrm>
            <a:off x="290154" y="838801"/>
            <a:ext cx="3226769"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a:t>Los modelos de árboles de decisión tienen el mejor desempeño.</a:t>
            </a:r>
          </a:p>
          <a:p>
            <a:pPr marL="285750" lvl="0" indent="-285750" algn="just" rtl="0">
              <a:spcBef>
                <a:spcPts val="0"/>
              </a:spcBef>
              <a:spcAft>
                <a:spcPts val="0"/>
              </a:spcAft>
              <a:buBlip>
                <a:blip r:embed="rId3"/>
              </a:buBlip>
            </a:pPr>
            <a:r>
              <a:rPr lang="es-MX" dirty="0"/>
              <a:t>CNN-</a:t>
            </a:r>
            <a:r>
              <a:rPr lang="es-MX" dirty="0" err="1"/>
              <a:t>BiLSTM</a:t>
            </a:r>
            <a:r>
              <a:rPr lang="es-MX" dirty="0"/>
              <a:t> tiene el peor rendimiento general.</a:t>
            </a:r>
          </a:p>
          <a:p>
            <a:pPr marL="285750" lvl="0" indent="-285750" algn="just" rtl="0">
              <a:spcBef>
                <a:spcPts val="0"/>
              </a:spcBef>
              <a:spcAft>
                <a:spcPts val="0"/>
              </a:spcAft>
              <a:buBlip>
                <a:blip r:embed="rId3"/>
              </a:buBlip>
            </a:pPr>
            <a:r>
              <a:rPr lang="es-MX" noProof="0" dirty="0" err="1"/>
              <a:t>LightGBM</a:t>
            </a:r>
            <a:r>
              <a:rPr lang="es-MX" noProof="0" dirty="0"/>
              <a:t>  tiene mayor capacidad  de generalización.</a:t>
            </a:r>
          </a:p>
        </p:txBody>
      </p:sp>
      <p:pic>
        <p:nvPicPr>
          <p:cNvPr id="3" name="Picture 2" descr="A graph of different colored bars&#10;&#10;AI-generated content may be incorrect.">
            <a:extLst>
              <a:ext uri="{FF2B5EF4-FFF2-40B4-BE49-F238E27FC236}">
                <a16:creationId xmlns:a16="http://schemas.microsoft.com/office/drawing/2014/main" id="{DBC63A20-CC09-4482-500A-836682601DD1}"/>
              </a:ext>
            </a:extLst>
          </p:cNvPr>
          <p:cNvPicPr>
            <a:picLocks noChangeAspect="1"/>
          </p:cNvPicPr>
          <p:nvPr/>
        </p:nvPicPr>
        <p:blipFill>
          <a:blip r:embed="rId4"/>
          <a:stretch>
            <a:fillRect/>
          </a:stretch>
        </p:blipFill>
        <p:spPr>
          <a:xfrm>
            <a:off x="3681046" y="868738"/>
            <a:ext cx="5304584" cy="343596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7F194A7-E7CF-AB37-03C7-95AEE32DF3D2}"/>
              </a:ext>
            </a:extLst>
          </p:cNvPr>
          <p:cNvSpPr>
            <a:spLocks noGrp="1"/>
          </p:cNvSpPr>
          <p:nvPr>
            <p:ph type="sldNum" sz="quarter" idx="10"/>
          </p:nvPr>
        </p:nvSpPr>
        <p:spPr/>
        <p:txBody>
          <a:bodyPr/>
          <a:lstStyle/>
          <a:p>
            <a:fld id="{FD066784-9D51-4624-A73B-AF851740F580}" type="slidenum">
              <a:rPr lang="en-US" smtClean="0"/>
              <a:pPr/>
              <a:t>40</a:t>
            </a:fld>
            <a:endParaRPr lang="en-US"/>
          </a:p>
        </p:txBody>
      </p:sp>
    </p:spTree>
    <p:extLst>
      <p:ext uri="{BB962C8B-B14F-4D97-AF65-F5344CB8AC3E}">
        <p14:creationId xmlns:p14="http://schemas.microsoft.com/office/powerpoint/2010/main" val="270932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fade">
                                      <p:cBhvr>
                                        <p:cTn id="13" dur="1000"/>
                                        <p:tgtEl>
                                          <p:spTgt spid="15">
                                            <p:txEl>
                                              <p:pRg st="0" end="0"/>
                                            </p:txEl>
                                          </p:spTgt>
                                        </p:tgtEl>
                                      </p:cBhvr>
                                    </p:animEffect>
                                    <p:anim calcmode="lin" valueType="num">
                                      <p:cBhvr>
                                        <p:cTn id="14"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Effect transition="in" filter="fade">
                                      <p:cBhvr>
                                        <p:cTn id="18" dur="1000"/>
                                        <p:tgtEl>
                                          <p:spTgt spid="15">
                                            <p:txEl>
                                              <p:pRg st="1" end="1"/>
                                            </p:txEl>
                                          </p:spTgt>
                                        </p:tgtEl>
                                      </p:cBhvr>
                                    </p:animEffect>
                                    <p:anim calcmode="lin" valueType="num">
                                      <p:cBhvr>
                                        <p:cTn id="19"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fade">
                                      <p:cBhvr>
                                        <p:cTn id="23" dur="1000"/>
                                        <p:tgtEl>
                                          <p:spTgt spid="15">
                                            <p:txEl>
                                              <p:pRg st="2" end="2"/>
                                            </p:txEl>
                                          </p:spTgt>
                                        </p:tgtEl>
                                      </p:cBhvr>
                                    </p:animEffect>
                                    <p:anim calcmode="lin" valueType="num">
                                      <p:cBhvr>
                                        <p:cTn id="24"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F79CCDF4-A3EC-2208-100B-B98FEB05125D}"/>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BA94AC79-7968-2CE6-F994-6FD32350676D}"/>
              </a:ext>
            </a:extLst>
          </p:cNvPr>
          <p:cNvSpPr txBox="1">
            <a:spLocks noGrp="1"/>
          </p:cNvSpPr>
          <p:nvPr>
            <p:ph type="subTitle" idx="4294967295"/>
          </p:nvPr>
        </p:nvSpPr>
        <p:spPr>
          <a:xfrm>
            <a:off x="5525476" y="932586"/>
            <a:ext cx="3328369"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err="1"/>
              <a:t>LightGB</a:t>
            </a:r>
            <a:r>
              <a:rPr lang="es-MX" dirty="0"/>
              <a:t>M tiene mejor desempeño general.</a:t>
            </a:r>
          </a:p>
          <a:p>
            <a:pPr marL="285750" lvl="0" indent="-285750" algn="just" rtl="0">
              <a:spcBef>
                <a:spcPts val="0"/>
              </a:spcBef>
              <a:spcAft>
                <a:spcPts val="0"/>
              </a:spcAft>
              <a:buBlip>
                <a:blip r:embed="rId3"/>
              </a:buBlip>
            </a:pPr>
            <a:r>
              <a:rPr lang="es-MX" noProof="0" dirty="0" err="1"/>
              <a:t>LightGBM</a:t>
            </a:r>
            <a:r>
              <a:rPr lang="es-MX" noProof="0" dirty="0"/>
              <a:t> consume menos recursos computacionales.</a:t>
            </a:r>
          </a:p>
          <a:p>
            <a:pPr marL="285750" lvl="0" indent="-285750" algn="just" rtl="0">
              <a:spcBef>
                <a:spcPts val="0"/>
              </a:spcBef>
              <a:spcAft>
                <a:spcPts val="0"/>
              </a:spcAft>
              <a:buBlip>
                <a:blip r:embed="rId3"/>
              </a:buBlip>
            </a:pPr>
            <a:r>
              <a:rPr lang="es-MX" dirty="0"/>
              <a:t>Modelos de redes neuronales mostraron rendimientos inferiores.</a:t>
            </a:r>
            <a:endParaRPr lang="es-MX" noProof="0" dirty="0"/>
          </a:p>
        </p:txBody>
      </p:sp>
      <p:sp>
        <p:nvSpPr>
          <p:cNvPr id="4" name="Google Shape;2844;p41">
            <a:extLst>
              <a:ext uri="{FF2B5EF4-FFF2-40B4-BE49-F238E27FC236}">
                <a16:creationId xmlns:a16="http://schemas.microsoft.com/office/drawing/2014/main" id="{C4EF4FE9-78A5-728B-1E87-0D8CF6A1312B}"/>
              </a:ext>
            </a:extLst>
          </p:cNvPr>
          <p:cNvSpPr txBox="1">
            <a:spLocks/>
          </p:cNvSpPr>
          <p:nvPr/>
        </p:nvSpPr>
        <p:spPr>
          <a:xfrm>
            <a:off x="290154" y="414660"/>
            <a:ext cx="7619015"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Comparación entre </a:t>
            </a:r>
            <a:r>
              <a:rPr lang="es-MX" sz="2000" dirty="0" err="1"/>
              <a:t>LightGBM</a:t>
            </a:r>
            <a:r>
              <a:rPr lang="es-MX" sz="2000" dirty="0"/>
              <a:t> y los modelos de literatura</a:t>
            </a:r>
          </a:p>
        </p:txBody>
      </p:sp>
      <p:pic>
        <p:nvPicPr>
          <p:cNvPr id="3" name="Picture 2">
            <a:extLst>
              <a:ext uri="{FF2B5EF4-FFF2-40B4-BE49-F238E27FC236}">
                <a16:creationId xmlns:a16="http://schemas.microsoft.com/office/drawing/2014/main" id="{77953BB3-A903-4498-0C0C-A75D91FCB6DE}"/>
              </a:ext>
            </a:extLst>
          </p:cNvPr>
          <p:cNvPicPr>
            <a:picLocks noChangeAspect="1"/>
          </p:cNvPicPr>
          <p:nvPr/>
        </p:nvPicPr>
        <p:blipFill>
          <a:blip r:embed="rId4"/>
          <a:stretch>
            <a:fillRect/>
          </a:stretch>
        </p:blipFill>
        <p:spPr>
          <a:xfrm>
            <a:off x="74856" y="1342902"/>
            <a:ext cx="5305425" cy="2066925"/>
          </a:xfrm>
          <a:prstGeom prst="rect">
            <a:avLst/>
          </a:prstGeom>
        </p:spPr>
      </p:pic>
      <p:sp>
        <p:nvSpPr>
          <p:cNvPr id="2" name="Slide Number Placeholder 1">
            <a:extLst>
              <a:ext uri="{FF2B5EF4-FFF2-40B4-BE49-F238E27FC236}">
                <a16:creationId xmlns:a16="http://schemas.microsoft.com/office/drawing/2014/main" id="{132BBE05-E235-75B8-D71C-44867D172AA8}"/>
              </a:ext>
            </a:extLst>
          </p:cNvPr>
          <p:cNvSpPr>
            <a:spLocks noGrp="1"/>
          </p:cNvSpPr>
          <p:nvPr>
            <p:ph type="sldNum" sz="quarter" idx="10"/>
          </p:nvPr>
        </p:nvSpPr>
        <p:spPr/>
        <p:txBody>
          <a:bodyPr/>
          <a:lstStyle/>
          <a:p>
            <a:fld id="{FD066784-9D51-4624-A73B-AF851740F580}" type="slidenum">
              <a:rPr lang="en-US" smtClean="0"/>
              <a:pPr/>
              <a:t>41</a:t>
            </a:fld>
            <a:endParaRPr lang="en-US" dirty="0"/>
          </a:p>
        </p:txBody>
      </p:sp>
    </p:spTree>
    <p:extLst>
      <p:ext uri="{BB962C8B-B14F-4D97-AF65-F5344CB8AC3E}">
        <p14:creationId xmlns:p14="http://schemas.microsoft.com/office/powerpoint/2010/main" val="53455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1" end="1"/>
                                            </p:txEl>
                                          </p:spTgt>
                                        </p:tgtEl>
                                        <p:attrNameLst>
                                          <p:attrName>style.visibility</p:attrName>
                                        </p:attrNameLst>
                                      </p:cBhvr>
                                      <p:to>
                                        <p:strVal val="visible"/>
                                      </p:to>
                                    </p:set>
                                    <p:animEffect transition="in" filter="fade">
                                      <p:cBhvr>
                                        <p:cTn id="18" dur="1000"/>
                                        <p:tgtEl>
                                          <p:spTgt spid="2845">
                                            <p:txEl>
                                              <p:pRg st="1" end="1"/>
                                            </p:txEl>
                                          </p:spTgt>
                                        </p:tgtEl>
                                      </p:cBhvr>
                                    </p:animEffect>
                                    <p:anim calcmode="lin" valueType="num">
                                      <p:cBhvr>
                                        <p:cTn id="19"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45">
                                            <p:txEl>
                                              <p:pRg st="2" end="2"/>
                                            </p:txEl>
                                          </p:spTgt>
                                        </p:tgtEl>
                                        <p:attrNameLst>
                                          <p:attrName>style.visibility</p:attrName>
                                        </p:attrNameLst>
                                      </p:cBhvr>
                                      <p:to>
                                        <p:strVal val="visible"/>
                                      </p:to>
                                    </p:set>
                                    <p:animEffect transition="in" filter="fade">
                                      <p:cBhvr>
                                        <p:cTn id="23" dur="1000"/>
                                        <p:tgtEl>
                                          <p:spTgt spid="2845">
                                            <p:txEl>
                                              <p:pRg st="2" end="2"/>
                                            </p:txEl>
                                          </p:spTgt>
                                        </p:tgtEl>
                                      </p:cBhvr>
                                    </p:animEffect>
                                    <p:anim calcmode="lin" valueType="num">
                                      <p:cBhvr>
                                        <p:cTn id="24"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84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5B4C1C31-327C-C8B9-6B71-4A8EED2E955F}"/>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E3106542-D6C3-168B-D784-784625853D5A}"/>
              </a:ext>
            </a:extLst>
          </p:cNvPr>
          <p:cNvSpPr txBox="1">
            <a:spLocks/>
          </p:cNvSpPr>
          <p:nvPr/>
        </p:nvSpPr>
        <p:spPr>
          <a:xfrm>
            <a:off x="290154" y="414660"/>
            <a:ext cx="7493969"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err="1"/>
              <a:t>LightGBM</a:t>
            </a:r>
            <a:endParaRPr lang="es-MX" sz="2000" dirty="0"/>
          </a:p>
        </p:txBody>
      </p:sp>
      <p:sp>
        <p:nvSpPr>
          <p:cNvPr id="2" name="Google Shape;2845;p41">
            <a:extLst>
              <a:ext uri="{FF2B5EF4-FFF2-40B4-BE49-F238E27FC236}">
                <a16:creationId xmlns:a16="http://schemas.microsoft.com/office/drawing/2014/main" id="{33BF853C-738F-E3BC-E110-5E8511AD8493}"/>
              </a:ext>
            </a:extLst>
          </p:cNvPr>
          <p:cNvSpPr txBox="1">
            <a:spLocks/>
          </p:cNvSpPr>
          <p:nvPr/>
        </p:nvSpPr>
        <p:spPr>
          <a:xfrm>
            <a:off x="290154" y="932585"/>
            <a:ext cx="8563691" cy="16391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Supera a los demás modelos en el desempeño de las métricas.</a:t>
            </a:r>
          </a:p>
          <a:p>
            <a:pPr marL="285750" indent="-285750" algn="just">
              <a:spcAft>
                <a:spcPts val="600"/>
              </a:spcAft>
              <a:buFont typeface="Lato"/>
              <a:buBlip>
                <a:blip r:embed="rId3"/>
              </a:buBlip>
            </a:pPr>
            <a:r>
              <a:rPr lang="es-MX" dirty="0"/>
              <a:t>Menor coste computacional.</a:t>
            </a:r>
          </a:p>
          <a:p>
            <a:pPr marL="285750" indent="-285750" algn="just">
              <a:spcAft>
                <a:spcPts val="600"/>
              </a:spcAft>
              <a:buFont typeface="Lato"/>
              <a:buBlip>
                <a:blip r:embed="rId3"/>
              </a:buBlip>
            </a:pPr>
            <a:r>
              <a:rPr lang="es-MX" dirty="0"/>
              <a:t>Mejor interpretabilidad.</a:t>
            </a:r>
          </a:p>
          <a:p>
            <a:pPr marL="285750" indent="-285750" algn="just">
              <a:spcAft>
                <a:spcPts val="600"/>
              </a:spcAft>
              <a:buFont typeface="Lato"/>
              <a:buBlip>
                <a:blip r:embed="rId3"/>
              </a:buBlip>
            </a:pPr>
            <a:r>
              <a:rPr lang="es-MX" dirty="0"/>
              <a:t>Notable precisión en la predicción de la  generación futura.</a:t>
            </a:r>
          </a:p>
        </p:txBody>
      </p:sp>
      <p:pic>
        <p:nvPicPr>
          <p:cNvPr id="6" name="Picture 5" descr="A graph of different colored lines&#10;&#10;AI-generated content may be incorrect.">
            <a:extLst>
              <a:ext uri="{FF2B5EF4-FFF2-40B4-BE49-F238E27FC236}">
                <a16:creationId xmlns:a16="http://schemas.microsoft.com/office/drawing/2014/main" id="{736B6405-72EC-18B1-3F20-D1007F943A56}"/>
              </a:ext>
            </a:extLst>
          </p:cNvPr>
          <p:cNvPicPr>
            <a:picLocks noChangeAspect="1"/>
          </p:cNvPicPr>
          <p:nvPr/>
        </p:nvPicPr>
        <p:blipFill>
          <a:blip r:embed="rId4"/>
          <a:stretch>
            <a:fillRect/>
          </a:stretch>
        </p:blipFill>
        <p:spPr>
          <a:xfrm>
            <a:off x="290153" y="2641598"/>
            <a:ext cx="8563691" cy="2358715"/>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A0A746A5-37FF-52A2-EC76-68A1AE8924B0}"/>
              </a:ext>
            </a:extLst>
          </p:cNvPr>
          <p:cNvSpPr>
            <a:spLocks noGrp="1"/>
          </p:cNvSpPr>
          <p:nvPr>
            <p:ph type="sldNum" sz="quarter" idx="10"/>
          </p:nvPr>
        </p:nvSpPr>
        <p:spPr/>
        <p:txBody>
          <a:bodyPr/>
          <a:lstStyle/>
          <a:p>
            <a:fld id="{FD066784-9D51-4624-A73B-AF851740F580}" type="slidenum">
              <a:rPr lang="en-US" smtClean="0"/>
              <a:pPr/>
              <a:t>42</a:t>
            </a:fld>
            <a:endParaRPr lang="en-US" dirty="0"/>
          </a:p>
        </p:txBody>
      </p:sp>
    </p:spTree>
    <p:extLst>
      <p:ext uri="{BB962C8B-B14F-4D97-AF65-F5344CB8AC3E}">
        <p14:creationId xmlns:p14="http://schemas.microsoft.com/office/powerpoint/2010/main" val="157797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618EB038-C522-52A0-85A1-D3E69094F270}"/>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165B4826-969B-AFF6-279C-1ABF3F426E76}"/>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Conclusiones</a:t>
            </a:r>
          </a:p>
        </p:txBody>
      </p:sp>
      <p:sp>
        <p:nvSpPr>
          <p:cNvPr id="2276" name="Google Shape;2276;p36">
            <a:extLst>
              <a:ext uri="{FF2B5EF4-FFF2-40B4-BE49-F238E27FC236}">
                <a16:creationId xmlns:a16="http://schemas.microsoft.com/office/drawing/2014/main" id="{EB7E6705-904D-4705-12D8-214D12176AB0}"/>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08</a:t>
            </a:r>
          </a:p>
        </p:txBody>
      </p:sp>
      <p:grpSp>
        <p:nvGrpSpPr>
          <p:cNvPr id="2277" name="Google Shape;2277;p36">
            <a:extLst>
              <a:ext uri="{FF2B5EF4-FFF2-40B4-BE49-F238E27FC236}">
                <a16:creationId xmlns:a16="http://schemas.microsoft.com/office/drawing/2014/main" id="{7398639B-E9FE-C059-AC48-6FF02343A88E}"/>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140F6126-D924-6891-6416-BA6850133C73}"/>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CCA24CEF-6B0D-78FD-F1AC-181823B1F9A0}"/>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FB29EADB-523B-3B26-9C23-960CE96888BF}"/>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E3F562C8-6B48-77C3-4363-EC3ADA759442}"/>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EAFA36CD-BDE6-0353-B5F6-DAF2172FD40A}"/>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ADB2CBD5-9E40-991E-1016-8003A0721EE4}"/>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F16C0A3C-4F28-CF7C-7B30-B464A0945A4A}"/>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2B78C03D-B99D-5CF9-8382-B1075AF2DD12}"/>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F9EDAC1F-8A36-D6DF-AF18-75D1926FF930}"/>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F7639048-BE71-7C78-6041-D24813097E42}"/>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45B5423F-AB22-7940-073D-9C7ED1442926}"/>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36358E2A-743E-A929-169F-07C74C7A9FBF}"/>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A47688AB-FF45-E954-119B-DE7CF0EF7F21}"/>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D9A198C2-E215-0BF6-D778-BD1F823A7AC9}"/>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226AB4CF-9CB5-4200-A1BF-835A3F450216}"/>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BF348D7D-AC5A-DD85-929B-4561BBE869D0}"/>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A85BD4CD-17D2-0732-3C45-A377DB16E3C9}"/>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5068CEFF-DDDB-3222-8F23-D03D22865DFD}"/>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E8880464-AB60-8684-43BF-673225C81A13}"/>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E5EC3643-FB9F-9A4F-4F3D-17F15D76BE35}"/>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60D6C9AB-859E-18E9-BD20-4E1AC75DF2D0}"/>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21363255-EA53-4E6D-1B54-0A29666CEAAB}"/>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B22F3B37-8488-4BDC-E9F5-D56325489229}"/>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61C0FDCB-0A9E-E7A6-C508-F1EAD72E33EB}"/>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312C884A-8A4B-EC39-57E3-9352814F02F5}"/>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7143C103-8D94-0B34-2672-EE49F4BEF516}"/>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4A143799-84CE-578E-E74A-CC556BC81EE0}"/>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D0D34DF0-CC76-9984-D46C-8F90A5BDC386}"/>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9CB6E222-CB03-9DA9-90E8-563062726EA5}"/>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C47E35B2-AC9D-C25D-0EE6-E546A887FDDA}"/>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BC69A357-1FB9-CFFF-0ECD-EA034DC98773}"/>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FDFCD5E7-90D9-EFA8-1FAB-3430D3F0E07A}"/>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2FF6BFD4-5AFE-D5D7-2E84-F4F32151FDE8}"/>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431CD005-C1E6-F0A8-B1D3-67DEAD7F010C}"/>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ECA3AF31-CB7C-A9B6-B5EA-EC8A100113E0}"/>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34D08A0D-DB4F-4BFD-1A51-E5B3B1051135}"/>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D100B38A-4647-4DFF-32F5-E404F64AF3F0}"/>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6951B11F-2202-BE78-58AA-574D02688D4C}"/>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CB44D14F-2E11-E3F3-4432-F6B5F9A0DB31}"/>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989EAE03-1501-22CC-0866-66A48FE82499}"/>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BDA214C0-7305-CC3F-66C2-C06A4DF14CD4}"/>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048F9374-FAA0-B667-38DA-EBC0C1964F10}"/>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D17BE797-7CE2-28D2-E337-8D9A4B747097}"/>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AFDD16A4-8490-B701-7CB9-E7622EA3001F}"/>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9B6CA310-B31E-81E2-5702-BB0474641AB7}"/>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ED91B4BC-4F19-1887-C8AD-B52FED9C44F4}"/>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C51EBF52-0FF7-0056-87BB-20855B236090}"/>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80CB72E9-C9BC-1C56-964A-2D5E69E24F15}"/>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131318DC-99DC-1CC4-F70F-A22252554B22}"/>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CADA76F3-85EE-12C1-73A2-E2165D9FF1EE}"/>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C81D4A81-E1A5-B762-F1BD-CD11D57B3164}"/>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CEEE372F-A251-F6F4-6D8D-EA3E46E69297}"/>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A2C008DE-9CFF-AB6C-5A08-F20D14634428}"/>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CB1F3DAD-4F6D-31E5-220C-F83E39C8A73E}"/>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C8829CB2-E36E-F994-1B55-1E8A2B239937}"/>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4273D306-3AC1-EC83-FA5E-961616520F99}"/>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55766CBC-B302-0019-CDC7-782BB5376C9A}"/>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017880FB-DDBD-06A0-5E7C-5F64D6E9AB21}"/>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3F0960F2-193C-08C3-3B1D-15CCA3D3112F}"/>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C24EB9CD-69B0-412B-5AC7-922DEBC090E7}"/>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6B2FB992-2FB0-47DC-DD4E-66358678F129}"/>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90D0BE4B-CC36-FC5D-5AF6-F602BB627DA4}"/>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2ACA5363-3672-03A3-FEC4-04B50F206E2E}"/>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EDE1BF9C-8D13-2F3E-8577-3571D7068E7D}"/>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A9A6F41E-8F5F-74B6-B8A5-6326DE1D6911}"/>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E4BE0BDE-5076-B622-EB06-697E94DF8B75}"/>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8EB88B05-26B4-80B1-65CE-F980E67823AE}"/>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CDF17BB9-CDFE-1711-B674-38ED659DFFE5}"/>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76A1B6D8-E7E8-0FFE-ED67-89B980C88E35}"/>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AF6C2659-778B-B91F-EF3E-8CD99A3BE0BE}"/>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9F4BCD5D-3D0B-697B-06BF-2DD68D903FA2}"/>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A24620C6-C988-8086-651E-0AFEB7A440FC}"/>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D63E4E77-A2F9-A1C2-31C3-54EBC230E8C0}"/>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16678C41-E69B-7D46-9F30-9C309B09A625}"/>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017C329F-4A30-3E1F-1AE9-0A98DAC5048C}"/>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04BFED55-210E-C5FD-1180-A550690A4D11}"/>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25B2FC08-2AFA-4BEC-6977-A3F077FFA23D}"/>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75819DBD-8B71-BB11-50DF-FE31914A1BF2}"/>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9DF167A0-3989-57EA-4B30-85DB9FB08867}"/>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8B620842-66BE-18E1-A49F-B8582B0DCC2B}"/>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610B50BC-9748-65FC-452A-242AB1E67E25}"/>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3534C1E9-3097-AA76-AB28-642B9BAB7D81}"/>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2FAC4C97-AFA0-FF09-78C4-ED70B855ED52}"/>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736622C6-A4F3-EEA2-99F3-66FB43CDA935}"/>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ED0BBD55-9746-2709-2372-EF1048EAA7B4}"/>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5369882A-B4AD-E748-8197-CDCF41F7475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F7612B52-4DD0-05E3-6595-DB7ADD5AAF7A}"/>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FA3DB48F-366A-39C7-1DBD-608C76726930}"/>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B5FFE239-D1D1-EEDF-F818-A5993B3B3285}"/>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AE8B4D53-B689-A2C6-6005-7BB3AED66F1D}"/>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2066245D-5F89-7A0E-5010-869C07DAC433}"/>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9FDCBC99-63B5-6C1C-F252-0ED881A851BF}"/>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6224827B-7DFA-1F78-9A31-FA2186B62849}"/>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589F1A79-8822-6915-C7EF-8E983B69C7F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614192FE-4A47-70F9-E63D-1A494778DEBC}"/>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8A0A302A-12C6-792D-0751-533D4B0EF5D1}"/>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70BD73C7-8802-3B4F-5A04-9E42C0442A69}"/>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CBA34601-F07A-7117-1706-E2BEC4E5AF70}"/>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0C5F38F7-71BD-6123-92CC-11EC76064BE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8FBD8EF3-4F66-05B7-F94C-0CC745BA543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6880E14D-3244-FC10-60F6-B582F9373DD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E28D122F-753A-B063-D7C1-1B472E163FD6}"/>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CB1958B8-DF30-E96B-6C75-1A3690D7526F}"/>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B39B44EC-5089-0ACC-DB17-67666E82D460}"/>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96CCC7BF-B01E-B33B-E1D5-6DCCD1C770BD}"/>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D97C7DF2-9B40-065D-1D33-88650E59792B}"/>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ACD7F740-BA8B-68F6-DFFD-AF660AEBD59D}"/>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4AF23AFD-AE0F-F604-56BF-DB974C785ADD}"/>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B96C01B8-5103-4DC9-4578-05312ED4BFDC}"/>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4C343FB7-3CC6-5A5F-E1DA-124862461427}"/>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EA937657-2CFC-0BA1-6C80-C943217EEB37}"/>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68C67683-C234-BA2C-BDA5-8C5F62580938}"/>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8D91EFD8-C8BF-7688-DFDC-A344FCC95C68}"/>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E19454D5-A0EC-3AD8-3D54-6DB15FA4E789}"/>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A6C55BAB-D203-55A4-DB40-421425303576}"/>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C2858AA1-2600-989A-3C15-677E6EB2A93B}"/>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6D2008B7-742B-12A1-DB3D-E2DBB534950C}"/>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C15C0CAF-E1E8-4172-0F1D-357156BDF687}"/>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0E483BCB-F5FB-1DA0-F3D2-B08D39D68E5A}"/>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62C0A8DE-1E21-510F-A84A-DC5C425B9418}"/>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5916C022-30A8-9C46-7B5B-1763F65B4DF0}"/>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AFF06BF7-4ED9-A21D-6063-E8104CF10D47}"/>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E537542D-A2B0-CFC1-BF72-A3B9BDAB4FC6}"/>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BB670E67-2874-C166-B78E-DBC4AC843E8D}"/>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D31FB923-3DC3-2C5B-C513-371A14EADD1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8C21E293-F506-5636-9BCA-D23473FC6CF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43C1AAF7-7483-2F35-52A2-F6BD4ADAEAF2}"/>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CB13CEE3-3107-7F40-4FEE-26942B18E09A}"/>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5023AADE-1770-0C24-E438-95792ABB7FCE}"/>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550B482F-0A10-C769-A08E-1D07DC29651F}"/>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EBD952CF-1611-51D1-61EB-FECE0A3F97F8}"/>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1B60ECF6-19A9-784A-F350-21507B6C01F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6DFEAA3D-3A52-AC62-DBE9-2B115691E593}"/>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59800477-BAF4-4A9D-45E6-17B97D405DBF}"/>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429577F5-6BC7-4F92-C233-BF9C3E58FEE7}"/>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1FEDFCD1-65C7-69D1-547C-79DED00ED51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5EF0FE6A-7CC6-A734-459B-DB42AC9B9D4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BF9C71F9-0EC6-26CE-1773-3E00C485ACAB}"/>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06DEFCF3-5F30-C50D-2423-FD68856B7E97}"/>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7A90237A-2C50-FF2B-231F-B2F4640C8FD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4925C21B-6C75-A864-5C75-79F929858B3F}"/>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3808DBFE-76B8-71F0-4338-2C8DE4F1F2B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78D4E65C-A18B-D025-1EE9-662FD69BF61B}"/>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78964255-75E6-4038-D43F-27F5898428D3}"/>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45A6076E-425B-D921-716F-6B952F20D024}"/>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70F43FA9-1EEB-25B6-754A-342805A1C919}"/>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B85D0F20-6B50-4141-8EFC-CB975B8ADDB5}"/>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0D80F7AF-0FBA-0BAB-1199-6D9906DDDADF}"/>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E6694631-648E-3D33-6C8E-8B524E005CFD}"/>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2DCEE00B-C4EB-A2B1-BC1F-857F860E6FDC}"/>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2896A1D9-6CC5-3E6B-A540-E37DF9B7BF06}"/>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69811159-A104-83A7-BD71-5C74B9074B5C}"/>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9BF1409D-2F8A-5FA1-2744-364736B13974}"/>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CB41142C-9303-4D94-33AD-3CE92FC85CF6}"/>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CF4F2894-1E60-77C9-59AB-11B22BD0E2E0}"/>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F9EE88AE-668A-261D-B2F0-DEFF2E0C79D8}"/>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03BEBB06-2466-65ED-D468-4690095DC192}"/>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6E65631A-9E28-3CD3-1C80-C8011842A44E}"/>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4AB9EBF3-F46B-963B-7746-A5DE5F438CCB}"/>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C49B933C-B687-F3E4-E184-C118F94C787A}"/>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8275D89F-4FE9-9311-988D-D0B3F5A8D6D8}"/>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DB4ED99B-EC66-33A2-67B2-45BD948A6942}"/>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48148244-84DE-B8E7-7A91-AB7E1CFB5D83}"/>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689BD353-5774-6C45-D3F1-F7B626C1F331}"/>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C52109B3-1FC5-B157-F246-35603D5636D7}"/>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649B4E59-F27C-AD77-8DA7-2FF241219BC6}"/>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7881D9DA-0134-EF8F-72A5-08067BD2CA8C}"/>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646E4098-14D5-C537-7082-98170F79002E}"/>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303124ED-B30C-1F40-431B-A92D3C1DA347}"/>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0BD257F8-F337-F2D5-BA06-7BC54CCBD722}"/>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E190C603-3C50-295E-50E2-23ADD42E2E50}"/>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37807E8A-C911-A362-D614-B36F9805D3EB}"/>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0F2E78C1-8D30-F673-A7CA-EBA0C6E6B8BB}"/>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F8DC7F5E-61D1-6119-42DA-A6092F6FC5A0}"/>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FA23B306-1F90-63CB-4B04-C218862974AA}"/>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9A961978-A104-065F-3AB2-032639927E31}"/>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5F74F27C-5848-5710-D4E1-10FC4C4496F9}"/>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6C648ED7-04DB-553D-A5BD-07038C6E0F9F}"/>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60815E46-8645-E2CA-D6B6-40A0198D84BB}"/>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9EFC4399-BB83-B1A1-8A5D-B45F72786B89}"/>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D2AC0434-6D96-CE35-11BC-D42236C6B28C}"/>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D51E2820-3354-98AB-E683-1A61314F29B7}"/>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BE7D7325-1493-44A4-DDAE-45666BBE3231}"/>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CAFF9E71-F9FF-E4E8-3088-384650E24DD4}"/>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A3DB9624-28D6-5A13-53D5-11AEDF75CDF9}"/>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60BA30AB-6A09-70D1-59CF-6539CC04A1ED}"/>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48DA4B10-F3C6-8EEE-C0A3-73978FD1B17D}"/>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7B08B970-D186-C810-F682-7CDA32E9A5DF}"/>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0B919032-B863-3076-B2B4-4482C7EBB2CC}"/>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D37D68B6-3855-41EB-1025-FDDF450AB38C}"/>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88645ACA-2E19-764C-87AC-41C6E9E606DA}"/>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20AE7A71-14A9-9B9C-71B2-DFE4BB550406}"/>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C4B0ABCC-8667-9E02-6906-0641C43A7CED}"/>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E57097E4-C110-0C4A-82D6-5F8377A0C66C}"/>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38BE571D-4F94-3FC2-344F-D104662F8D0A}"/>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CACAEDDC-DE4B-41B2-1B89-343BB41C28E1}"/>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24592AE6-B95F-9604-9A11-BC6080372458}"/>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4E0791C5-AB93-3A42-7E3B-AD0AFC7E2EDA}"/>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24D437AB-92FE-9893-3295-F030615C2920}"/>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23F6B084-7F3A-85E2-E8D8-658CA536C3D7}"/>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BEEAB441-A050-71AE-7F6B-A4CC65DF4069}"/>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0F357996-340A-5B1B-1B4E-478CD39CF52E}"/>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C999BCC6-59BA-596A-59AD-6235DDF2A5E1}"/>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3B1352D7-9230-4FDE-EAF2-7EB44E05CBE2}"/>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7BD77132-7FBC-B3A4-3215-971E961602E5}"/>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25F8C8E0-171F-D3B9-8D6E-E08FA086ECEA}"/>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4D59001F-A376-CB52-3F91-BB7B07219B5C}"/>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F9A3E716-A293-5E34-18C3-4376F4F7F1F8}"/>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E6EFA712-EF9C-FD06-2AB5-1DC7D11FAE60}"/>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DE44BEF0-1956-803D-6A88-7F4B1FB03B8B}"/>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A8598414-4237-77C3-8BAC-798F339BABC2}"/>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C62DAF97-7271-DA93-33A9-B32ADEA83F18}"/>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AB834B77-3E86-6164-67FC-7D5D7F8C9C86}"/>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E6F4D57B-074F-0D49-6423-5D4C06A7271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B34159E4-8EB6-8E55-D17F-D9C358190988}"/>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DBC322F6-D16B-7ED8-24C8-DFAA93EAFFB1}"/>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FFC33535-E622-41F5-0BF4-EA0405B9EC5C}"/>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08094C82-158F-85F8-A67A-3D792F5D2BC6}"/>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72F5974E-3F7C-A9D2-6A02-686D1327E17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E6CB4557-A11E-AB3F-3C2A-77981E84138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C11273D1-A481-1383-0D4F-654BCD0D78C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FB30CED7-E842-3325-BBDD-703D785CC01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A5C0C35A-5F50-24E1-14B1-5D6BF8DF2A13}"/>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4CB1A809-5EB0-4338-9F28-DE8F0555B9CD}"/>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A0429481-8893-191D-4C2A-FE7DBA7661E2}"/>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BC930A42-B9B7-65CD-F633-553D2FD8D08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C1C42723-C9E9-5FED-9B2B-DF51C1209E85}"/>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6222FB0E-68E0-8FF2-3F16-E0724352F3DD}"/>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3B6D0C86-0F4C-AF49-A3EF-505C7534712B}"/>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CEE74507-0AE5-27E7-EB15-1E8E69B180CA}"/>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D9B1D426-3EEB-2996-29DA-71A8AC918FD1}"/>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A8E7C006-D57C-0DAE-7AC9-5880946E15D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D8673891-0D47-58D7-D1E6-D4836443386B}"/>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CBB33D6D-CCA1-EF5E-7B24-C0E04CCC5ED4}"/>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74F268EA-60C7-2D09-0B16-120255DDB57A}"/>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4547AAA4-3358-F2E7-9EAD-9A8C7F652D56}"/>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DAC35228-6330-646B-04C8-D11CD0C2A7E9}"/>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BA048AE9-D061-AF1D-1E52-228F782A664D}"/>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BAF1C90A-3A43-0950-0491-78AABB3B3FB3}"/>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25808DB5-612D-C448-A174-1AD23EF1D680}"/>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5388429E-D0E3-6748-D38D-2116B7CF23A2}"/>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0E47EBF6-F32C-9BA7-A794-90A31DFC78B7}"/>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113BC9AB-E7C9-E655-9FFD-620D3F71C73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8D0F36E6-299B-C59C-FBC3-FDCA1C00DC5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E5219861-5C76-583D-B68D-DD114558FD30}"/>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D18741E4-265F-DAE5-18E2-AF5EF7ED9036}"/>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64B0C41C-C471-0DC4-B853-C6798310F60F}"/>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0F811249-5221-E5D3-EC7F-A1C8F5655221}"/>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68DDA988-EC6F-B57C-331D-C098BB1754D2}"/>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6242A7F4-52AD-AFFE-79DD-CB8819C15309}"/>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1CDD293A-167B-2BC7-DCCE-FF5CEB2770B3}"/>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5E31A29A-C031-5E3B-0308-5CE5AF0AAD20}"/>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EC03A2F9-736B-1672-61AA-6262BD4BD609}"/>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234E1BFC-2851-E9CA-BB76-79CDD1F32A5C}"/>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454A6223-BF18-23F9-DD2B-16B0506E70F4}"/>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8DFAB15B-821B-B037-5FDF-54A1A12B9954}"/>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D0FACC6E-8267-50F0-F269-8E22DED6C303}"/>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F01839C4-9146-C431-0504-4D4E5A6E3CB7}"/>
              </a:ext>
            </a:extLst>
          </p:cNvPr>
          <p:cNvSpPr>
            <a:spLocks noGrp="1"/>
          </p:cNvSpPr>
          <p:nvPr>
            <p:ph type="sldNum" sz="quarter" idx="10"/>
          </p:nvPr>
        </p:nvSpPr>
        <p:spPr/>
        <p:txBody>
          <a:bodyPr/>
          <a:lstStyle/>
          <a:p>
            <a:fld id="{FD066784-9D51-4624-A73B-AF851740F580}" type="slidenum">
              <a:rPr lang="en-US" smtClean="0"/>
              <a:pPr/>
              <a:t>43</a:t>
            </a:fld>
            <a:endParaRPr lang="en-US"/>
          </a:p>
        </p:txBody>
      </p:sp>
    </p:spTree>
    <p:extLst>
      <p:ext uri="{BB962C8B-B14F-4D97-AF65-F5344CB8AC3E}">
        <p14:creationId xmlns:p14="http://schemas.microsoft.com/office/powerpoint/2010/main" val="422160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D29423E5-6F8E-4859-61CD-F106DFB6560C}"/>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A1DF5CB7-EDA6-E124-8398-1A05BB5EA5A2}"/>
              </a:ext>
            </a:extLst>
          </p:cNvPr>
          <p:cNvSpPr txBox="1">
            <a:spLocks/>
          </p:cNvSpPr>
          <p:nvPr/>
        </p:nvSpPr>
        <p:spPr>
          <a:xfrm>
            <a:off x="290154" y="414660"/>
            <a:ext cx="7493969"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Conclusiones</a:t>
            </a:r>
          </a:p>
        </p:txBody>
      </p:sp>
      <p:sp>
        <p:nvSpPr>
          <p:cNvPr id="2" name="Google Shape;2845;p41">
            <a:extLst>
              <a:ext uri="{FF2B5EF4-FFF2-40B4-BE49-F238E27FC236}">
                <a16:creationId xmlns:a16="http://schemas.microsoft.com/office/drawing/2014/main" id="{A6CC9C1B-20D5-FBF8-8C67-9FB87B9B5CF0}"/>
              </a:ext>
            </a:extLst>
          </p:cNvPr>
          <p:cNvSpPr txBox="1">
            <a:spLocks/>
          </p:cNvSpPr>
          <p:nvPr/>
        </p:nvSpPr>
        <p:spPr>
          <a:xfrm>
            <a:off x="290154" y="932585"/>
            <a:ext cx="8563691" cy="315486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El conjunto </a:t>
            </a:r>
            <a:r>
              <a:rPr lang="es-MX" b="1" dirty="0"/>
              <a:t>Completo 0.10</a:t>
            </a:r>
            <a:r>
              <a:rPr lang="es-MX" dirty="0"/>
              <a:t> fue el más preciso, evitando pérdida de información por agrupamiento.</a:t>
            </a:r>
          </a:p>
          <a:p>
            <a:pPr marL="285750" indent="-285750" algn="just">
              <a:spcAft>
                <a:spcPts val="600"/>
              </a:spcAft>
              <a:buFont typeface="Lato"/>
              <a:buBlip>
                <a:blip r:embed="rId3"/>
              </a:buBlip>
            </a:pPr>
            <a:r>
              <a:rPr lang="es-MX" dirty="0"/>
              <a:t>Variables meteorológicas más relevantes: </a:t>
            </a:r>
            <a:r>
              <a:rPr lang="es-MX" b="1" dirty="0"/>
              <a:t>Temperatura, Probabilidad de lluvia, Humedad relativa, Índice UV, Condición del cielo y DPT.</a:t>
            </a:r>
          </a:p>
          <a:p>
            <a:pPr marL="285750" indent="-285750" algn="just">
              <a:spcAft>
                <a:spcPts val="600"/>
              </a:spcAft>
              <a:buFont typeface="Lato"/>
              <a:buBlip>
                <a:blip r:embed="rId3"/>
              </a:buBlip>
            </a:pPr>
            <a:r>
              <a:rPr lang="es-MX" b="1" dirty="0" err="1"/>
              <a:t>LightGBM</a:t>
            </a:r>
            <a:r>
              <a:rPr lang="es-MX" dirty="0"/>
              <a:t> fue el mejor modelo: alta precisión, bajo error y rápido entrenamiento.</a:t>
            </a:r>
          </a:p>
          <a:p>
            <a:pPr marL="285750" indent="-285750" algn="just">
              <a:spcAft>
                <a:spcPts val="600"/>
              </a:spcAft>
              <a:buFont typeface="Lato"/>
              <a:buBlip>
                <a:blip r:embed="rId3"/>
              </a:buBlip>
            </a:pPr>
            <a:r>
              <a:rPr lang="es-MX" b="1" dirty="0" err="1"/>
              <a:t>LightGBM</a:t>
            </a:r>
            <a:r>
              <a:rPr lang="es-MX" dirty="0"/>
              <a:t> no presenta indicios de sobreajuste.</a:t>
            </a:r>
          </a:p>
          <a:p>
            <a:pPr marL="285750" indent="-285750" algn="just">
              <a:spcAft>
                <a:spcPts val="600"/>
              </a:spcAft>
              <a:buFont typeface="Lato"/>
              <a:buBlip>
                <a:blip r:embed="rId3"/>
              </a:buBlip>
            </a:pPr>
            <a:r>
              <a:rPr lang="es-MX" dirty="0"/>
              <a:t>Un enfoque de aprendizaje automático, aplicado de manera adecuada, supera modelos complejos computacionalmente.</a:t>
            </a:r>
          </a:p>
        </p:txBody>
      </p:sp>
      <p:sp>
        <p:nvSpPr>
          <p:cNvPr id="3" name="Slide Number Placeholder 2">
            <a:extLst>
              <a:ext uri="{FF2B5EF4-FFF2-40B4-BE49-F238E27FC236}">
                <a16:creationId xmlns:a16="http://schemas.microsoft.com/office/drawing/2014/main" id="{83BA5A15-8CE6-D762-6CA3-471354769793}"/>
              </a:ext>
            </a:extLst>
          </p:cNvPr>
          <p:cNvSpPr>
            <a:spLocks noGrp="1"/>
          </p:cNvSpPr>
          <p:nvPr>
            <p:ph type="sldNum" sz="quarter" idx="10"/>
          </p:nvPr>
        </p:nvSpPr>
        <p:spPr/>
        <p:txBody>
          <a:bodyPr/>
          <a:lstStyle/>
          <a:p>
            <a:fld id="{FD066784-9D51-4624-A73B-AF851740F580}" type="slidenum">
              <a:rPr lang="en-US" smtClean="0"/>
              <a:pPr/>
              <a:t>44</a:t>
            </a:fld>
            <a:endParaRPr lang="en-US" dirty="0"/>
          </a:p>
        </p:txBody>
      </p:sp>
    </p:spTree>
    <p:extLst>
      <p:ext uri="{BB962C8B-B14F-4D97-AF65-F5344CB8AC3E}">
        <p14:creationId xmlns:p14="http://schemas.microsoft.com/office/powerpoint/2010/main" val="43632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AF079C6E-1C73-445E-FABC-335FE58C72B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CC447D1-D6CE-57D3-A303-AF9922E1FF5F}"/>
              </a:ext>
            </a:extLst>
          </p:cNvPr>
          <p:cNvSpPr>
            <a:spLocks noGrp="1"/>
          </p:cNvSpPr>
          <p:nvPr>
            <p:ph type="sldNum" sz="quarter" idx="10"/>
          </p:nvPr>
        </p:nvSpPr>
        <p:spPr/>
        <p:txBody>
          <a:bodyPr/>
          <a:lstStyle/>
          <a:p>
            <a:fld id="{FD066784-9D51-4624-A73B-AF851740F580}" type="slidenum">
              <a:rPr lang="en-US" smtClean="0"/>
              <a:pPr/>
              <a:t>45</a:t>
            </a:fld>
            <a:endParaRPr lang="en-US" dirty="0"/>
          </a:p>
        </p:txBody>
      </p:sp>
      <p:sp>
        <p:nvSpPr>
          <p:cNvPr id="6" name="Google Shape;2845;p41">
            <a:extLst>
              <a:ext uri="{FF2B5EF4-FFF2-40B4-BE49-F238E27FC236}">
                <a16:creationId xmlns:a16="http://schemas.microsoft.com/office/drawing/2014/main" id="{A6658C46-57BE-5952-E97B-DD1703FA2DE4}"/>
              </a:ext>
            </a:extLst>
          </p:cNvPr>
          <p:cNvSpPr txBox="1">
            <a:spLocks/>
          </p:cNvSpPr>
          <p:nvPr/>
        </p:nvSpPr>
        <p:spPr>
          <a:xfrm>
            <a:off x="290154" y="1509647"/>
            <a:ext cx="8563691" cy="168733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Light GBM es rápido, tanto en entrenamiento como en predicción, debido a su estructura de árboles de decisión.</a:t>
            </a:r>
          </a:p>
          <a:p>
            <a:pPr marL="285750" indent="-285750" algn="just">
              <a:spcAft>
                <a:spcPts val="600"/>
              </a:spcAft>
              <a:buFont typeface="Lato"/>
              <a:buBlip>
                <a:blip r:embed="rId3"/>
              </a:buBlip>
            </a:pPr>
            <a:r>
              <a:rPr lang="es-MX" dirty="0"/>
              <a:t>El conjunto de datos tiene variables numéricas tabulares, por lo que </a:t>
            </a:r>
            <a:r>
              <a:rPr lang="es-MX" dirty="0" err="1"/>
              <a:t>LightGBM</a:t>
            </a:r>
            <a:r>
              <a:rPr lang="es-MX" dirty="0"/>
              <a:t> trabaja muy bien con este tipo de datos. Las redes neuronales son más útiles para datos complejos o imágenes.</a:t>
            </a:r>
          </a:p>
          <a:p>
            <a:pPr marL="285750" indent="-285750" algn="just">
              <a:spcAft>
                <a:spcPts val="600"/>
              </a:spcAft>
              <a:buFont typeface="Lato"/>
              <a:buBlip>
                <a:blip r:embed="rId3"/>
              </a:buBlip>
            </a:pPr>
            <a:r>
              <a:rPr lang="es-MX" dirty="0" err="1"/>
              <a:t>LightGBM</a:t>
            </a:r>
            <a:r>
              <a:rPr lang="es-MX" dirty="0"/>
              <a:t> permite interpretar fácilmente la importancia de las variables, lo que permite ajustar los </a:t>
            </a:r>
            <a:r>
              <a:rPr lang="es-MX" dirty="0" err="1"/>
              <a:t>hiperparámetros</a:t>
            </a:r>
            <a:r>
              <a:rPr lang="es-MX" dirty="0"/>
              <a:t> fácilmente.</a:t>
            </a:r>
          </a:p>
        </p:txBody>
      </p:sp>
      <p:sp>
        <p:nvSpPr>
          <p:cNvPr id="8" name="Google Shape;2844;p41">
            <a:extLst>
              <a:ext uri="{FF2B5EF4-FFF2-40B4-BE49-F238E27FC236}">
                <a16:creationId xmlns:a16="http://schemas.microsoft.com/office/drawing/2014/main" id="{28092DC7-3BDF-ACE8-247A-1DB47435F983}"/>
              </a:ext>
            </a:extLst>
          </p:cNvPr>
          <p:cNvSpPr txBox="1">
            <a:spLocks/>
          </p:cNvSpPr>
          <p:nvPr/>
        </p:nvSpPr>
        <p:spPr>
          <a:xfrm>
            <a:off x="290154" y="414660"/>
            <a:ext cx="7493969"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Fortalezas</a:t>
            </a:r>
          </a:p>
        </p:txBody>
      </p:sp>
    </p:spTree>
    <p:extLst>
      <p:ext uri="{BB962C8B-B14F-4D97-AF65-F5344CB8AC3E}">
        <p14:creationId xmlns:p14="http://schemas.microsoft.com/office/powerpoint/2010/main" val="23278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D6335D4D-E03F-12A4-7836-633FEF9A0FA0}"/>
            </a:ext>
          </a:extLst>
        </p:cNvPr>
        <p:cNvGrpSpPr/>
        <p:nvPr/>
      </p:nvGrpSpPr>
      <p:grpSpPr>
        <a:xfrm>
          <a:off x="0" y="0"/>
          <a:ext cx="0" cy="0"/>
          <a:chOff x="0" y="0"/>
          <a:chExt cx="0" cy="0"/>
        </a:xfrm>
      </p:grpSpPr>
      <p:sp>
        <p:nvSpPr>
          <p:cNvPr id="2" name="Google Shape;2845;p41">
            <a:extLst>
              <a:ext uri="{FF2B5EF4-FFF2-40B4-BE49-F238E27FC236}">
                <a16:creationId xmlns:a16="http://schemas.microsoft.com/office/drawing/2014/main" id="{33F76123-F920-93E0-A92F-5157FBAB606D}"/>
              </a:ext>
            </a:extLst>
          </p:cNvPr>
          <p:cNvSpPr txBox="1">
            <a:spLocks/>
          </p:cNvSpPr>
          <p:nvPr/>
        </p:nvSpPr>
        <p:spPr>
          <a:xfrm>
            <a:off x="290154" y="1540908"/>
            <a:ext cx="8563691" cy="168733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Dependencia del conjunto de datos, ya que el modelo fue entrenado usando un único conjunto de datos fuente.</a:t>
            </a:r>
          </a:p>
          <a:p>
            <a:pPr marL="285750" indent="-285750" algn="just">
              <a:spcAft>
                <a:spcPts val="600"/>
              </a:spcAft>
              <a:buFont typeface="Lato"/>
              <a:buBlip>
                <a:blip r:embed="rId3"/>
              </a:buBlip>
            </a:pPr>
            <a:r>
              <a:rPr lang="es-MX" dirty="0"/>
              <a:t>Problemas de generalización debido a las diferentes condiciones climáticas del país.</a:t>
            </a:r>
          </a:p>
          <a:p>
            <a:pPr marL="285750" indent="-285750" algn="just">
              <a:spcAft>
                <a:spcPts val="600"/>
              </a:spcAft>
              <a:buFont typeface="Lato"/>
              <a:buBlip>
                <a:blip r:embed="rId3"/>
              </a:buBlip>
            </a:pPr>
            <a:r>
              <a:rPr lang="es-MX" dirty="0"/>
              <a:t>Considerar el error en los pronósticos del clima, si estos falla, el pronóstico de la  generación de energía también fallará.</a:t>
            </a:r>
          </a:p>
        </p:txBody>
      </p:sp>
      <p:sp>
        <p:nvSpPr>
          <p:cNvPr id="3" name="Slide Number Placeholder 2">
            <a:extLst>
              <a:ext uri="{FF2B5EF4-FFF2-40B4-BE49-F238E27FC236}">
                <a16:creationId xmlns:a16="http://schemas.microsoft.com/office/drawing/2014/main" id="{F346A871-9447-6628-5F3A-645FD6E4C38D}"/>
              </a:ext>
            </a:extLst>
          </p:cNvPr>
          <p:cNvSpPr>
            <a:spLocks noGrp="1"/>
          </p:cNvSpPr>
          <p:nvPr>
            <p:ph type="sldNum" sz="quarter" idx="10"/>
          </p:nvPr>
        </p:nvSpPr>
        <p:spPr/>
        <p:txBody>
          <a:bodyPr/>
          <a:lstStyle/>
          <a:p>
            <a:fld id="{FD066784-9D51-4624-A73B-AF851740F580}" type="slidenum">
              <a:rPr lang="en-US" smtClean="0"/>
              <a:pPr/>
              <a:t>46</a:t>
            </a:fld>
            <a:endParaRPr lang="en-US" dirty="0"/>
          </a:p>
        </p:txBody>
      </p:sp>
      <p:sp>
        <p:nvSpPr>
          <p:cNvPr id="7" name="Google Shape;2844;p41">
            <a:extLst>
              <a:ext uri="{FF2B5EF4-FFF2-40B4-BE49-F238E27FC236}">
                <a16:creationId xmlns:a16="http://schemas.microsoft.com/office/drawing/2014/main" id="{2990C147-A52F-4AE8-EFF4-2E5891163ECA}"/>
              </a:ext>
            </a:extLst>
          </p:cNvPr>
          <p:cNvSpPr txBox="1">
            <a:spLocks/>
          </p:cNvSpPr>
          <p:nvPr/>
        </p:nvSpPr>
        <p:spPr>
          <a:xfrm>
            <a:off x="290154" y="414660"/>
            <a:ext cx="7493969"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Limitaciones</a:t>
            </a:r>
          </a:p>
        </p:txBody>
      </p:sp>
    </p:spTree>
    <p:extLst>
      <p:ext uri="{BB962C8B-B14F-4D97-AF65-F5344CB8AC3E}">
        <p14:creationId xmlns:p14="http://schemas.microsoft.com/office/powerpoint/2010/main" val="35444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39D02D2D-2FFD-19A9-F2C2-4727474CE366}"/>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4C4362D1-EB8C-D495-D260-6D007FD72104}"/>
              </a:ext>
            </a:extLst>
          </p:cNvPr>
          <p:cNvSpPr txBox="1">
            <a:spLocks/>
          </p:cNvSpPr>
          <p:nvPr/>
        </p:nvSpPr>
        <p:spPr>
          <a:xfrm>
            <a:off x="290154" y="414660"/>
            <a:ext cx="7493969"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Trabajo futuro</a:t>
            </a:r>
          </a:p>
        </p:txBody>
      </p:sp>
      <p:sp>
        <p:nvSpPr>
          <p:cNvPr id="2" name="Google Shape;2845;p41">
            <a:extLst>
              <a:ext uri="{FF2B5EF4-FFF2-40B4-BE49-F238E27FC236}">
                <a16:creationId xmlns:a16="http://schemas.microsoft.com/office/drawing/2014/main" id="{F9DEC0DA-78AA-AAE4-3EA0-847212069462}"/>
              </a:ext>
            </a:extLst>
          </p:cNvPr>
          <p:cNvSpPr txBox="1">
            <a:spLocks/>
          </p:cNvSpPr>
          <p:nvPr/>
        </p:nvSpPr>
        <p:spPr>
          <a:xfrm>
            <a:off x="290154" y="932585"/>
            <a:ext cx="8563691" cy="315486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1pPr>
            <a:lvl2pPr marL="914400" marR="0" lvl="1"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2pPr>
            <a:lvl3pPr marL="1371600" marR="0" lvl="2"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3pPr>
            <a:lvl4pPr marL="1828800" marR="0" lvl="3"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4pPr>
            <a:lvl5pPr marL="2286000" marR="0" lvl="4"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5pPr>
            <a:lvl6pPr marL="2743200" marR="0" lvl="5"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6pPr>
            <a:lvl7pPr marL="3200400" marR="0" lvl="6"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7pPr>
            <a:lvl8pPr marL="3657600" marR="0" lvl="7"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8pPr>
            <a:lvl9pPr marL="4114800" marR="0" lvl="8" indent="-317500" algn="l" rtl="0">
              <a:lnSpc>
                <a:spcPct val="115000"/>
              </a:lnSpc>
              <a:spcBef>
                <a:spcPts val="0"/>
              </a:spcBef>
              <a:spcAft>
                <a:spcPts val="0"/>
              </a:spcAft>
              <a:buClr>
                <a:schemeClr val="dk1"/>
              </a:buClr>
              <a:buSzPts val="1400"/>
              <a:buFont typeface="Lato"/>
              <a:buChar char="■"/>
              <a:defRPr sz="1400" b="0" i="0" u="none" strike="noStrike" cap="none">
                <a:solidFill>
                  <a:schemeClr val="dk1"/>
                </a:solidFill>
                <a:latin typeface="Lato"/>
                <a:ea typeface="Lato"/>
                <a:cs typeface="Lato"/>
                <a:sym typeface="Lato"/>
              </a:defRPr>
            </a:lvl9pPr>
          </a:lstStyle>
          <a:p>
            <a:pPr marL="285750" indent="-285750" algn="just">
              <a:spcAft>
                <a:spcPts val="600"/>
              </a:spcAft>
              <a:buFont typeface="Lato"/>
              <a:buBlip>
                <a:blip r:embed="rId3"/>
              </a:buBlip>
            </a:pPr>
            <a:r>
              <a:rPr lang="es-MX" dirty="0"/>
              <a:t>Trabajar en fenómenos no esperados, como eclipses solares, mantenimientos de los paneles o de la planta solar, climas extremos como huracanes, tornados, etc.</a:t>
            </a:r>
          </a:p>
          <a:p>
            <a:pPr marL="285750" indent="-285750" algn="just">
              <a:spcAft>
                <a:spcPts val="600"/>
              </a:spcAft>
              <a:buFont typeface="Lato"/>
              <a:buBlip>
                <a:blip r:embed="rId3"/>
              </a:buBlip>
            </a:pPr>
            <a:r>
              <a:rPr lang="es-MX" dirty="0"/>
              <a:t>Considerar más variables climáticas que puedan aportar a la mejora de la precisión, como la radiación.</a:t>
            </a:r>
          </a:p>
        </p:txBody>
      </p:sp>
      <p:sp>
        <p:nvSpPr>
          <p:cNvPr id="3" name="Slide Number Placeholder 2">
            <a:extLst>
              <a:ext uri="{FF2B5EF4-FFF2-40B4-BE49-F238E27FC236}">
                <a16:creationId xmlns:a16="http://schemas.microsoft.com/office/drawing/2014/main" id="{5DEAB6AF-B34A-B688-89C4-9C267BF4A44E}"/>
              </a:ext>
            </a:extLst>
          </p:cNvPr>
          <p:cNvSpPr>
            <a:spLocks noGrp="1"/>
          </p:cNvSpPr>
          <p:nvPr>
            <p:ph type="sldNum" sz="quarter" idx="10"/>
          </p:nvPr>
        </p:nvSpPr>
        <p:spPr/>
        <p:txBody>
          <a:bodyPr/>
          <a:lstStyle/>
          <a:p>
            <a:fld id="{FD066784-9D51-4624-A73B-AF851740F580}" type="slidenum">
              <a:rPr lang="en-US" smtClean="0"/>
              <a:pPr/>
              <a:t>47</a:t>
            </a:fld>
            <a:endParaRPr lang="en-US" dirty="0"/>
          </a:p>
        </p:txBody>
      </p:sp>
    </p:spTree>
    <p:extLst>
      <p:ext uri="{BB962C8B-B14F-4D97-AF65-F5344CB8AC3E}">
        <p14:creationId xmlns:p14="http://schemas.microsoft.com/office/powerpoint/2010/main" val="424813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64"/>
        <p:cNvGrpSpPr/>
        <p:nvPr/>
      </p:nvGrpSpPr>
      <p:grpSpPr>
        <a:xfrm>
          <a:off x="0" y="0"/>
          <a:ext cx="0" cy="0"/>
          <a:chOff x="0" y="0"/>
          <a:chExt cx="0" cy="0"/>
        </a:xfrm>
      </p:grpSpPr>
      <p:sp>
        <p:nvSpPr>
          <p:cNvPr id="3365" name="Google Shape;3365;p58"/>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Referencias</a:t>
            </a:r>
          </a:p>
        </p:txBody>
      </p:sp>
      <p:sp>
        <p:nvSpPr>
          <p:cNvPr id="3366" name="Google Shape;3366;p58"/>
          <p:cNvSpPr txBox="1">
            <a:spLocks noGrp="1"/>
          </p:cNvSpPr>
          <p:nvPr>
            <p:ph type="subTitle" idx="1"/>
          </p:nvPr>
        </p:nvSpPr>
        <p:spPr>
          <a:xfrm>
            <a:off x="500185" y="1347250"/>
            <a:ext cx="8409353" cy="3173400"/>
          </a:xfrm>
          <a:prstGeom prst="rect">
            <a:avLst/>
          </a:prstGeom>
        </p:spPr>
        <p:txBody>
          <a:bodyPr spcFirstLastPara="1" wrap="square" lIns="91425" tIns="91425" rIns="91425" bIns="91425" anchor="t" anchorCtr="0">
            <a:noAutofit/>
          </a:bodyPr>
          <a:lstStyle/>
          <a:p>
            <a:pPr marL="0" lvl="0" indent="0" algn="l" rtl="0">
              <a:spcBef>
                <a:spcPts val="0"/>
              </a:spcBef>
              <a:spcAft>
                <a:spcPts val="600"/>
              </a:spcAft>
              <a:buNone/>
            </a:pPr>
            <a:r>
              <a:rPr lang="en-US" sz="1100" b="1" dirty="0"/>
              <a:t>Masson-Delmotte, V., Zhai, P., Pirani, A., Connors, S. L., </a:t>
            </a:r>
            <a:r>
              <a:rPr lang="en-US" sz="1100" b="1" dirty="0" err="1"/>
              <a:t>Péan</a:t>
            </a:r>
            <a:r>
              <a:rPr lang="en-US" sz="1100" b="1" dirty="0"/>
              <a:t>, C., Berger, S., </a:t>
            </a:r>
            <a:r>
              <a:rPr lang="en-US" sz="1100" b="1" dirty="0" err="1"/>
              <a:t>Caud</a:t>
            </a:r>
            <a:r>
              <a:rPr lang="en-US" sz="1100" b="1" dirty="0"/>
              <a:t>, N., Chen, Y., Goldfarb, L., Gomis, M. I., Huang, M., Leitzell, K., </a:t>
            </a:r>
            <a:r>
              <a:rPr lang="en-US" sz="1100" b="1" dirty="0" err="1"/>
              <a:t>Lonnoy</a:t>
            </a:r>
            <a:r>
              <a:rPr lang="en-US" sz="1100" b="1" dirty="0"/>
              <a:t>, E., Matthews, J. B. R., Maycock, T. K., Waterfield, T., </a:t>
            </a:r>
            <a:r>
              <a:rPr lang="en-US" sz="1100" b="1" dirty="0" err="1"/>
              <a:t>Yelekçi</a:t>
            </a:r>
            <a:r>
              <a:rPr lang="en-US" sz="1100" b="1" dirty="0"/>
              <a:t>, O., Yu, R., &amp; Zhou, B</a:t>
            </a:r>
            <a:r>
              <a:rPr lang="en-US" sz="1100" dirty="0"/>
              <a:t>. (2021). </a:t>
            </a:r>
            <a:r>
              <a:rPr lang="en-US" sz="1100" i="1" dirty="0"/>
              <a:t>Climate change 2021: The physical science basis. Contribution of Working Group I to the Sixth Assessment Report of the Intergovernmental Panel on Climate Change</a:t>
            </a:r>
            <a:r>
              <a:rPr lang="en-US" sz="1100" dirty="0"/>
              <a:t>. Cambridge University Press. </a:t>
            </a:r>
            <a:r>
              <a:rPr lang="en-US" sz="1100" dirty="0">
                <a:hlinkClick r:id="rId3"/>
              </a:rPr>
              <a:t>https://doi.org/10.1017/9781009157896</a:t>
            </a:r>
            <a:endParaRPr lang="en-US" sz="1100" dirty="0"/>
          </a:p>
          <a:p>
            <a:pPr marL="0" lvl="0" indent="0" algn="l" rtl="0">
              <a:spcBef>
                <a:spcPts val="0"/>
              </a:spcBef>
              <a:spcAft>
                <a:spcPts val="600"/>
              </a:spcAft>
              <a:buNone/>
            </a:pPr>
            <a:r>
              <a:rPr lang="es-ES" sz="1100" b="1" dirty="0"/>
              <a:t>Secretaría de Energía, Gobierno de México</a:t>
            </a:r>
            <a:r>
              <a:rPr lang="es-ES" sz="1100" dirty="0"/>
              <a:t>. (2018). </a:t>
            </a:r>
            <a:r>
              <a:rPr lang="es-ES" sz="1100" i="1" dirty="0"/>
              <a:t>La industria solar FV y FT en México</a:t>
            </a:r>
            <a:r>
              <a:rPr lang="es-ES" sz="1100" dirty="0"/>
              <a:t>. </a:t>
            </a:r>
            <a:r>
              <a:rPr lang="es-ES" sz="1100" dirty="0">
                <a:hlinkClick r:id="rId4"/>
              </a:rPr>
              <a:t>https://www.gob.mx/cms/uploads/attachment/file/428621/La_industria_solar_fv_y_ft_en_M_xico-compressed.pdf</a:t>
            </a:r>
            <a:endParaRPr lang="es-ES" sz="1100" dirty="0"/>
          </a:p>
          <a:p>
            <a:pPr marL="0" lvl="0" indent="0" algn="l" rtl="0">
              <a:spcBef>
                <a:spcPts val="0"/>
              </a:spcBef>
              <a:spcAft>
                <a:spcPts val="600"/>
              </a:spcAft>
              <a:buNone/>
            </a:pPr>
            <a:r>
              <a:rPr lang="es-ES" sz="1100" b="1" dirty="0"/>
              <a:t>González, J. P., &amp; Martínez, L. K</a:t>
            </a:r>
            <a:r>
              <a:rPr lang="es-ES" sz="1100" dirty="0"/>
              <a:t>. (2019). Análisis del impacto de los sistemas fotovoltaicos en la red eléctrica del noroeste de México. </a:t>
            </a:r>
            <a:r>
              <a:rPr lang="es-ES" sz="1100" i="1" dirty="0"/>
              <a:t>Revista de Energías Sustentables</a:t>
            </a:r>
            <a:r>
              <a:rPr lang="es-ES" sz="1100" dirty="0"/>
              <a:t>, 5(2), 104–115. </a:t>
            </a:r>
            <a:r>
              <a:rPr lang="es-ES" sz="1100" dirty="0">
                <a:hlinkClick r:id="rId5"/>
              </a:rPr>
              <a:t>http://rinderesu.com/index.php/rinderesu/article/view/104/107</a:t>
            </a:r>
            <a:endParaRPr lang="es-ES" sz="1100" dirty="0"/>
          </a:p>
          <a:p>
            <a:pPr marL="0" lvl="0" indent="0" algn="l" rtl="0">
              <a:spcBef>
                <a:spcPts val="0"/>
              </a:spcBef>
              <a:spcAft>
                <a:spcPts val="600"/>
              </a:spcAft>
              <a:buNone/>
            </a:pPr>
            <a:r>
              <a:rPr lang="es-ES" sz="1100" b="1" dirty="0"/>
              <a:t>Nieves-</a:t>
            </a:r>
            <a:r>
              <a:rPr lang="es-ES" sz="1100" b="1" dirty="0" err="1"/>
              <a:t>Monarrez</a:t>
            </a:r>
            <a:r>
              <a:rPr lang="es-ES" sz="1100" b="1" dirty="0"/>
              <a:t>, G., &amp; Sosa-Tinoco, I</a:t>
            </a:r>
            <a:r>
              <a:rPr lang="es-ES" sz="1100" dirty="0"/>
              <a:t>. (2021, enero). </a:t>
            </a:r>
            <a:r>
              <a:rPr lang="es-ES" sz="1100" i="1" dirty="0"/>
              <a:t>Simulación de la disponibilidad, generación y distribución de energía eléctrica con sistemas fotovoltaicos en el noroeste de México</a:t>
            </a:r>
            <a:r>
              <a:rPr lang="es-ES" sz="1100" dirty="0"/>
              <a:t> [Ponencia]. Congreso Nacional de Energías Renovables.</a:t>
            </a:r>
          </a:p>
          <a:p>
            <a:pPr marL="0" lvl="0" indent="0" algn="l" rtl="0">
              <a:spcBef>
                <a:spcPts val="0"/>
              </a:spcBef>
              <a:spcAft>
                <a:spcPts val="600"/>
              </a:spcAft>
              <a:buNone/>
            </a:pPr>
            <a:r>
              <a:rPr lang="es-ES" sz="1100" b="1" dirty="0"/>
              <a:t>Secretaría de Energía, Gobierno de México.</a:t>
            </a:r>
            <a:r>
              <a:rPr lang="es-ES" sz="1100" dirty="0"/>
              <a:t> (2024). </a:t>
            </a:r>
            <a:r>
              <a:rPr lang="es-ES" sz="1100" i="1" dirty="0"/>
              <a:t>Reporte de avance de energías limpias</a:t>
            </a:r>
            <a:r>
              <a:rPr lang="es-ES" sz="1100" dirty="0"/>
              <a:t>. </a:t>
            </a:r>
            <a:r>
              <a:rPr lang="es-ES" sz="1100" dirty="0">
                <a:hlinkClick r:id="rId6"/>
              </a:rPr>
              <a:t>https://www.gob.mx/sener/articulos/reporte-de-avance-de-energias-limpias</a:t>
            </a:r>
            <a:endParaRPr lang="es-ES" sz="1100" dirty="0"/>
          </a:p>
          <a:p>
            <a:pPr marL="0" lvl="0" indent="0" algn="l" rtl="0">
              <a:spcBef>
                <a:spcPts val="0"/>
              </a:spcBef>
              <a:spcAft>
                <a:spcPts val="600"/>
              </a:spcAft>
              <a:buNone/>
            </a:pPr>
            <a:r>
              <a:rPr lang="es-ES" sz="1100" b="1" dirty="0"/>
              <a:t>Secretaría de Energía, Gobierno de México.</a:t>
            </a:r>
            <a:r>
              <a:rPr lang="es-ES" sz="1100" dirty="0"/>
              <a:t> (2015). </a:t>
            </a:r>
            <a:r>
              <a:rPr lang="es-ES" sz="1100" i="1" dirty="0"/>
              <a:t>Resumen de la explicación de la reforma energética</a:t>
            </a:r>
            <a:r>
              <a:rPr lang="es-ES" sz="1100" dirty="0"/>
              <a:t>. </a:t>
            </a:r>
            <a:r>
              <a:rPr lang="es-ES" sz="1100" dirty="0">
                <a:hlinkClick r:id="rId7"/>
              </a:rPr>
              <a:t>https://www.gob.mx/sener/documentos/resumen-de-la-explicacion-de-la-reforma-energetica</a:t>
            </a:r>
            <a:endParaRPr lang="es-MX" sz="1050" noProof="0" dirty="0"/>
          </a:p>
        </p:txBody>
      </p:sp>
      <p:sp>
        <p:nvSpPr>
          <p:cNvPr id="2" name="Slide Number Placeholder 1">
            <a:extLst>
              <a:ext uri="{FF2B5EF4-FFF2-40B4-BE49-F238E27FC236}">
                <a16:creationId xmlns:a16="http://schemas.microsoft.com/office/drawing/2014/main" id="{0578CF99-A412-7618-C159-6FF1B975D8C5}"/>
              </a:ext>
            </a:extLst>
          </p:cNvPr>
          <p:cNvSpPr>
            <a:spLocks noGrp="1"/>
          </p:cNvSpPr>
          <p:nvPr>
            <p:ph type="sldNum" sz="quarter" idx="10"/>
          </p:nvPr>
        </p:nvSpPr>
        <p:spPr/>
        <p:txBody>
          <a:bodyPr/>
          <a:lstStyle/>
          <a:p>
            <a:fld id="{FD066784-9D51-4624-A73B-AF851740F580}" type="slidenum">
              <a:rPr lang="en-US" smtClean="0"/>
              <a:pPr/>
              <a:t>48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65"/>
                                        </p:tgtEl>
                                        <p:attrNameLst>
                                          <p:attrName>style.visibility</p:attrName>
                                        </p:attrNameLst>
                                      </p:cBhvr>
                                      <p:to>
                                        <p:strVal val="visible"/>
                                      </p:to>
                                    </p:set>
                                    <p:animEffect transition="in" filter="fade">
                                      <p:cBhvr>
                                        <p:cTn id="7" dur="500"/>
                                        <p:tgtEl>
                                          <p:spTgt spid="33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66">
                                            <p:txEl>
                                              <p:pRg st="0" end="0"/>
                                            </p:txEl>
                                          </p:spTgt>
                                        </p:tgtEl>
                                        <p:attrNameLst>
                                          <p:attrName>style.visibility</p:attrName>
                                        </p:attrNameLst>
                                      </p:cBhvr>
                                      <p:to>
                                        <p:strVal val="visible"/>
                                      </p:to>
                                    </p:set>
                                    <p:animEffect transition="in" filter="fade">
                                      <p:cBhvr>
                                        <p:cTn id="10" dur="500"/>
                                        <p:tgtEl>
                                          <p:spTgt spid="336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66">
                                            <p:txEl>
                                              <p:pRg st="1" end="1"/>
                                            </p:txEl>
                                          </p:spTgt>
                                        </p:tgtEl>
                                        <p:attrNameLst>
                                          <p:attrName>style.visibility</p:attrName>
                                        </p:attrNameLst>
                                      </p:cBhvr>
                                      <p:to>
                                        <p:strVal val="visible"/>
                                      </p:to>
                                    </p:set>
                                    <p:animEffect transition="in" filter="fade">
                                      <p:cBhvr>
                                        <p:cTn id="13" dur="500"/>
                                        <p:tgtEl>
                                          <p:spTgt spid="336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66">
                                            <p:txEl>
                                              <p:pRg st="2" end="2"/>
                                            </p:txEl>
                                          </p:spTgt>
                                        </p:tgtEl>
                                        <p:attrNameLst>
                                          <p:attrName>style.visibility</p:attrName>
                                        </p:attrNameLst>
                                      </p:cBhvr>
                                      <p:to>
                                        <p:strVal val="visible"/>
                                      </p:to>
                                    </p:set>
                                    <p:animEffect transition="in" filter="fade">
                                      <p:cBhvr>
                                        <p:cTn id="16" dur="500"/>
                                        <p:tgtEl>
                                          <p:spTgt spid="336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66">
                                            <p:txEl>
                                              <p:pRg st="3" end="3"/>
                                            </p:txEl>
                                          </p:spTgt>
                                        </p:tgtEl>
                                        <p:attrNameLst>
                                          <p:attrName>style.visibility</p:attrName>
                                        </p:attrNameLst>
                                      </p:cBhvr>
                                      <p:to>
                                        <p:strVal val="visible"/>
                                      </p:to>
                                    </p:set>
                                    <p:animEffect transition="in" filter="fade">
                                      <p:cBhvr>
                                        <p:cTn id="19" dur="500"/>
                                        <p:tgtEl>
                                          <p:spTgt spid="3366">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366">
                                            <p:txEl>
                                              <p:pRg st="4" end="4"/>
                                            </p:txEl>
                                          </p:spTgt>
                                        </p:tgtEl>
                                        <p:attrNameLst>
                                          <p:attrName>style.visibility</p:attrName>
                                        </p:attrNameLst>
                                      </p:cBhvr>
                                      <p:to>
                                        <p:strVal val="visible"/>
                                      </p:to>
                                    </p:set>
                                    <p:animEffect transition="in" filter="fade">
                                      <p:cBhvr>
                                        <p:cTn id="22" dur="500"/>
                                        <p:tgtEl>
                                          <p:spTgt spid="3366">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66">
                                            <p:txEl>
                                              <p:pRg st="5" end="5"/>
                                            </p:txEl>
                                          </p:spTgt>
                                        </p:tgtEl>
                                        <p:attrNameLst>
                                          <p:attrName>style.visibility</p:attrName>
                                        </p:attrNameLst>
                                      </p:cBhvr>
                                      <p:to>
                                        <p:strVal val="visible"/>
                                      </p:to>
                                    </p:set>
                                    <p:animEffect transition="in" filter="fade">
                                      <p:cBhvr>
                                        <p:cTn id="25" dur="500"/>
                                        <p:tgtEl>
                                          <p:spTgt spid="336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5" grpId="0"/>
      <p:bldP spid="336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364">
          <a:extLst>
            <a:ext uri="{FF2B5EF4-FFF2-40B4-BE49-F238E27FC236}">
              <a16:creationId xmlns:a16="http://schemas.microsoft.com/office/drawing/2014/main" id="{DEA3E640-A15A-01CB-8479-8C28F80ED432}"/>
            </a:ext>
          </a:extLst>
        </p:cNvPr>
        <p:cNvGrpSpPr/>
        <p:nvPr/>
      </p:nvGrpSpPr>
      <p:grpSpPr>
        <a:xfrm>
          <a:off x="0" y="0"/>
          <a:ext cx="0" cy="0"/>
          <a:chOff x="0" y="0"/>
          <a:chExt cx="0" cy="0"/>
        </a:xfrm>
      </p:grpSpPr>
      <p:sp>
        <p:nvSpPr>
          <p:cNvPr id="3365" name="Google Shape;3365;p58">
            <a:extLst>
              <a:ext uri="{FF2B5EF4-FFF2-40B4-BE49-F238E27FC236}">
                <a16:creationId xmlns:a16="http://schemas.microsoft.com/office/drawing/2014/main" id="{A11E1A7E-B642-49CA-CDA6-0A0EF0499986}"/>
              </a:ext>
            </a:extLst>
          </p:cNvPr>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Referencias</a:t>
            </a:r>
          </a:p>
        </p:txBody>
      </p:sp>
      <p:sp>
        <p:nvSpPr>
          <p:cNvPr id="3366" name="Google Shape;3366;p58">
            <a:extLst>
              <a:ext uri="{FF2B5EF4-FFF2-40B4-BE49-F238E27FC236}">
                <a16:creationId xmlns:a16="http://schemas.microsoft.com/office/drawing/2014/main" id="{5D28B5D1-E237-4196-0434-7FCAF202D9CB}"/>
              </a:ext>
            </a:extLst>
          </p:cNvPr>
          <p:cNvSpPr txBox="1">
            <a:spLocks noGrp="1"/>
          </p:cNvSpPr>
          <p:nvPr>
            <p:ph type="subTitle" idx="1"/>
          </p:nvPr>
        </p:nvSpPr>
        <p:spPr>
          <a:xfrm>
            <a:off x="500185" y="1347250"/>
            <a:ext cx="8409353" cy="3173400"/>
          </a:xfrm>
          <a:prstGeom prst="rect">
            <a:avLst/>
          </a:prstGeom>
        </p:spPr>
        <p:txBody>
          <a:bodyPr spcFirstLastPara="1" wrap="square" lIns="91425" tIns="91425" rIns="91425" bIns="91425" anchor="t" anchorCtr="0">
            <a:noAutofit/>
          </a:bodyPr>
          <a:lstStyle/>
          <a:p>
            <a:pPr marL="0" lvl="0" indent="0" algn="l" rtl="0">
              <a:spcBef>
                <a:spcPts val="0"/>
              </a:spcBef>
              <a:spcAft>
                <a:spcPts val="600"/>
              </a:spcAft>
              <a:buNone/>
            </a:pPr>
            <a:r>
              <a:rPr lang="es-ES" sz="1100" b="1" dirty="0"/>
              <a:t>Torres Crisanto, M</a:t>
            </a:r>
            <a:r>
              <a:rPr lang="es-ES" sz="1100" dirty="0"/>
              <a:t>. (2024). </a:t>
            </a:r>
            <a:r>
              <a:rPr lang="es-ES" sz="1100" i="1" dirty="0"/>
              <a:t>Sector eléctrico en la industria: La ruta estratégica hacia la sostenibilidad energética</a:t>
            </a:r>
            <a:r>
              <a:rPr lang="es-ES" sz="1100" dirty="0"/>
              <a:t>. OPHELIA.</a:t>
            </a:r>
          </a:p>
          <a:p>
            <a:pPr marL="0" lvl="0" indent="0" algn="l" rtl="0">
              <a:spcBef>
                <a:spcPts val="0"/>
              </a:spcBef>
              <a:spcAft>
                <a:spcPts val="600"/>
              </a:spcAft>
              <a:buNone/>
            </a:pPr>
            <a:r>
              <a:rPr lang="es-ES" sz="1100" b="1" dirty="0"/>
              <a:t>Consejo Nacional de Ciencia y Tecnología (CONACYT). </a:t>
            </a:r>
            <a:r>
              <a:rPr lang="es-ES" sz="1100" dirty="0"/>
              <a:t>(2024). </a:t>
            </a:r>
            <a:r>
              <a:rPr lang="es-ES" sz="1100" i="1" dirty="0"/>
              <a:t>Capacidad de generación eléctrica en México</a:t>
            </a:r>
            <a:r>
              <a:rPr lang="es-ES" sz="1100" dirty="0"/>
              <a:t>. </a:t>
            </a:r>
            <a:r>
              <a:rPr lang="es-ES" sz="1100" dirty="0">
                <a:hlinkClick r:id="rId3"/>
              </a:rPr>
              <a:t>https://energia.conacyt.mx/planeas/electricidad/capacidad-generacion</a:t>
            </a:r>
            <a:endParaRPr lang="es-ES" sz="1100" dirty="0"/>
          </a:p>
          <a:p>
            <a:pPr marL="0" lvl="0" indent="0" algn="l" rtl="0">
              <a:spcBef>
                <a:spcPts val="0"/>
              </a:spcBef>
              <a:spcAft>
                <a:spcPts val="600"/>
              </a:spcAft>
              <a:buNone/>
            </a:pPr>
            <a:r>
              <a:rPr lang="es-ES" sz="1100" b="1" dirty="0" err="1"/>
              <a:t>Twenergy</a:t>
            </a:r>
            <a:r>
              <a:rPr lang="es-ES" sz="1100" b="1" dirty="0"/>
              <a:t>. </a:t>
            </a:r>
            <a:r>
              <a:rPr lang="es-ES" sz="1100" dirty="0"/>
              <a:t>(2019, agosto 27). </a:t>
            </a:r>
            <a:r>
              <a:rPr lang="es-ES" sz="1100" i="1" dirty="0"/>
              <a:t>La demanda eléctrica</a:t>
            </a:r>
            <a:r>
              <a:rPr lang="es-ES" sz="1100" dirty="0"/>
              <a:t>. </a:t>
            </a:r>
            <a:r>
              <a:rPr lang="es-ES" sz="1100" dirty="0">
                <a:hlinkClick r:id="rId4"/>
              </a:rPr>
              <a:t>https://twenergy.com/?p=1787</a:t>
            </a:r>
            <a:endParaRPr lang="es-ES" sz="1100" dirty="0"/>
          </a:p>
          <a:p>
            <a:pPr marL="0" lvl="0" indent="0" algn="l" rtl="0">
              <a:spcBef>
                <a:spcPts val="0"/>
              </a:spcBef>
              <a:spcAft>
                <a:spcPts val="600"/>
              </a:spcAft>
              <a:buNone/>
            </a:pPr>
            <a:r>
              <a:rPr lang="es-ES" sz="1100" b="1" dirty="0"/>
              <a:t>Boletín Oficial del Estado (BOE). </a:t>
            </a:r>
            <a:r>
              <a:rPr lang="es-ES" sz="1100" dirty="0"/>
              <a:t>(2013). </a:t>
            </a:r>
            <a:r>
              <a:rPr lang="es-ES" sz="1100" i="1" dirty="0"/>
              <a:t>Ley 24/2013, de 26 de diciembre, del sector eléctrico</a:t>
            </a:r>
            <a:r>
              <a:rPr lang="es-ES" sz="1100" dirty="0"/>
              <a:t>. </a:t>
            </a:r>
            <a:r>
              <a:rPr lang="es-ES" sz="1100" dirty="0">
                <a:hlinkClick r:id="rId5"/>
              </a:rPr>
              <a:t>https://www.boe.es/buscar/act.php?id=BOE-A-2013-13645</a:t>
            </a:r>
            <a:endParaRPr lang="es-ES" sz="1100" dirty="0"/>
          </a:p>
          <a:p>
            <a:pPr marL="0" lvl="0" indent="0" algn="l" rtl="0">
              <a:spcBef>
                <a:spcPts val="0"/>
              </a:spcBef>
              <a:spcAft>
                <a:spcPts val="600"/>
              </a:spcAft>
              <a:buNone/>
            </a:pPr>
            <a:r>
              <a:rPr lang="es-ES" sz="1100" b="1" dirty="0"/>
              <a:t>Naciones Unidas. </a:t>
            </a:r>
            <a:r>
              <a:rPr lang="es-ES" sz="1100" dirty="0"/>
              <a:t>(2024). </a:t>
            </a:r>
            <a:r>
              <a:rPr lang="es-ES" sz="1100" i="1" dirty="0"/>
              <a:t>Causas y efectos del cambio climático</a:t>
            </a:r>
            <a:r>
              <a:rPr lang="es-ES" sz="1100" dirty="0"/>
              <a:t>. </a:t>
            </a:r>
            <a:r>
              <a:rPr lang="es-ES" sz="1100" dirty="0">
                <a:hlinkClick r:id="rId6"/>
              </a:rPr>
              <a:t>https://www.un.org/es/climatechange/science/causes-effects-climate-change</a:t>
            </a:r>
            <a:endParaRPr lang="es-ES" sz="1100" dirty="0"/>
          </a:p>
          <a:p>
            <a:pPr marL="0" lvl="0" indent="0" algn="l" rtl="0">
              <a:spcBef>
                <a:spcPts val="0"/>
              </a:spcBef>
              <a:spcAft>
                <a:spcPts val="600"/>
              </a:spcAft>
              <a:buNone/>
            </a:pPr>
            <a:r>
              <a:rPr lang="es-ES" sz="1100" b="1" dirty="0"/>
              <a:t>Naciones Unidas. </a:t>
            </a:r>
            <a:r>
              <a:rPr lang="es-ES" sz="1100" dirty="0"/>
              <a:t>(2015). </a:t>
            </a:r>
            <a:r>
              <a:rPr lang="es-ES" sz="1100" i="1" dirty="0"/>
              <a:t>El Acuerdo de París</a:t>
            </a:r>
            <a:r>
              <a:rPr lang="es-ES" sz="1100" dirty="0"/>
              <a:t>. </a:t>
            </a:r>
            <a:r>
              <a:rPr lang="es-ES" sz="1100" dirty="0">
                <a:hlinkClick r:id="rId7"/>
              </a:rPr>
              <a:t>https://www.un.org/es/climatechange/paris-agreement</a:t>
            </a:r>
            <a:endParaRPr lang="es-ES" sz="1100" dirty="0"/>
          </a:p>
          <a:p>
            <a:pPr marL="0" lvl="0" indent="0" algn="l" rtl="0">
              <a:spcBef>
                <a:spcPts val="0"/>
              </a:spcBef>
              <a:spcAft>
                <a:spcPts val="600"/>
              </a:spcAft>
              <a:buNone/>
            </a:pPr>
            <a:r>
              <a:rPr lang="es-ES" sz="1100" b="1" dirty="0"/>
              <a:t>Centro de Investigación Económica y Presupuestaria (CIEP).</a:t>
            </a:r>
            <a:r>
              <a:rPr lang="es-ES" sz="1100" dirty="0"/>
              <a:t> (2024). </a:t>
            </a:r>
            <a:r>
              <a:rPr lang="es-ES" sz="1100" i="1" dirty="0"/>
              <a:t>Energía solar en México: su potencial y aprovechamiento</a:t>
            </a:r>
            <a:r>
              <a:rPr lang="es-ES" sz="1100" dirty="0"/>
              <a:t>. </a:t>
            </a:r>
            <a:r>
              <a:rPr lang="es-ES" sz="1100" dirty="0">
                <a:hlinkClick r:id="rId8"/>
              </a:rPr>
              <a:t>https://ciep.mx/energia-solar-en-mexico-su-potencial-y-aprovechamiento/</a:t>
            </a:r>
            <a:endParaRPr lang="es-ES" sz="1100" dirty="0"/>
          </a:p>
          <a:p>
            <a:pPr marL="0" lvl="0" indent="0" algn="l" rtl="0">
              <a:spcBef>
                <a:spcPts val="0"/>
              </a:spcBef>
              <a:spcAft>
                <a:spcPts val="600"/>
              </a:spcAft>
              <a:buNone/>
            </a:pPr>
            <a:r>
              <a:rPr lang="en-US" sz="1100" b="1" dirty="0"/>
              <a:t>Centro Nacional de Control de Energía (CENACE). </a:t>
            </a:r>
            <a:r>
              <a:rPr lang="en-US" sz="1100" dirty="0"/>
              <a:t>(2017). </a:t>
            </a:r>
            <a:r>
              <a:rPr lang="en-US" sz="1100" i="1" dirty="0"/>
              <a:t>Manual de </a:t>
            </a:r>
            <a:r>
              <a:rPr lang="en-US" sz="1100" i="1" dirty="0" err="1"/>
              <a:t>pronósticos</a:t>
            </a:r>
            <a:r>
              <a:rPr lang="en-US" sz="1100" dirty="0"/>
              <a:t>. </a:t>
            </a:r>
            <a:r>
              <a:rPr lang="en-US" sz="1100" dirty="0">
                <a:hlinkClick r:id="rId9"/>
              </a:rPr>
              <a:t>https://www.cenace.gob.mx/Docs/14_REGLAS/Manuales/Manual%20de%20Pron%C3%B3sticos%20%5BDOF%2023-11-17%5D.pdf</a:t>
            </a:r>
            <a:endParaRPr lang="es-MX" sz="1050" noProof="0" dirty="0"/>
          </a:p>
        </p:txBody>
      </p:sp>
      <p:sp>
        <p:nvSpPr>
          <p:cNvPr id="2" name="Slide Number Placeholder 1">
            <a:extLst>
              <a:ext uri="{FF2B5EF4-FFF2-40B4-BE49-F238E27FC236}">
                <a16:creationId xmlns:a16="http://schemas.microsoft.com/office/drawing/2014/main" id="{E7BCEECE-623D-9D00-044B-30AB11E08FE9}"/>
              </a:ext>
            </a:extLst>
          </p:cNvPr>
          <p:cNvSpPr>
            <a:spLocks noGrp="1"/>
          </p:cNvSpPr>
          <p:nvPr>
            <p:ph type="sldNum" sz="quarter" idx="10"/>
          </p:nvPr>
        </p:nvSpPr>
        <p:spPr/>
        <p:txBody>
          <a:bodyPr/>
          <a:lstStyle/>
          <a:p>
            <a:fld id="{FD066784-9D51-4624-A73B-AF851740F580}" type="slidenum">
              <a:rPr lang="en-US" smtClean="0"/>
              <a:pPr/>
              <a:t>49</a:t>
            </a:fld>
            <a:endParaRPr lang="en-US"/>
          </a:p>
        </p:txBody>
      </p:sp>
    </p:spTree>
    <p:extLst>
      <p:ext uri="{BB962C8B-B14F-4D97-AF65-F5344CB8AC3E}">
        <p14:creationId xmlns:p14="http://schemas.microsoft.com/office/powerpoint/2010/main" val="165321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365"/>
                                        </p:tgtEl>
                                        <p:attrNameLst>
                                          <p:attrName>style.visibility</p:attrName>
                                        </p:attrNameLst>
                                      </p:cBhvr>
                                      <p:to>
                                        <p:strVal val="visible"/>
                                      </p:to>
                                    </p:set>
                                    <p:animEffect transition="in" filter="fade">
                                      <p:cBhvr>
                                        <p:cTn id="7" dur="1000"/>
                                        <p:tgtEl>
                                          <p:spTgt spid="3365"/>
                                        </p:tgtEl>
                                      </p:cBhvr>
                                    </p:animEffect>
                                    <p:anim calcmode="lin" valueType="num">
                                      <p:cBhvr>
                                        <p:cTn id="8" dur="1000" fill="hold"/>
                                        <p:tgtEl>
                                          <p:spTgt spid="3365"/>
                                        </p:tgtEl>
                                        <p:attrNameLst>
                                          <p:attrName>ppt_x</p:attrName>
                                        </p:attrNameLst>
                                      </p:cBhvr>
                                      <p:tavLst>
                                        <p:tav tm="0">
                                          <p:val>
                                            <p:strVal val="#ppt_x"/>
                                          </p:val>
                                        </p:tav>
                                        <p:tav tm="100000">
                                          <p:val>
                                            <p:strVal val="#ppt_x"/>
                                          </p:val>
                                        </p:tav>
                                      </p:tavLst>
                                    </p:anim>
                                    <p:anim calcmode="lin" valueType="num">
                                      <p:cBhvr>
                                        <p:cTn id="9" dur="1000" fill="hold"/>
                                        <p:tgtEl>
                                          <p:spTgt spid="336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66">
                                            <p:txEl>
                                              <p:pRg st="0" end="0"/>
                                            </p:txEl>
                                          </p:spTgt>
                                        </p:tgtEl>
                                        <p:attrNameLst>
                                          <p:attrName>style.visibility</p:attrName>
                                        </p:attrNameLst>
                                      </p:cBhvr>
                                      <p:to>
                                        <p:strVal val="visible"/>
                                      </p:to>
                                    </p:set>
                                    <p:animEffect transition="in" filter="fade">
                                      <p:cBhvr>
                                        <p:cTn id="12" dur="1000"/>
                                        <p:tgtEl>
                                          <p:spTgt spid="3366">
                                            <p:txEl>
                                              <p:pRg st="0" end="0"/>
                                            </p:txEl>
                                          </p:spTgt>
                                        </p:tgtEl>
                                      </p:cBhvr>
                                    </p:animEffect>
                                    <p:anim calcmode="lin" valueType="num">
                                      <p:cBhvr>
                                        <p:cTn id="13" dur="1000" fill="hold"/>
                                        <p:tgtEl>
                                          <p:spTgt spid="336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366">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66">
                                            <p:txEl>
                                              <p:pRg st="1" end="1"/>
                                            </p:txEl>
                                          </p:spTgt>
                                        </p:tgtEl>
                                        <p:attrNameLst>
                                          <p:attrName>style.visibility</p:attrName>
                                        </p:attrNameLst>
                                      </p:cBhvr>
                                      <p:to>
                                        <p:strVal val="visible"/>
                                      </p:to>
                                    </p:set>
                                    <p:animEffect transition="in" filter="fade">
                                      <p:cBhvr>
                                        <p:cTn id="17" dur="1000"/>
                                        <p:tgtEl>
                                          <p:spTgt spid="3366">
                                            <p:txEl>
                                              <p:pRg st="1" end="1"/>
                                            </p:txEl>
                                          </p:spTgt>
                                        </p:tgtEl>
                                      </p:cBhvr>
                                    </p:animEffect>
                                    <p:anim calcmode="lin" valueType="num">
                                      <p:cBhvr>
                                        <p:cTn id="18" dur="1000" fill="hold"/>
                                        <p:tgtEl>
                                          <p:spTgt spid="336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366">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66">
                                            <p:txEl>
                                              <p:pRg st="2" end="2"/>
                                            </p:txEl>
                                          </p:spTgt>
                                        </p:tgtEl>
                                        <p:attrNameLst>
                                          <p:attrName>style.visibility</p:attrName>
                                        </p:attrNameLst>
                                      </p:cBhvr>
                                      <p:to>
                                        <p:strVal val="visible"/>
                                      </p:to>
                                    </p:set>
                                    <p:animEffect transition="in" filter="fade">
                                      <p:cBhvr>
                                        <p:cTn id="22" dur="1000"/>
                                        <p:tgtEl>
                                          <p:spTgt spid="3366">
                                            <p:txEl>
                                              <p:pRg st="2" end="2"/>
                                            </p:txEl>
                                          </p:spTgt>
                                        </p:tgtEl>
                                      </p:cBhvr>
                                    </p:animEffect>
                                    <p:anim calcmode="lin" valueType="num">
                                      <p:cBhvr>
                                        <p:cTn id="23" dur="1000" fill="hold"/>
                                        <p:tgtEl>
                                          <p:spTgt spid="3366">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366">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366">
                                            <p:txEl>
                                              <p:pRg st="3" end="3"/>
                                            </p:txEl>
                                          </p:spTgt>
                                        </p:tgtEl>
                                        <p:attrNameLst>
                                          <p:attrName>style.visibility</p:attrName>
                                        </p:attrNameLst>
                                      </p:cBhvr>
                                      <p:to>
                                        <p:strVal val="visible"/>
                                      </p:to>
                                    </p:set>
                                    <p:animEffect transition="in" filter="fade">
                                      <p:cBhvr>
                                        <p:cTn id="27" dur="1000"/>
                                        <p:tgtEl>
                                          <p:spTgt spid="3366">
                                            <p:txEl>
                                              <p:pRg st="3" end="3"/>
                                            </p:txEl>
                                          </p:spTgt>
                                        </p:tgtEl>
                                      </p:cBhvr>
                                    </p:animEffect>
                                    <p:anim calcmode="lin" valueType="num">
                                      <p:cBhvr>
                                        <p:cTn id="28" dur="1000" fill="hold"/>
                                        <p:tgtEl>
                                          <p:spTgt spid="3366">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366">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366">
                                            <p:txEl>
                                              <p:pRg st="4" end="4"/>
                                            </p:txEl>
                                          </p:spTgt>
                                        </p:tgtEl>
                                        <p:attrNameLst>
                                          <p:attrName>style.visibility</p:attrName>
                                        </p:attrNameLst>
                                      </p:cBhvr>
                                      <p:to>
                                        <p:strVal val="visible"/>
                                      </p:to>
                                    </p:set>
                                    <p:animEffect transition="in" filter="fade">
                                      <p:cBhvr>
                                        <p:cTn id="32" dur="1000"/>
                                        <p:tgtEl>
                                          <p:spTgt spid="3366">
                                            <p:txEl>
                                              <p:pRg st="4" end="4"/>
                                            </p:txEl>
                                          </p:spTgt>
                                        </p:tgtEl>
                                      </p:cBhvr>
                                    </p:animEffect>
                                    <p:anim calcmode="lin" valueType="num">
                                      <p:cBhvr>
                                        <p:cTn id="33" dur="1000" fill="hold"/>
                                        <p:tgtEl>
                                          <p:spTgt spid="3366">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366">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366">
                                            <p:txEl>
                                              <p:pRg st="5" end="5"/>
                                            </p:txEl>
                                          </p:spTgt>
                                        </p:tgtEl>
                                        <p:attrNameLst>
                                          <p:attrName>style.visibility</p:attrName>
                                        </p:attrNameLst>
                                      </p:cBhvr>
                                      <p:to>
                                        <p:strVal val="visible"/>
                                      </p:to>
                                    </p:set>
                                    <p:animEffect transition="in" filter="fade">
                                      <p:cBhvr>
                                        <p:cTn id="37" dur="1000"/>
                                        <p:tgtEl>
                                          <p:spTgt spid="3366">
                                            <p:txEl>
                                              <p:pRg st="5" end="5"/>
                                            </p:txEl>
                                          </p:spTgt>
                                        </p:tgtEl>
                                      </p:cBhvr>
                                    </p:animEffect>
                                    <p:anim calcmode="lin" valueType="num">
                                      <p:cBhvr>
                                        <p:cTn id="38" dur="1000" fill="hold"/>
                                        <p:tgtEl>
                                          <p:spTgt spid="3366">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366">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366">
                                            <p:txEl>
                                              <p:pRg st="6" end="6"/>
                                            </p:txEl>
                                          </p:spTgt>
                                        </p:tgtEl>
                                        <p:attrNameLst>
                                          <p:attrName>style.visibility</p:attrName>
                                        </p:attrNameLst>
                                      </p:cBhvr>
                                      <p:to>
                                        <p:strVal val="visible"/>
                                      </p:to>
                                    </p:set>
                                    <p:animEffect transition="in" filter="fade">
                                      <p:cBhvr>
                                        <p:cTn id="42" dur="1000"/>
                                        <p:tgtEl>
                                          <p:spTgt spid="3366">
                                            <p:txEl>
                                              <p:pRg st="6" end="6"/>
                                            </p:txEl>
                                          </p:spTgt>
                                        </p:tgtEl>
                                      </p:cBhvr>
                                    </p:animEffect>
                                    <p:anim calcmode="lin" valueType="num">
                                      <p:cBhvr>
                                        <p:cTn id="43" dur="1000" fill="hold"/>
                                        <p:tgtEl>
                                          <p:spTgt spid="3366">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366">
                                            <p:txEl>
                                              <p:pRg st="6" end="6"/>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366">
                                            <p:txEl>
                                              <p:pRg st="7" end="7"/>
                                            </p:txEl>
                                          </p:spTgt>
                                        </p:tgtEl>
                                        <p:attrNameLst>
                                          <p:attrName>style.visibility</p:attrName>
                                        </p:attrNameLst>
                                      </p:cBhvr>
                                      <p:to>
                                        <p:strVal val="visible"/>
                                      </p:to>
                                    </p:set>
                                    <p:animEffect transition="in" filter="fade">
                                      <p:cBhvr>
                                        <p:cTn id="47" dur="1000"/>
                                        <p:tgtEl>
                                          <p:spTgt spid="3366">
                                            <p:txEl>
                                              <p:pRg st="7" end="7"/>
                                            </p:txEl>
                                          </p:spTgt>
                                        </p:tgtEl>
                                      </p:cBhvr>
                                    </p:animEffect>
                                    <p:anim calcmode="lin" valueType="num">
                                      <p:cBhvr>
                                        <p:cTn id="48" dur="1000" fill="hold"/>
                                        <p:tgtEl>
                                          <p:spTgt spid="3366">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36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5" grpId="0"/>
      <p:bldP spid="336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64">
          <a:extLst>
            <a:ext uri="{FF2B5EF4-FFF2-40B4-BE49-F238E27FC236}">
              <a16:creationId xmlns:a16="http://schemas.microsoft.com/office/drawing/2014/main" id="{5E94C1F6-7CF2-A78F-C500-F0DC01BE46DA}"/>
            </a:ext>
          </a:extLst>
        </p:cNvPr>
        <p:cNvGrpSpPr/>
        <p:nvPr/>
      </p:nvGrpSpPr>
      <p:grpSpPr>
        <a:xfrm>
          <a:off x="0" y="0"/>
          <a:ext cx="0" cy="0"/>
          <a:chOff x="0" y="0"/>
          <a:chExt cx="0" cy="0"/>
        </a:xfrm>
      </p:grpSpPr>
      <p:sp>
        <p:nvSpPr>
          <p:cNvPr id="3365" name="Google Shape;3365;p58">
            <a:extLst>
              <a:ext uri="{FF2B5EF4-FFF2-40B4-BE49-F238E27FC236}">
                <a16:creationId xmlns:a16="http://schemas.microsoft.com/office/drawing/2014/main" id="{23567D08-2BEA-1AFA-1D05-39BDC08E66A1}"/>
              </a:ext>
            </a:extLst>
          </p:cNvPr>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Referencias</a:t>
            </a:r>
          </a:p>
        </p:txBody>
      </p:sp>
      <p:sp>
        <p:nvSpPr>
          <p:cNvPr id="3366" name="Google Shape;3366;p58">
            <a:extLst>
              <a:ext uri="{FF2B5EF4-FFF2-40B4-BE49-F238E27FC236}">
                <a16:creationId xmlns:a16="http://schemas.microsoft.com/office/drawing/2014/main" id="{72DCB01B-FB19-8F35-B057-85D6111CA565}"/>
              </a:ext>
            </a:extLst>
          </p:cNvPr>
          <p:cNvSpPr txBox="1">
            <a:spLocks noGrp="1"/>
          </p:cNvSpPr>
          <p:nvPr>
            <p:ph type="subTitle" idx="1"/>
          </p:nvPr>
        </p:nvSpPr>
        <p:spPr>
          <a:xfrm>
            <a:off x="500185" y="1347250"/>
            <a:ext cx="8409353" cy="3173400"/>
          </a:xfrm>
          <a:prstGeom prst="rect">
            <a:avLst/>
          </a:prstGeom>
        </p:spPr>
        <p:txBody>
          <a:bodyPr spcFirstLastPara="1" wrap="square" lIns="91425" tIns="91425" rIns="91425" bIns="91425" anchor="t" anchorCtr="0">
            <a:noAutofit/>
          </a:bodyPr>
          <a:lstStyle/>
          <a:p>
            <a:pPr marL="0" lvl="0" indent="0" algn="l" rtl="0">
              <a:spcBef>
                <a:spcPts val="0"/>
              </a:spcBef>
              <a:spcAft>
                <a:spcPts val="600"/>
              </a:spcAft>
              <a:buNone/>
            </a:pPr>
            <a:r>
              <a:rPr lang="es-ES" sz="1100" b="1" dirty="0"/>
              <a:t>Centro Nacional de Control de Energía (CENACE). </a:t>
            </a:r>
            <a:r>
              <a:rPr lang="es-ES" sz="1100" dirty="0"/>
              <a:t>(2020). </a:t>
            </a:r>
            <a:r>
              <a:rPr lang="es-ES" sz="1100" i="1" dirty="0"/>
              <a:t>¿Sabes qué es el Mercado Eléctrico Mayorista?</a:t>
            </a:r>
            <a:r>
              <a:rPr lang="es-ES" sz="1100" dirty="0"/>
              <a:t> </a:t>
            </a:r>
            <a:r>
              <a:rPr lang="es-ES" sz="1100" dirty="0">
                <a:hlinkClick r:id="rId3"/>
              </a:rPr>
              <a:t>https://www.gob.mx/cenace/articulos/sabes-que-es-el-mercado-electrico-mayorista?idiom=es</a:t>
            </a:r>
            <a:endParaRPr lang="es-ES" sz="1100" dirty="0"/>
          </a:p>
          <a:p>
            <a:pPr marL="0" lvl="0" indent="0" algn="l" rtl="0">
              <a:spcBef>
                <a:spcPts val="0"/>
              </a:spcBef>
              <a:spcAft>
                <a:spcPts val="600"/>
              </a:spcAft>
              <a:buNone/>
            </a:pPr>
            <a:r>
              <a:rPr lang="en-US" sz="1100" b="1" dirty="0"/>
              <a:t>Chin, C. S., Ab Halim, S., Zakaria, A., &amp; </a:t>
            </a:r>
            <a:r>
              <a:rPr lang="en-US" sz="1100" b="1" dirty="0" err="1"/>
              <a:t>Izzri</a:t>
            </a:r>
            <a:r>
              <a:rPr lang="en-US" sz="1100" b="1" dirty="0"/>
              <a:t>, M. Y. </a:t>
            </a:r>
            <a:r>
              <a:rPr lang="en-US" sz="1100" dirty="0"/>
              <a:t>(2021). A review on solar power forecasting using machine learning techniques. </a:t>
            </a:r>
            <a:r>
              <a:rPr lang="en-US" sz="1100" i="1" dirty="0"/>
              <a:t>Renewable and Sustainable Energy Reviews, 135</a:t>
            </a:r>
            <a:r>
              <a:rPr lang="en-US" sz="1100" dirty="0"/>
              <a:t>, 110201. </a:t>
            </a:r>
            <a:r>
              <a:rPr lang="en-US" sz="1100" dirty="0">
                <a:hlinkClick r:id="rId4"/>
              </a:rPr>
              <a:t>https://doi.org/10.1016/j.rser.2020.110201</a:t>
            </a:r>
            <a:endParaRPr lang="en-US" sz="1100" dirty="0"/>
          </a:p>
          <a:p>
            <a:pPr marL="0" lvl="0" indent="0" algn="l" rtl="0">
              <a:spcBef>
                <a:spcPts val="0"/>
              </a:spcBef>
              <a:spcAft>
                <a:spcPts val="600"/>
              </a:spcAft>
              <a:buNone/>
            </a:pPr>
            <a:r>
              <a:rPr lang="en-US" sz="1100" b="1" dirty="0"/>
              <a:t>Mellit, A., &amp; Kalogirou, S. A. </a:t>
            </a:r>
            <a:r>
              <a:rPr lang="en-US" sz="1100" dirty="0"/>
              <a:t>(2008). Artificial intelligence techniques for photovoltaic applications: A review. </a:t>
            </a:r>
            <a:r>
              <a:rPr lang="en-US" sz="1100" i="1" dirty="0"/>
              <a:t>Progress in Energy and Combustion Science, 34</a:t>
            </a:r>
            <a:r>
              <a:rPr lang="en-US" sz="1100" dirty="0"/>
              <a:t>(5), 574–632. </a:t>
            </a:r>
            <a:r>
              <a:rPr lang="en-US" sz="1100" dirty="0">
                <a:hlinkClick r:id="rId5"/>
              </a:rPr>
              <a:t>https://doi.org/10.1016/j.pecs.2008.01.001</a:t>
            </a:r>
            <a:endParaRPr lang="en-US" sz="1100" dirty="0"/>
          </a:p>
          <a:p>
            <a:pPr marL="0" lvl="0" indent="0" algn="l" rtl="0">
              <a:spcBef>
                <a:spcPts val="0"/>
              </a:spcBef>
              <a:spcAft>
                <a:spcPts val="600"/>
              </a:spcAft>
              <a:buNone/>
            </a:pPr>
            <a:r>
              <a:rPr lang="en-US" sz="1100" b="1" dirty="0"/>
              <a:t>Paoli, C., Voyant, C., Nivet, M.-L., </a:t>
            </a:r>
            <a:r>
              <a:rPr lang="en-US" sz="1100" b="1" dirty="0" err="1"/>
              <a:t>Muselli</a:t>
            </a:r>
            <a:r>
              <a:rPr lang="en-US" sz="1100" b="1" dirty="0"/>
              <a:t>, M., &amp; Poggi, P. </a:t>
            </a:r>
            <a:r>
              <a:rPr lang="en-US" sz="1100" dirty="0"/>
              <a:t>(2010). Forecasting of preprocessed daily solar radiation time series using neural networks. </a:t>
            </a:r>
            <a:r>
              <a:rPr lang="en-US" sz="1100" i="1" dirty="0"/>
              <a:t>Solar Energy, 84</a:t>
            </a:r>
            <a:r>
              <a:rPr lang="en-US" sz="1100" dirty="0"/>
              <a:t>(12), 2146–2160. </a:t>
            </a:r>
            <a:r>
              <a:rPr lang="en-US" sz="1100" dirty="0">
                <a:hlinkClick r:id="rId6"/>
              </a:rPr>
              <a:t>https://doi.org/10.1016/j.solener.2010.08.010</a:t>
            </a:r>
            <a:endParaRPr lang="en-US" sz="1100" dirty="0"/>
          </a:p>
          <a:p>
            <a:pPr marL="0" lvl="0" indent="0" algn="l" rtl="0">
              <a:spcBef>
                <a:spcPts val="0"/>
              </a:spcBef>
              <a:spcAft>
                <a:spcPts val="600"/>
              </a:spcAft>
              <a:buNone/>
            </a:pPr>
            <a:r>
              <a:rPr lang="en-US" sz="1100" b="1" dirty="0"/>
              <a:t>Shi, X., Chen, Z., Wang, H., Yeung, D.-Y., Wong, W., &amp; Woo, W.-c. </a:t>
            </a:r>
            <a:r>
              <a:rPr lang="en-US" sz="1100" dirty="0"/>
              <a:t>(2015). Convolutional LSTM network: A machine learning approach for precipitation nowcasting. In </a:t>
            </a:r>
            <a:r>
              <a:rPr lang="en-US" sz="1100" i="1" dirty="0"/>
              <a:t>Advances in Neural Information Processing Systems</a:t>
            </a:r>
            <a:r>
              <a:rPr lang="en-US" sz="1100" dirty="0"/>
              <a:t> (Vol. 28, pp. 802–810). </a:t>
            </a:r>
            <a:r>
              <a:rPr lang="en-US" sz="1100" dirty="0">
                <a:hlinkClick r:id="rId7"/>
              </a:rPr>
              <a:t>https://papers.nips.cc/paper_files/paper/2015/hash/07563a3fe3bbe7e3ba84431ad9d055af-Abstract.html</a:t>
            </a:r>
            <a:endParaRPr lang="en-US" sz="1100" dirty="0"/>
          </a:p>
          <a:p>
            <a:pPr marL="0" lvl="0" indent="0" algn="l" rtl="0">
              <a:spcBef>
                <a:spcPts val="0"/>
              </a:spcBef>
              <a:spcAft>
                <a:spcPts val="600"/>
              </a:spcAft>
              <a:buNone/>
            </a:pPr>
            <a:r>
              <a:rPr lang="en-US" sz="1100" b="1" dirty="0"/>
              <a:t>Voyant, C., </a:t>
            </a:r>
            <a:r>
              <a:rPr lang="en-US" sz="1100" b="1" dirty="0" err="1"/>
              <a:t>Notton</a:t>
            </a:r>
            <a:r>
              <a:rPr lang="en-US" sz="1100" b="1" dirty="0"/>
              <a:t>, G., Kalogirou, S., Nivet, M.-L., Paoli, C., Motte, F., &amp; </a:t>
            </a:r>
            <a:r>
              <a:rPr lang="en-US" sz="1100" b="1" dirty="0" err="1"/>
              <a:t>Fouilloy</a:t>
            </a:r>
            <a:r>
              <a:rPr lang="en-US" sz="1100" b="1" dirty="0"/>
              <a:t>, A. </a:t>
            </a:r>
            <a:r>
              <a:rPr lang="en-US" sz="1100" dirty="0"/>
              <a:t>(2017). Machine learning methods for solar radiation forecasting: A review. </a:t>
            </a:r>
            <a:r>
              <a:rPr lang="en-US" sz="1100" i="1" dirty="0"/>
              <a:t>Renewable Energy, 105</a:t>
            </a:r>
            <a:r>
              <a:rPr lang="en-US" sz="1100" dirty="0"/>
              <a:t>, 569–582. </a:t>
            </a:r>
            <a:r>
              <a:rPr lang="en-US" sz="1100" dirty="0">
                <a:hlinkClick r:id="rId8"/>
              </a:rPr>
              <a:t>https://doi.org/10.1016/j.renene.2016.12.095</a:t>
            </a:r>
            <a:endParaRPr lang="es-MX" sz="1050" noProof="0" dirty="0"/>
          </a:p>
        </p:txBody>
      </p:sp>
      <p:sp>
        <p:nvSpPr>
          <p:cNvPr id="2" name="Slide Number Placeholder 1">
            <a:extLst>
              <a:ext uri="{FF2B5EF4-FFF2-40B4-BE49-F238E27FC236}">
                <a16:creationId xmlns:a16="http://schemas.microsoft.com/office/drawing/2014/main" id="{01F8FD10-9978-17F0-7326-770BB868E859}"/>
              </a:ext>
            </a:extLst>
          </p:cNvPr>
          <p:cNvSpPr>
            <a:spLocks noGrp="1"/>
          </p:cNvSpPr>
          <p:nvPr>
            <p:ph type="sldNum" sz="quarter" idx="10"/>
          </p:nvPr>
        </p:nvSpPr>
        <p:spPr/>
        <p:txBody>
          <a:bodyPr/>
          <a:lstStyle/>
          <a:p>
            <a:fld id="{FD066784-9D51-4624-A73B-AF851740F580}" type="slidenum">
              <a:rPr lang="en-US" smtClean="0"/>
              <a:pPr/>
              <a:t>50</a:t>
            </a:fld>
            <a:endParaRPr lang="en-US"/>
          </a:p>
        </p:txBody>
      </p:sp>
    </p:spTree>
    <p:extLst>
      <p:ext uri="{BB962C8B-B14F-4D97-AF65-F5344CB8AC3E}">
        <p14:creationId xmlns:p14="http://schemas.microsoft.com/office/powerpoint/2010/main" val="2589809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65"/>
                                        </p:tgtEl>
                                        <p:attrNameLst>
                                          <p:attrName>style.visibility</p:attrName>
                                        </p:attrNameLst>
                                      </p:cBhvr>
                                      <p:to>
                                        <p:strVal val="visible"/>
                                      </p:to>
                                    </p:set>
                                    <p:animEffect transition="in" filter="fade">
                                      <p:cBhvr>
                                        <p:cTn id="7" dur="500"/>
                                        <p:tgtEl>
                                          <p:spTgt spid="33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66">
                                            <p:txEl>
                                              <p:pRg st="0" end="0"/>
                                            </p:txEl>
                                          </p:spTgt>
                                        </p:tgtEl>
                                        <p:attrNameLst>
                                          <p:attrName>style.visibility</p:attrName>
                                        </p:attrNameLst>
                                      </p:cBhvr>
                                      <p:to>
                                        <p:strVal val="visible"/>
                                      </p:to>
                                    </p:set>
                                    <p:animEffect transition="in" filter="fade">
                                      <p:cBhvr>
                                        <p:cTn id="10" dur="500"/>
                                        <p:tgtEl>
                                          <p:spTgt spid="336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66">
                                            <p:txEl>
                                              <p:pRg st="1" end="1"/>
                                            </p:txEl>
                                          </p:spTgt>
                                        </p:tgtEl>
                                        <p:attrNameLst>
                                          <p:attrName>style.visibility</p:attrName>
                                        </p:attrNameLst>
                                      </p:cBhvr>
                                      <p:to>
                                        <p:strVal val="visible"/>
                                      </p:to>
                                    </p:set>
                                    <p:animEffect transition="in" filter="fade">
                                      <p:cBhvr>
                                        <p:cTn id="13" dur="500"/>
                                        <p:tgtEl>
                                          <p:spTgt spid="336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66">
                                            <p:txEl>
                                              <p:pRg st="2" end="2"/>
                                            </p:txEl>
                                          </p:spTgt>
                                        </p:tgtEl>
                                        <p:attrNameLst>
                                          <p:attrName>style.visibility</p:attrName>
                                        </p:attrNameLst>
                                      </p:cBhvr>
                                      <p:to>
                                        <p:strVal val="visible"/>
                                      </p:to>
                                    </p:set>
                                    <p:animEffect transition="in" filter="fade">
                                      <p:cBhvr>
                                        <p:cTn id="16" dur="500"/>
                                        <p:tgtEl>
                                          <p:spTgt spid="336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66">
                                            <p:txEl>
                                              <p:pRg st="3" end="3"/>
                                            </p:txEl>
                                          </p:spTgt>
                                        </p:tgtEl>
                                        <p:attrNameLst>
                                          <p:attrName>style.visibility</p:attrName>
                                        </p:attrNameLst>
                                      </p:cBhvr>
                                      <p:to>
                                        <p:strVal val="visible"/>
                                      </p:to>
                                    </p:set>
                                    <p:animEffect transition="in" filter="fade">
                                      <p:cBhvr>
                                        <p:cTn id="19" dur="500"/>
                                        <p:tgtEl>
                                          <p:spTgt spid="3366">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366">
                                            <p:txEl>
                                              <p:pRg st="4" end="4"/>
                                            </p:txEl>
                                          </p:spTgt>
                                        </p:tgtEl>
                                        <p:attrNameLst>
                                          <p:attrName>style.visibility</p:attrName>
                                        </p:attrNameLst>
                                      </p:cBhvr>
                                      <p:to>
                                        <p:strVal val="visible"/>
                                      </p:to>
                                    </p:set>
                                    <p:animEffect transition="in" filter="fade">
                                      <p:cBhvr>
                                        <p:cTn id="22" dur="500"/>
                                        <p:tgtEl>
                                          <p:spTgt spid="3366">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66">
                                            <p:txEl>
                                              <p:pRg st="5" end="5"/>
                                            </p:txEl>
                                          </p:spTgt>
                                        </p:tgtEl>
                                        <p:attrNameLst>
                                          <p:attrName>style.visibility</p:attrName>
                                        </p:attrNameLst>
                                      </p:cBhvr>
                                      <p:to>
                                        <p:strVal val="visible"/>
                                      </p:to>
                                    </p:set>
                                    <p:animEffect transition="in" filter="fade">
                                      <p:cBhvr>
                                        <p:cTn id="25" dur="500"/>
                                        <p:tgtEl>
                                          <p:spTgt spid="336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5" grpId="0"/>
      <p:bldP spid="336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364">
          <a:extLst>
            <a:ext uri="{FF2B5EF4-FFF2-40B4-BE49-F238E27FC236}">
              <a16:creationId xmlns:a16="http://schemas.microsoft.com/office/drawing/2014/main" id="{EB222241-6633-4267-F47D-4BD4D2684FDD}"/>
            </a:ext>
          </a:extLst>
        </p:cNvPr>
        <p:cNvGrpSpPr/>
        <p:nvPr/>
      </p:nvGrpSpPr>
      <p:grpSpPr>
        <a:xfrm>
          <a:off x="0" y="0"/>
          <a:ext cx="0" cy="0"/>
          <a:chOff x="0" y="0"/>
          <a:chExt cx="0" cy="0"/>
        </a:xfrm>
      </p:grpSpPr>
      <p:sp>
        <p:nvSpPr>
          <p:cNvPr id="3365" name="Google Shape;3365;p58">
            <a:extLst>
              <a:ext uri="{FF2B5EF4-FFF2-40B4-BE49-F238E27FC236}">
                <a16:creationId xmlns:a16="http://schemas.microsoft.com/office/drawing/2014/main" id="{89DDBF84-8431-C274-F93E-83063B6A293D}"/>
              </a:ext>
            </a:extLst>
          </p:cNvPr>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Referencias</a:t>
            </a:r>
          </a:p>
        </p:txBody>
      </p:sp>
      <p:sp>
        <p:nvSpPr>
          <p:cNvPr id="3366" name="Google Shape;3366;p58">
            <a:extLst>
              <a:ext uri="{FF2B5EF4-FFF2-40B4-BE49-F238E27FC236}">
                <a16:creationId xmlns:a16="http://schemas.microsoft.com/office/drawing/2014/main" id="{F6E1BEDA-978F-F567-20D8-81FB94B2B1B7}"/>
              </a:ext>
            </a:extLst>
          </p:cNvPr>
          <p:cNvSpPr txBox="1">
            <a:spLocks noGrp="1"/>
          </p:cNvSpPr>
          <p:nvPr>
            <p:ph type="subTitle" idx="1"/>
          </p:nvPr>
        </p:nvSpPr>
        <p:spPr>
          <a:xfrm>
            <a:off x="500185" y="1347250"/>
            <a:ext cx="8409353" cy="3173400"/>
          </a:xfrm>
          <a:prstGeom prst="rect">
            <a:avLst/>
          </a:prstGeom>
        </p:spPr>
        <p:txBody>
          <a:bodyPr spcFirstLastPara="1" wrap="square" lIns="91425" tIns="91425" rIns="91425" bIns="91425" anchor="t" anchorCtr="0">
            <a:noAutofit/>
          </a:bodyPr>
          <a:lstStyle/>
          <a:p>
            <a:pPr marL="0" lvl="0" indent="0" algn="l" rtl="0">
              <a:spcBef>
                <a:spcPts val="0"/>
              </a:spcBef>
              <a:spcAft>
                <a:spcPts val="600"/>
              </a:spcAft>
              <a:buNone/>
            </a:pPr>
            <a:r>
              <a:rPr lang="en-US" sz="1200" b="1" dirty="0"/>
              <a:t>Wang, Y., Yao, Y., Zou, Q., Zhao, K., &amp; Hao, Y. </a:t>
            </a:r>
            <a:r>
              <a:rPr lang="en-US" sz="1200" dirty="0"/>
              <a:t>(2024). Forecasting a short-term photovoltaic power model based on improved snake optimization, convolutional neural network, and bidirectional long short-term memory network. </a:t>
            </a:r>
            <a:r>
              <a:rPr lang="en-US" sz="1200" i="1" dirty="0"/>
              <a:t>Sensors, 24</a:t>
            </a:r>
            <a:r>
              <a:rPr lang="en-US" sz="1200" dirty="0"/>
              <a:t>(12). </a:t>
            </a:r>
            <a:r>
              <a:rPr lang="en-US" sz="1200" dirty="0">
                <a:hlinkClick r:id="rId3"/>
              </a:rPr>
              <a:t>https://doi.org/10.3390/s24123897</a:t>
            </a:r>
            <a:endParaRPr lang="en-US" sz="1200" dirty="0"/>
          </a:p>
          <a:p>
            <a:pPr marL="0" lvl="0" indent="0" algn="l" rtl="0">
              <a:spcBef>
                <a:spcPts val="0"/>
              </a:spcBef>
              <a:spcAft>
                <a:spcPts val="600"/>
              </a:spcAft>
              <a:buNone/>
            </a:pPr>
            <a:r>
              <a:rPr lang="en-US" sz="1100" b="1" dirty="0"/>
              <a:t>Munsif, M., Ullah, F. U. M., Khan, S. U., Khan, N., &amp; Baik, S. W. </a:t>
            </a:r>
            <a:r>
              <a:rPr lang="en-US" sz="1100" dirty="0"/>
              <a:t>(2023). CT-NET: A novel convolutional transformer-based network for short-term solar energy forecasting using climatic information. </a:t>
            </a:r>
            <a:r>
              <a:rPr lang="en-US" sz="1100" i="1" dirty="0"/>
              <a:t>Computer Systems Science and Engineering, 47</a:t>
            </a:r>
            <a:r>
              <a:rPr lang="en-US" sz="1100" dirty="0"/>
              <a:t>(2), 1751–1773. </a:t>
            </a:r>
            <a:r>
              <a:rPr lang="en-US" sz="1100" dirty="0">
                <a:hlinkClick r:id="rId4"/>
              </a:rPr>
              <a:t>https://doi.org/10.32604/csse.2023.038514</a:t>
            </a:r>
            <a:endParaRPr lang="en-US" sz="1100" dirty="0"/>
          </a:p>
          <a:p>
            <a:pPr marL="0" lvl="0" indent="0" algn="l" rtl="0">
              <a:spcBef>
                <a:spcPts val="0"/>
              </a:spcBef>
              <a:spcAft>
                <a:spcPts val="600"/>
              </a:spcAft>
              <a:buNone/>
            </a:pPr>
            <a:r>
              <a:rPr lang="en-US" sz="1100" b="1" dirty="0"/>
              <a:t>Guo, W., Xu, L., Wang, T., Zhao, D., &amp; Tang, X.</a:t>
            </a:r>
            <a:r>
              <a:rPr lang="en-US" sz="1100" dirty="0"/>
              <a:t> (2024). Photovoltaic power prediction based on hybrid deep learning networks and meteorological data. </a:t>
            </a:r>
            <a:r>
              <a:rPr lang="en-US" sz="1100" i="1" dirty="0"/>
              <a:t>Sensors, 24</a:t>
            </a:r>
            <a:r>
              <a:rPr lang="en-US" sz="1100" dirty="0"/>
              <a:t>(5). </a:t>
            </a:r>
            <a:r>
              <a:rPr lang="en-US" sz="1100" dirty="0">
                <a:hlinkClick r:id="rId5"/>
              </a:rPr>
              <a:t>https://doi.org/10.3390/s24051593</a:t>
            </a:r>
            <a:endParaRPr lang="en-US" sz="1100" dirty="0"/>
          </a:p>
          <a:p>
            <a:pPr marL="0" lvl="0" indent="0" algn="l" rtl="0">
              <a:spcBef>
                <a:spcPts val="0"/>
              </a:spcBef>
              <a:spcAft>
                <a:spcPts val="600"/>
              </a:spcAft>
              <a:buNone/>
            </a:pPr>
            <a:r>
              <a:rPr lang="en-US" sz="1100" b="1" dirty="0"/>
              <a:t>Soleymani, S., &amp; M., S. </a:t>
            </a:r>
            <a:r>
              <a:rPr lang="en-US" sz="1100" dirty="0"/>
              <a:t>(2023). Comparative analysis of machine learning algorithms for solar irradiance forecasting in smart grids. </a:t>
            </a:r>
            <a:r>
              <a:rPr lang="en-US" sz="1100" i="1" dirty="0" err="1"/>
              <a:t>arXiv</a:t>
            </a:r>
            <a:r>
              <a:rPr lang="en-US" sz="1100" i="1" dirty="0"/>
              <a:t> preprint</a:t>
            </a:r>
            <a:r>
              <a:rPr lang="en-US" sz="1100" dirty="0"/>
              <a:t>, arXiv:2310.13791. </a:t>
            </a:r>
            <a:r>
              <a:rPr lang="en-US" sz="1100" dirty="0">
                <a:hlinkClick r:id="rId6"/>
              </a:rPr>
              <a:t>https://arxiv.org/abs/2310.13791</a:t>
            </a:r>
            <a:endParaRPr lang="es-MX" sz="1050" noProof="0" dirty="0"/>
          </a:p>
        </p:txBody>
      </p:sp>
      <p:sp>
        <p:nvSpPr>
          <p:cNvPr id="2" name="Slide Number Placeholder 1">
            <a:extLst>
              <a:ext uri="{FF2B5EF4-FFF2-40B4-BE49-F238E27FC236}">
                <a16:creationId xmlns:a16="http://schemas.microsoft.com/office/drawing/2014/main" id="{F6F6F5E1-0786-A0B5-05D0-6B3C46A51234}"/>
              </a:ext>
            </a:extLst>
          </p:cNvPr>
          <p:cNvSpPr>
            <a:spLocks noGrp="1"/>
          </p:cNvSpPr>
          <p:nvPr>
            <p:ph type="sldNum" sz="quarter" idx="10"/>
          </p:nvPr>
        </p:nvSpPr>
        <p:spPr/>
        <p:txBody>
          <a:bodyPr/>
          <a:lstStyle/>
          <a:p>
            <a:fld id="{FD066784-9D51-4624-A73B-AF851740F580}" type="slidenum">
              <a:rPr lang="en-US" smtClean="0"/>
              <a:pPr/>
              <a:t>51</a:t>
            </a:fld>
            <a:endParaRPr lang="en-US"/>
          </a:p>
        </p:txBody>
      </p:sp>
    </p:spTree>
    <p:extLst>
      <p:ext uri="{BB962C8B-B14F-4D97-AF65-F5344CB8AC3E}">
        <p14:creationId xmlns:p14="http://schemas.microsoft.com/office/powerpoint/2010/main" val="33605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65"/>
                                        </p:tgtEl>
                                        <p:attrNameLst>
                                          <p:attrName>style.visibility</p:attrName>
                                        </p:attrNameLst>
                                      </p:cBhvr>
                                      <p:to>
                                        <p:strVal val="visible"/>
                                      </p:to>
                                    </p:set>
                                    <p:animEffect transition="in" filter="fade">
                                      <p:cBhvr>
                                        <p:cTn id="7" dur="500"/>
                                        <p:tgtEl>
                                          <p:spTgt spid="33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66">
                                            <p:txEl>
                                              <p:pRg st="0" end="0"/>
                                            </p:txEl>
                                          </p:spTgt>
                                        </p:tgtEl>
                                        <p:attrNameLst>
                                          <p:attrName>style.visibility</p:attrName>
                                        </p:attrNameLst>
                                      </p:cBhvr>
                                      <p:to>
                                        <p:strVal val="visible"/>
                                      </p:to>
                                    </p:set>
                                    <p:animEffect transition="in" filter="fade">
                                      <p:cBhvr>
                                        <p:cTn id="10" dur="500"/>
                                        <p:tgtEl>
                                          <p:spTgt spid="336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66">
                                            <p:txEl>
                                              <p:pRg st="1" end="1"/>
                                            </p:txEl>
                                          </p:spTgt>
                                        </p:tgtEl>
                                        <p:attrNameLst>
                                          <p:attrName>style.visibility</p:attrName>
                                        </p:attrNameLst>
                                      </p:cBhvr>
                                      <p:to>
                                        <p:strVal val="visible"/>
                                      </p:to>
                                    </p:set>
                                    <p:animEffect transition="in" filter="fade">
                                      <p:cBhvr>
                                        <p:cTn id="13" dur="500"/>
                                        <p:tgtEl>
                                          <p:spTgt spid="336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66">
                                            <p:txEl>
                                              <p:pRg st="2" end="2"/>
                                            </p:txEl>
                                          </p:spTgt>
                                        </p:tgtEl>
                                        <p:attrNameLst>
                                          <p:attrName>style.visibility</p:attrName>
                                        </p:attrNameLst>
                                      </p:cBhvr>
                                      <p:to>
                                        <p:strVal val="visible"/>
                                      </p:to>
                                    </p:set>
                                    <p:animEffect transition="in" filter="fade">
                                      <p:cBhvr>
                                        <p:cTn id="16" dur="500"/>
                                        <p:tgtEl>
                                          <p:spTgt spid="336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66">
                                            <p:txEl>
                                              <p:pRg st="3" end="3"/>
                                            </p:txEl>
                                          </p:spTgt>
                                        </p:tgtEl>
                                        <p:attrNameLst>
                                          <p:attrName>style.visibility</p:attrName>
                                        </p:attrNameLst>
                                      </p:cBhvr>
                                      <p:to>
                                        <p:strVal val="visible"/>
                                      </p:to>
                                    </p:set>
                                    <p:animEffect transition="in" filter="fade">
                                      <p:cBhvr>
                                        <p:cTn id="19" dur="500"/>
                                        <p:tgtEl>
                                          <p:spTgt spid="33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5" grpId="0"/>
      <p:bldP spid="336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D148B1B1-CDF8-350B-A5CC-4879EB3B104A}"/>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78D559B8-137F-13B0-A3C7-64A7FC2FD14E}"/>
              </a:ext>
            </a:extLst>
          </p:cNvPr>
          <p:cNvSpPr txBox="1">
            <a:spLocks noGrp="1"/>
          </p:cNvSpPr>
          <p:nvPr>
            <p:ph type="title"/>
          </p:nvPr>
        </p:nvSpPr>
        <p:spPr>
          <a:xfrm>
            <a:off x="915671" y="1974550"/>
            <a:ext cx="5930892"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3600" noProof="0" dirty="0"/>
              <a:t>Espacio para preguntas</a:t>
            </a:r>
          </a:p>
        </p:txBody>
      </p:sp>
      <p:sp>
        <p:nvSpPr>
          <p:cNvPr id="2276" name="Google Shape;2276;p36">
            <a:extLst>
              <a:ext uri="{FF2B5EF4-FFF2-40B4-BE49-F238E27FC236}">
                <a16:creationId xmlns:a16="http://schemas.microsoft.com/office/drawing/2014/main" id="{5D5FEA7D-9FEF-5459-833D-D34285E8D857}"/>
              </a:ext>
            </a:extLst>
          </p:cNvPr>
          <p:cNvSpPr txBox="1">
            <a:spLocks noGrp="1"/>
          </p:cNvSpPr>
          <p:nvPr>
            <p:ph type="title" idx="2"/>
          </p:nvPr>
        </p:nvSpPr>
        <p:spPr>
          <a:xfrm>
            <a:off x="720000" y="832013"/>
            <a:ext cx="77040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dirty="0"/>
              <a:t>¡Muchas gracias! :)</a:t>
            </a:r>
            <a:endParaRPr lang="es-MX" noProof="0" dirty="0"/>
          </a:p>
        </p:txBody>
      </p:sp>
      <p:grpSp>
        <p:nvGrpSpPr>
          <p:cNvPr id="2277" name="Google Shape;2277;p36">
            <a:extLst>
              <a:ext uri="{FF2B5EF4-FFF2-40B4-BE49-F238E27FC236}">
                <a16:creationId xmlns:a16="http://schemas.microsoft.com/office/drawing/2014/main" id="{25F635FA-D112-9EBA-FB28-1DBF3C4626EA}"/>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01D79615-2923-17BF-2D02-E755999CD688}"/>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330483B9-22AC-6640-DDC5-BE45D1A0795A}"/>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A07A1E85-05CE-BBB8-1684-3F661915D423}"/>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5E78C02B-29F0-F39D-122E-BF3E1D431959}"/>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78C1B909-4BA8-3073-EA07-1CA5E2A6431A}"/>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081E853E-1532-2F09-792E-CE4E06E248A4}"/>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D7AD18B4-85E6-B878-E8EF-ACCBC642B82D}"/>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51893099-5A86-3F40-CB51-78B03A70FBEB}"/>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84C67D9F-3F06-C7F4-BE98-B5DC1F7307C4}"/>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2EB49BD1-CE33-A7C0-FF7F-A67A5A2148BD}"/>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8E95F93C-687C-8C64-9A1B-82BE9C4711A0}"/>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0533E2EE-5BC0-7495-06C2-8C1EE928F465}"/>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D3F90A1C-6FFA-0833-18C0-C7F79F27B88D}"/>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CD512DA0-830D-7B25-DAD5-374A28C4E97B}"/>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3DB1235D-62B4-17BA-CD44-12945077BFFE}"/>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030DAC1E-26A4-D4CB-ED14-B00D2394C736}"/>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DB4451DC-DE71-069D-80BE-773243CD7F44}"/>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76DFB463-9895-A92B-7C59-A8CDF79639F2}"/>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49FA7B77-AE23-99BC-523F-6903B1811D14}"/>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0592698B-E1E9-AD2F-C276-84F9647F503E}"/>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84728F61-F716-173D-9C78-3E336E4B599F}"/>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4209269E-34B4-F2FF-4D25-B50086729D81}"/>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109CD44D-FCF3-8C35-3704-AE820E126DDC}"/>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7B7BCD6E-91D6-4487-C44A-784C43C808EC}"/>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15D287A5-0099-702F-B853-0436B7C39BDC}"/>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9A41B82E-A685-8D26-1150-71A332C8C249}"/>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88297C7B-0939-8023-356A-65661F091136}"/>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2B87C0BE-B932-734F-8C81-C640283042A4}"/>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2B6FF566-A83F-03D9-D35C-4498AA2982E3}"/>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F75B14F0-207C-3691-270C-30BD1D745DF3}"/>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BC625DD8-9303-B9C8-31D8-C75B61A854B7}"/>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42B119EF-D28E-24F2-C147-10BF95C5B088}"/>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F104A0F5-2C1B-E5B2-894F-72044E76BF76}"/>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DE6310DD-1757-3E29-D31E-DD4A340AB12B}"/>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0879F9C3-5F6A-8A4A-B616-DC0FD81D0FF0}"/>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E009E9EC-7D0A-94BC-F303-7C539AE9F5A0}"/>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722E14C0-7BAD-C560-204E-C3E908C6275E}"/>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25098387-635C-497A-8C65-31EE8117CCB2}"/>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F66358F1-A4F4-C9BA-7E81-26FB10C3AC22}"/>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C16CE321-B5F3-E969-7BE4-F5D665DE3282}"/>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E40EAFFE-718E-F80E-F1D2-1F3E07DEBF3B}"/>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AC9601CB-2712-89C7-FC71-4487A5459EF2}"/>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45FFA692-ABBF-5BB1-9495-931CD57DD58E}"/>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ED01BFB3-738D-D591-4B00-CC5A2B9D33EA}"/>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BA16525C-6740-C772-1D41-30FBFF0CA639}"/>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08180A84-7385-4ABB-F110-63C73B466D57}"/>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05EE5DEF-4EAE-9B8C-9E37-88EE7812EAE4}"/>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AB3FADFA-56B4-0974-95BA-711453619865}"/>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CC69C964-E2AE-454C-E4A9-2E420E2D57F0}"/>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111987F3-7EC3-84C3-38D1-4C9F42F248E8}"/>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C8F50987-1499-4574-9667-EED08BF3C541}"/>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01FD280E-2781-E6D1-CC7E-50862202B7A0}"/>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EA46EFBE-F952-0C3A-2D24-B299D4A4A1FF}"/>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71F0931E-D92F-5F39-1084-4D7290E98AD3}"/>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830F24E9-1B64-0DA9-44D7-B1A0B898166E}"/>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1B7E251F-D773-3F75-F05D-D2847213245E}"/>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D1470C8B-5828-D1A9-1215-708CD40F6ED7}"/>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921989EA-FEF0-DAE0-BC0D-37DBA0CAAFEF}"/>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1C1F65F1-12A3-2DDE-E3B6-F19DE84DE8CE}"/>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429D9ED3-FEAD-6180-2FC4-A2175A23EAEA}"/>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1A0195A4-64A2-6834-FB7E-38821A1AEFF4}"/>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D4379F35-3DAA-ECE5-6A89-46B3DC36CC60}"/>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7D98137F-DE31-7DA4-4351-31FE9388A093}"/>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234F4499-1FC7-5398-99B7-D4F41FBD5368}"/>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69BC6564-B0FA-C3D8-96C0-3DF1BD6A71EE}"/>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21298999-5C2B-208B-6A05-2ED7A1121A1A}"/>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26B670F0-375B-4FAA-5822-CE9B2A3ABC8D}"/>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5A4AB4C0-5ED8-081C-2A2D-251BEF24F9DE}"/>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4A910F8B-256E-4167-F1E0-AC71BB857D23}"/>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A4A05815-7D48-6A4C-88E1-F017D003D0A7}"/>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084D24AE-A885-AC2B-84DB-E9C49DD6789A}"/>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B197D88B-1B05-89D3-E9B3-C55F0B30D2BA}"/>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7A30BB61-A53B-DC24-100B-9289ACC4CFEF}"/>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8E5DCA2E-E176-C1F8-4240-1E471159B837}"/>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C8288B24-12E5-E252-5D37-652F6EC007D4}"/>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B991C24A-D614-A067-866D-AF25B7210FBC}"/>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56EF0448-0154-D4AD-A36E-8CD493F85A63}"/>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CD3A52E1-2425-5069-9DFC-3F42D0F62460}"/>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10F955E6-3CF7-182E-0EA2-6C2EA323D99C}"/>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7CF803CC-A31D-0CD3-8207-B05DD3814459}"/>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1CB8AA0D-C855-3EDB-D533-E1CF3DC94AC7}"/>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436354C1-2F79-BC9B-8D0F-910EFF4FC41A}"/>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B34449BE-D328-7FC8-8F45-94AF55B0DC50}"/>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9CFF461A-3589-72E1-1AC9-511C1E9C2E40}"/>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E00E35C8-51A8-4BCD-4148-B91328A186F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537562CA-51A5-AF56-981C-26C89E94FBF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DFD22C74-4812-C836-2FE2-1DF6D3CA8CD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53010925-E22D-4D6A-0BEC-B22CD1EEF393}"/>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D4635CA1-C700-97EA-D876-EFBC2B78FDA3}"/>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3E04D315-03E9-90C2-539D-5FF0C3487CC9}"/>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982708F4-1677-A879-A9F6-A44B27B648EB}"/>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FCC94921-B57E-E7B7-2D77-B37E5121735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00072828-1EBC-D727-6A97-DE296D70053E}"/>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A545C057-087F-92FE-28D7-3FBA77032164}"/>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DE3005B9-01A9-8BE7-DE6C-BD67CA7F786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CE249F3E-3210-1644-3593-92423C46AB9D}"/>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0831BBBA-E9D9-961C-C902-B0F96436FD14}"/>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5E7D189B-6596-A5A0-441B-9222D52D6BFB}"/>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D9AD2DB4-0CA0-6F32-8E56-9652206A43F9}"/>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4317146D-6D4F-A1BD-53A3-815847F5009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63ADB2A7-F66F-84A1-A0DC-B2DE2D713677}"/>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C50A275D-BD0F-AD28-0A79-2DE6F17A237C}"/>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4E9C330C-5B07-596B-2124-2C7C74294BA5}"/>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ABE81B1E-DCA5-6B02-C2D6-E53DDB2EAFF3}"/>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99EB0054-C4CB-290B-89B5-C321874BEEA0}"/>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F901B307-3EEE-AC8E-2C27-7E1838DF941E}"/>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75989F34-B1BE-B8CE-86CD-D91F570CFF23}"/>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4906F12A-7F7E-1B5F-E1D3-D59E2D0CCC9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18A8D714-13AD-736F-939B-B9B63A759237}"/>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3D4FB76D-FB94-84E5-0AB0-C4AA7960C563}"/>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8FEEE31E-7804-F074-4C24-B282CE933B57}"/>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D72939FD-5E2F-E267-712B-89488E6A63D1}"/>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5254CA51-E037-6CD4-7FFE-E159547EE89E}"/>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E8CF09DA-8548-549B-9D52-295E522CD931}"/>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CCC95A5F-BACB-E2E7-E519-46F11702D426}"/>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9892684B-0732-84AE-8630-BE5DB18063F2}"/>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E1D35485-D9FF-C467-3DA3-5509B7722A23}"/>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1692C72B-FC84-E55A-8185-ACB1B9E48AB1}"/>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D0CAA4BE-4C2B-F21C-8076-FE05144C61F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567DEE4E-F6B3-4B01-0B99-0D3B7D31E697}"/>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02767A34-34E1-918A-3D84-39E6A0F4EFB8}"/>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7DB1128B-3C15-2E99-3AD0-5F4BE21A5E07}"/>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52843A49-4D6C-28B2-FAB4-5849159E037B}"/>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7AA95B6B-0620-AF3B-2189-C3CD88BFF26B}"/>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D5F5D709-6B58-9015-E805-F27BFA3CA469}"/>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3C97F611-5BF1-BD47-4ADC-D9B3AEDDDD0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C2659E44-D89C-D3FA-0703-A9047C38868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FA5BF256-A5AB-3E98-750A-AC89488B4133}"/>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0464C32D-2C6D-A20E-7788-ED556432B18B}"/>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96E3FD45-66B0-203D-DE0E-5AFCC9A8E06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BDAC1CED-9939-D175-7FEB-B83DCBD62434}"/>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87DBA648-5634-C3D7-E921-B22D873FC06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B5C666A8-1D45-7CDE-5632-2072F7FBEB3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EE8C2BCD-986E-2A7C-FB49-8AACE03A2B70}"/>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414AF550-5B56-12D2-5594-E045C36B946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A5C0952E-25FF-0094-0C79-F065748DB20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C639E97C-1030-66EC-3D3A-95D0A4F43C5E}"/>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0F377882-1D03-9522-468C-E34A3A97A27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1D2EBB47-2F44-5C9A-2026-34A3A6B31862}"/>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47795E56-B1D8-5AD0-28DF-86DA1159F6A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215B6137-A3A7-2B6F-81BF-73B352169E81}"/>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E1215554-5823-C3D1-FEE3-6AC69F083635}"/>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39F3FCC6-9D6A-F2D5-0244-318DADA1F61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EFEF31E3-166A-DDC3-93AA-83BE17A40102}"/>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309D5DBE-1A3C-6683-452D-61C1545E63E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AC38C681-9540-BED7-9854-B90763BD19D5}"/>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31A21370-6A3F-C743-4C2E-DE414F70F213}"/>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0AEB99FF-B728-1247-8640-411B488EC174}"/>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759BDC76-D710-DCDD-109F-EBDF8161B24B}"/>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9C0BF337-7A11-EADC-4E0C-376E9E45980E}"/>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961DC92F-59D4-862A-35EE-35F5F6F17127}"/>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489395A6-5487-88DD-910B-702BC5DA7A10}"/>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1E497B2E-41C1-26A0-A010-B5E47D8EA481}"/>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3BDCC289-649C-C8D6-DA22-1B498AFD116B}"/>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5785BC5F-87CA-21F6-7311-98FF2206CA7F}"/>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F087E4EC-9427-9F6B-6E92-17B3C65EDD97}"/>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6E2329B7-F945-3F43-6880-3E31B86C5828}"/>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630734E7-522C-B2E3-A57C-85692517758C}"/>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E5DCB612-68F5-267D-C943-C5B48C56E603}"/>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E66FB831-E3D8-4411-33F4-9FEC2AAAE1A2}"/>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725A2ACA-EDAB-5CF0-DF06-377B40247A52}"/>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C9600E53-CB00-9387-D7B1-C9EAACD36F47}"/>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84EC8631-52F2-9F9B-1940-2312E54367D8}"/>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8C3A5BE4-9EE2-2DE1-C43C-EB2A32897042}"/>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F706F375-174A-6C9D-C859-CD9B13AD1F62}"/>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DD4836AD-75C8-5E59-52BD-0213D46B7F32}"/>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63389444-9802-3779-4CD0-3E325626D4CF}"/>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DDA56AF8-B82C-9DB6-03AA-C128B82E02D3}"/>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CAD4754F-8C02-9C96-17F7-35651CE1BCCE}"/>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B6218385-8124-5F5D-028B-5A3019F2CEE9}"/>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6D006C1B-5E16-A3FA-58BC-1B6868BF4990}"/>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49EE81F5-B2E4-E175-6E49-62E85DA3403F}"/>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CE3CAE96-9157-54C5-B19D-AA3BF9E50328}"/>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EA628CCB-2090-156A-9BCD-21C37032259F}"/>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8D73239F-009E-8F0B-C88B-15F205E99D87}"/>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FC0C0983-151E-F7FE-A1F0-86CCF512AA78}"/>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E800796C-5DC8-A744-447C-91BE52D75230}"/>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EE865B4B-B676-59DB-F312-29CCE37BA3F1}"/>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100BB233-A9B8-D0A4-1594-8AA361633D9C}"/>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13286D92-A994-852D-9819-FC62F7686DC0}"/>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E868F7FF-EA56-ECE2-98D7-1D113EF3978D}"/>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69431FA3-CD80-E3E0-1A63-F0FE04E78324}"/>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FD6A9950-ECF4-2938-F47D-FA485BD38436}"/>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88FD6AE6-B402-F09C-CC51-1F2125BD6DEF}"/>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0855E75F-75C5-5F72-D2F8-69F508E56817}"/>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D66E4B3D-713B-BAE6-DF13-3F9B5AE08A8E}"/>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E5D831D6-269B-6806-38B5-53E0EF1BC5CB}"/>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E279B69F-5F15-C588-D831-305EDF54F020}"/>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795FEE1C-A5A9-3223-CF86-74852AC764F4}"/>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949E837A-91F3-18F7-65B3-ADD85D58C039}"/>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D834AFED-E0FA-7506-9114-A18A606B06D4}"/>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35531F21-51F7-F178-AF03-9C7F623F839B}"/>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4FD32890-039B-2ECA-824F-1FEFCE388656}"/>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5C48DE11-9916-84C6-DF4F-8283C01AF7DE}"/>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50D6E0A3-0E77-045B-4571-2F4C12EB3B3D}"/>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B48FCE70-A64E-F2CA-83DF-BFCE7F7D8AE6}"/>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56177EE7-EECC-E44D-8E4E-C98BD17CB206}"/>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4A992FAA-7C47-5C40-CE35-F1C81D5CBE41}"/>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2A45CB95-C511-E149-716A-189A0B15FDEE}"/>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6E5EF7F4-426B-8E4B-6C3A-E8B1EC36477A}"/>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D96B6016-FE28-A452-DF84-403A35FA68D4}"/>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25CE62F6-C212-E605-20A7-034415C5FA05}"/>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74460ACE-7586-C76A-74D0-7D9285F2EC6A}"/>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B07BAFBF-D2A2-3E3F-E08A-48402FC01AF7}"/>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681E1C91-8F9E-125A-D85C-AF2FE12B5056}"/>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6929FF40-9BD2-A7EA-8A89-DF7C6F514F8B}"/>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9C638DDD-1F65-BA4E-1C72-973C359BE066}"/>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A8FE4937-124B-07AE-A82F-39982C8F51A1}"/>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D34172C6-125D-079E-16AF-A716BE63C95F}"/>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CF70908E-7ABC-6C9D-E201-CB75CBCDD898}"/>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0987D243-E62F-FF9C-BE81-00927FB38F3D}"/>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0AF3EB72-53A1-EE30-3691-B8DCA0B03771}"/>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151A71FB-5028-FFE5-5707-98815EF7274C}"/>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5F4BCCDA-53FC-5125-D92A-37A4A1AF2C4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D99767C5-FB92-630F-237E-C0329F0B2C6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327D16A4-061F-561D-2FE8-A2F486BD52B0}"/>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EC676D65-C998-8BE4-CA9F-61F57C68325A}"/>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A3AEAB3A-7E35-1A62-E10B-B8CAA3297718}"/>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FDD5B17F-9709-0A2D-2CB4-0DAEE038D0F2}"/>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B72D0AA0-F92F-4230-17AA-9C1131C2DBCD}"/>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2A534DDA-5285-06CC-7790-E3AB593EC89C}"/>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93762793-A160-3E68-2BF4-D76958D789A3}"/>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3152BC01-C2C0-C599-A541-94D57A9F84DB}"/>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FA866274-F5AC-F281-066F-54EE98D6951A}"/>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B1F36346-B405-57A9-9937-9B95AD3B9A98}"/>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EB77E35F-4AA6-CE64-EE4A-34B15CE3D496}"/>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6CF3AC29-8085-5D99-EFC3-8EC8E53572A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E9824527-C642-2853-14CD-D49B4BD93BDF}"/>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602B905A-8577-A246-DF97-7AE7292F2FE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1379C155-45D4-7943-2360-CA73ECF4028F}"/>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D05D5D88-D280-EA14-DEE7-BD56391E8895}"/>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91FE7ED6-0278-B800-D65A-36BF31F3A85A}"/>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6F24F9FD-8320-D333-EE60-FA72834A00D9}"/>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B05F1F5B-F041-55F4-8D6D-4A8D4D93FE4A}"/>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C5ACEACA-B8B8-2370-0BC8-C0B00811C060}"/>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63E52579-DF28-8822-8DA4-A447DC8D3FFC}"/>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A323530A-58BE-E4C5-CEF0-8C01DB1EF0F2}"/>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10456582-483D-9412-BF9E-3BE01991C0BE}"/>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9E43D01A-5282-553E-59AF-08086207205F}"/>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A58D8782-1EAD-8D38-125D-C3EBA86911C9}"/>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5AA99275-6AB0-EC61-B76A-4A4F76A806FF}"/>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36CF546B-985F-2667-4A5A-1FAB44284B5F}"/>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DD974F3C-11FE-4E26-E101-6334DDB4EB3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5EF0D570-1482-0CCB-255D-33658EE7BD70}"/>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E050555D-D592-3A66-3A77-53C12711A0A4}"/>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BBC512E3-B0FD-83C9-EF1F-3FD65CC898D2}"/>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64310849-EFAE-C040-2D73-D7459A48F6A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DDA01E99-D95D-A13C-589B-A0500FFF7004}"/>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31CCE3A1-EBB7-5A17-93CF-9297382B28DB}"/>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7F40A924-C864-EAF8-1E7F-EDB5A556B665}"/>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E5E4C6F1-13F9-9B31-DD8D-DAE0AA089202}"/>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CFF837E8-4B32-C6A1-A0FF-067BEE603C8E}"/>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A7C33BC2-543E-D72A-A9F2-8F8E2C70737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BA073D35-C310-4910-F447-8D6FB146E5BC}"/>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7887C16C-143D-DC2B-3C55-B9A2EB91D125}"/>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D1505099-ED86-747F-51C9-E580D6D4109E}"/>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93DBB853-602B-E312-4B66-8754578544F6}"/>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7BEAD873-6040-AF60-639A-1FE411B45BD7}"/>
              </a:ext>
            </a:extLst>
          </p:cNvPr>
          <p:cNvSpPr>
            <a:spLocks noGrp="1"/>
          </p:cNvSpPr>
          <p:nvPr>
            <p:ph type="sldNum" sz="quarter" idx="10"/>
          </p:nvPr>
        </p:nvSpPr>
        <p:spPr/>
        <p:txBody>
          <a:bodyPr/>
          <a:lstStyle/>
          <a:p>
            <a:fld id="{FD066784-9D51-4624-A73B-AF851740F580}" type="slidenum">
              <a:rPr lang="en-US" smtClean="0"/>
              <a:pPr/>
              <a:t>52</a:t>
            </a:fld>
            <a:endParaRPr lang="en-US"/>
          </a:p>
        </p:txBody>
      </p:sp>
    </p:spTree>
    <p:extLst>
      <p:ext uri="{BB962C8B-B14F-4D97-AF65-F5344CB8AC3E}">
        <p14:creationId xmlns:p14="http://schemas.microsoft.com/office/powerpoint/2010/main" val="19341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273">
          <a:extLst>
            <a:ext uri="{FF2B5EF4-FFF2-40B4-BE49-F238E27FC236}">
              <a16:creationId xmlns:a16="http://schemas.microsoft.com/office/drawing/2014/main" id="{4F900BA6-7D84-A247-C9BF-1721DA4DA25D}"/>
            </a:ext>
          </a:extLst>
        </p:cNvPr>
        <p:cNvGrpSpPr/>
        <p:nvPr/>
      </p:nvGrpSpPr>
      <p:grpSpPr>
        <a:xfrm>
          <a:off x="0" y="0"/>
          <a:ext cx="0" cy="0"/>
          <a:chOff x="0" y="0"/>
          <a:chExt cx="0" cy="0"/>
        </a:xfrm>
      </p:grpSpPr>
      <p:sp>
        <p:nvSpPr>
          <p:cNvPr id="2274" name="Google Shape;2274;p36">
            <a:extLst>
              <a:ext uri="{FF2B5EF4-FFF2-40B4-BE49-F238E27FC236}">
                <a16:creationId xmlns:a16="http://schemas.microsoft.com/office/drawing/2014/main" id="{D5DDFB0C-F797-6AF2-30B9-9C98984CFEF0}"/>
              </a:ext>
            </a:extLst>
          </p:cNvPr>
          <p:cNvSpPr txBox="1">
            <a:spLocks noGrp="1"/>
          </p:cNvSpPr>
          <p:nvPr>
            <p:ph type="title"/>
          </p:nvPr>
        </p:nvSpPr>
        <p:spPr>
          <a:xfrm>
            <a:off x="720000" y="1400569"/>
            <a:ext cx="50676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noProof="0" dirty="0"/>
              <a:t>Anexos</a:t>
            </a:r>
          </a:p>
        </p:txBody>
      </p:sp>
      <p:sp>
        <p:nvSpPr>
          <p:cNvPr id="2276" name="Google Shape;2276;p36">
            <a:extLst>
              <a:ext uri="{FF2B5EF4-FFF2-40B4-BE49-F238E27FC236}">
                <a16:creationId xmlns:a16="http://schemas.microsoft.com/office/drawing/2014/main" id="{5CD9E6D8-E782-403A-C3A3-1B7C3D7F7614}"/>
              </a:ext>
            </a:extLst>
          </p:cNvPr>
          <p:cNvSpPr txBox="1">
            <a:spLocks noGrp="1"/>
          </p:cNvSpPr>
          <p:nvPr>
            <p:ph type="title" idx="2"/>
          </p:nvPr>
        </p:nvSpPr>
        <p:spPr>
          <a:xfrm>
            <a:off x="720000" y="832013"/>
            <a:ext cx="13242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09</a:t>
            </a:r>
          </a:p>
        </p:txBody>
      </p:sp>
      <p:grpSp>
        <p:nvGrpSpPr>
          <p:cNvPr id="2277" name="Google Shape;2277;p36">
            <a:extLst>
              <a:ext uri="{FF2B5EF4-FFF2-40B4-BE49-F238E27FC236}">
                <a16:creationId xmlns:a16="http://schemas.microsoft.com/office/drawing/2014/main" id="{C96EF254-F935-D437-8606-54DFEBD2A518}"/>
              </a:ext>
            </a:extLst>
          </p:cNvPr>
          <p:cNvGrpSpPr/>
          <p:nvPr/>
        </p:nvGrpSpPr>
        <p:grpSpPr>
          <a:xfrm>
            <a:off x="-125" y="1974925"/>
            <a:ext cx="9144167" cy="3244775"/>
            <a:chOff x="-125" y="1974925"/>
            <a:chExt cx="9144167" cy="3244775"/>
          </a:xfrm>
        </p:grpSpPr>
        <p:sp>
          <p:nvSpPr>
            <p:cNvPr id="2278" name="Google Shape;2278;p36">
              <a:extLst>
                <a:ext uri="{FF2B5EF4-FFF2-40B4-BE49-F238E27FC236}">
                  <a16:creationId xmlns:a16="http://schemas.microsoft.com/office/drawing/2014/main" id="{2698BAAC-6AC7-C282-CBA6-E33C0EAE121A}"/>
                </a:ext>
              </a:extLst>
            </p:cNvPr>
            <p:cNvSpPr/>
            <p:nvPr/>
          </p:nvSpPr>
          <p:spPr>
            <a:xfrm flipH="1">
              <a:off x="5459912" y="1974925"/>
              <a:ext cx="2773318" cy="2043521"/>
            </a:xfrm>
            <a:custGeom>
              <a:avLst/>
              <a:gdLst/>
              <a:ahLst/>
              <a:cxnLst/>
              <a:rect l="l" t="t" r="r" b="b"/>
              <a:pathLst>
                <a:path w="86829" h="63980" extrusionOk="0">
                  <a:moveTo>
                    <a:pt x="25318" y="0"/>
                  </a:moveTo>
                  <a:lnTo>
                    <a:pt x="0" y="26353"/>
                  </a:lnTo>
                  <a:lnTo>
                    <a:pt x="1234" y="63980"/>
                  </a:lnTo>
                  <a:lnTo>
                    <a:pt x="86829" y="63980"/>
                  </a:lnTo>
                  <a:lnTo>
                    <a:pt x="25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79" name="Google Shape;2279;p36">
              <a:extLst>
                <a:ext uri="{FF2B5EF4-FFF2-40B4-BE49-F238E27FC236}">
                  <a16:creationId xmlns:a16="http://schemas.microsoft.com/office/drawing/2014/main" id="{169FE33D-FFA9-3A67-5560-D65DF36D0CB4}"/>
                </a:ext>
              </a:extLst>
            </p:cNvPr>
            <p:cNvGrpSpPr/>
            <p:nvPr/>
          </p:nvGrpSpPr>
          <p:grpSpPr>
            <a:xfrm>
              <a:off x="6659788" y="3252040"/>
              <a:ext cx="275225" cy="539575"/>
              <a:chOff x="1386750" y="433250"/>
              <a:chExt cx="275225" cy="539575"/>
            </a:xfrm>
          </p:grpSpPr>
          <p:sp>
            <p:nvSpPr>
              <p:cNvPr id="2280" name="Google Shape;2280;p36">
                <a:extLst>
                  <a:ext uri="{FF2B5EF4-FFF2-40B4-BE49-F238E27FC236}">
                    <a16:creationId xmlns:a16="http://schemas.microsoft.com/office/drawing/2014/main" id="{6FD60B30-148F-1CBB-A77E-AEBA7C4099FA}"/>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1" name="Google Shape;2281;p36">
                <a:extLst>
                  <a:ext uri="{FF2B5EF4-FFF2-40B4-BE49-F238E27FC236}">
                    <a16:creationId xmlns:a16="http://schemas.microsoft.com/office/drawing/2014/main" id="{0511B76D-D0EA-5643-1B1B-A8C0D7F095F8}"/>
                  </a:ext>
                </a:extLst>
              </p:cNvPr>
              <p:cNvGrpSpPr/>
              <p:nvPr/>
            </p:nvGrpSpPr>
            <p:grpSpPr>
              <a:xfrm>
                <a:off x="1458450" y="546675"/>
                <a:ext cx="131800" cy="426150"/>
                <a:chOff x="1458450" y="546675"/>
                <a:chExt cx="131800" cy="426150"/>
              </a:xfrm>
            </p:grpSpPr>
            <p:sp>
              <p:nvSpPr>
                <p:cNvPr id="2282" name="Google Shape;2282;p36">
                  <a:extLst>
                    <a:ext uri="{FF2B5EF4-FFF2-40B4-BE49-F238E27FC236}">
                      <a16:creationId xmlns:a16="http://schemas.microsoft.com/office/drawing/2014/main" id="{FF89C41B-40DF-4BE7-3B26-B8668854AA54}"/>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3" name="Google Shape;2283;p36">
                  <a:extLst>
                    <a:ext uri="{FF2B5EF4-FFF2-40B4-BE49-F238E27FC236}">
                      <a16:creationId xmlns:a16="http://schemas.microsoft.com/office/drawing/2014/main" id="{01200B44-D3B5-B5B1-8B3F-860E8CC0360C}"/>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84" name="Google Shape;2284;p36">
                  <a:extLst>
                    <a:ext uri="{FF2B5EF4-FFF2-40B4-BE49-F238E27FC236}">
                      <a16:creationId xmlns:a16="http://schemas.microsoft.com/office/drawing/2014/main" id="{96E5AA25-8F66-6E6A-B29F-F67FD5FE20F6}"/>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285" name="Google Shape;2285;p36">
              <a:extLst>
                <a:ext uri="{FF2B5EF4-FFF2-40B4-BE49-F238E27FC236}">
                  <a16:creationId xmlns:a16="http://schemas.microsoft.com/office/drawing/2014/main" id="{C4046773-8A98-AD41-CC62-0477A80F98E2}"/>
                </a:ext>
              </a:extLst>
            </p:cNvPr>
            <p:cNvSpPr/>
            <p:nvPr/>
          </p:nvSpPr>
          <p:spPr>
            <a:xfrm>
              <a:off x="4560563" y="3778050"/>
              <a:ext cx="4572000" cy="192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6" name="Google Shape;2286;p36">
              <a:extLst>
                <a:ext uri="{FF2B5EF4-FFF2-40B4-BE49-F238E27FC236}">
                  <a16:creationId xmlns:a16="http://schemas.microsoft.com/office/drawing/2014/main" id="{80FA3FA9-4375-D5BB-B9D6-7EC121FE72F6}"/>
                </a:ext>
              </a:extLst>
            </p:cNvPr>
            <p:cNvGrpSpPr/>
            <p:nvPr/>
          </p:nvGrpSpPr>
          <p:grpSpPr>
            <a:xfrm>
              <a:off x="3536675" y="3092321"/>
              <a:ext cx="274400" cy="697175"/>
              <a:chOff x="4205325" y="3518568"/>
              <a:chExt cx="274400" cy="697175"/>
            </a:xfrm>
          </p:grpSpPr>
          <p:sp>
            <p:nvSpPr>
              <p:cNvPr id="2287" name="Google Shape;2287;p36">
                <a:extLst>
                  <a:ext uri="{FF2B5EF4-FFF2-40B4-BE49-F238E27FC236}">
                    <a16:creationId xmlns:a16="http://schemas.microsoft.com/office/drawing/2014/main" id="{9BD6F074-6C3E-A1C2-4E10-C286A849512C}"/>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88" name="Google Shape;2288;p36">
                <a:extLst>
                  <a:ext uri="{FF2B5EF4-FFF2-40B4-BE49-F238E27FC236}">
                    <a16:creationId xmlns:a16="http://schemas.microsoft.com/office/drawing/2014/main" id="{4F1D19D1-F104-F8BD-3B14-F90C2CA64C94}"/>
                  </a:ext>
                </a:extLst>
              </p:cNvPr>
              <p:cNvGrpSpPr/>
              <p:nvPr/>
            </p:nvGrpSpPr>
            <p:grpSpPr>
              <a:xfrm>
                <a:off x="4276225" y="3645318"/>
                <a:ext cx="131775" cy="570425"/>
                <a:chOff x="3901050" y="2424675"/>
                <a:chExt cx="131775" cy="570425"/>
              </a:xfrm>
            </p:grpSpPr>
            <p:sp>
              <p:nvSpPr>
                <p:cNvPr id="2289" name="Google Shape;2289;p36">
                  <a:extLst>
                    <a:ext uri="{FF2B5EF4-FFF2-40B4-BE49-F238E27FC236}">
                      <a16:creationId xmlns:a16="http://schemas.microsoft.com/office/drawing/2014/main" id="{23633167-B0A5-1B11-147B-A711F489EB62}"/>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0" name="Google Shape;2290;p36">
                  <a:extLst>
                    <a:ext uri="{FF2B5EF4-FFF2-40B4-BE49-F238E27FC236}">
                      <a16:creationId xmlns:a16="http://schemas.microsoft.com/office/drawing/2014/main" id="{CFC438A9-023C-3368-C246-0CF1E71A1ACF}"/>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1" name="Google Shape;2291;p36">
                  <a:extLst>
                    <a:ext uri="{FF2B5EF4-FFF2-40B4-BE49-F238E27FC236}">
                      <a16:creationId xmlns:a16="http://schemas.microsoft.com/office/drawing/2014/main" id="{C1913B58-8986-3612-FF2B-47331F7BCB8D}"/>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2" name="Google Shape;2292;p36">
              <a:extLst>
                <a:ext uri="{FF2B5EF4-FFF2-40B4-BE49-F238E27FC236}">
                  <a16:creationId xmlns:a16="http://schemas.microsoft.com/office/drawing/2014/main" id="{CECEF158-570F-5CE9-0DE3-C59320A2DF68}"/>
                </a:ext>
              </a:extLst>
            </p:cNvPr>
            <p:cNvGrpSpPr/>
            <p:nvPr/>
          </p:nvGrpSpPr>
          <p:grpSpPr>
            <a:xfrm>
              <a:off x="3861788" y="3252040"/>
              <a:ext cx="275225" cy="539575"/>
              <a:chOff x="1386750" y="433250"/>
              <a:chExt cx="275225" cy="539575"/>
            </a:xfrm>
          </p:grpSpPr>
          <p:sp>
            <p:nvSpPr>
              <p:cNvPr id="2293" name="Google Shape;2293;p36">
                <a:extLst>
                  <a:ext uri="{FF2B5EF4-FFF2-40B4-BE49-F238E27FC236}">
                    <a16:creationId xmlns:a16="http://schemas.microsoft.com/office/drawing/2014/main" id="{99FAC539-1098-6FFB-7876-661835D74E2C}"/>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294" name="Google Shape;2294;p36">
                <a:extLst>
                  <a:ext uri="{FF2B5EF4-FFF2-40B4-BE49-F238E27FC236}">
                    <a16:creationId xmlns:a16="http://schemas.microsoft.com/office/drawing/2014/main" id="{DD582F13-0322-D93B-AA4A-4F576B36BAFD}"/>
                  </a:ext>
                </a:extLst>
              </p:cNvPr>
              <p:cNvGrpSpPr/>
              <p:nvPr/>
            </p:nvGrpSpPr>
            <p:grpSpPr>
              <a:xfrm>
                <a:off x="1458450" y="546675"/>
                <a:ext cx="131800" cy="426150"/>
                <a:chOff x="1458450" y="546675"/>
                <a:chExt cx="131800" cy="426150"/>
              </a:xfrm>
            </p:grpSpPr>
            <p:sp>
              <p:nvSpPr>
                <p:cNvPr id="2295" name="Google Shape;2295;p36">
                  <a:extLst>
                    <a:ext uri="{FF2B5EF4-FFF2-40B4-BE49-F238E27FC236}">
                      <a16:creationId xmlns:a16="http://schemas.microsoft.com/office/drawing/2014/main" id="{A04B9ACA-4C3D-C752-266E-603318FAF6F5}"/>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6" name="Google Shape;2296;p36">
                  <a:extLst>
                    <a:ext uri="{FF2B5EF4-FFF2-40B4-BE49-F238E27FC236}">
                      <a16:creationId xmlns:a16="http://schemas.microsoft.com/office/drawing/2014/main" id="{F7841AF4-57D9-8A55-4848-D79F47D79F6C}"/>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297" name="Google Shape;2297;p36">
                  <a:extLst>
                    <a:ext uri="{FF2B5EF4-FFF2-40B4-BE49-F238E27FC236}">
                      <a16:creationId xmlns:a16="http://schemas.microsoft.com/office/drawing/2014/main" id="{58A3D693-0942-DD20-77EA-FA887D0885C8}"/>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298" name="Google Shape;2298;p36">
              <a:extLst>
                <a:ext uri="{FF2B5EF4-FFF2-40B4-BE49-F238E27FC236}">
                  <a16:creationId xmlns:a16="http://schemas.microsoft.com/office/drawing/2014/main" id="{7AA91A98-F62A-8B79-1DCE-2213D39BD6CC}"/>
                </a:ext>
              </a:extLst>
            </p:cNvPr>
            <p:cNvGrpSpPr/>
            <p:nvPr/>
          </p:nvGrpSpPr>
          <p:grpSpPr>
            <a:xfrm>
              <a:off x="120000" y="3093373"/>
              <a:ext cx="687200" cy="697175"/>
              <a:chOff x="974775" y="275650"/>
              <a:chExt cx="687200" cy="697175"/>
            </a:xfrm>
          </p:grpSpPr>
          <p:sp>
            <p:nvSpPr>
              <p:cNvPr id="2299" name="Google Shape;2299;p36">
                <a:extLst>
                  <a:ext uri="{FF2B5EF4-FFF2-40B4-BE49-F238E27FC236}">
                    <a16:creationId xmlns:a16="http://schemas.microsoft.com/office/drawing/2014/main" id="{56B53BB7-3E1D-F3E2-8B09-FF6AFF24E4DA}"/>
                  </a:ext>
                </a:extLst>
              </p:cNvPr>
              <p:cNvSpPr/>
              <p:nvPr/>
            </p:nvSpPr>
            <p:spPr>
              <a:xfrm>
                <a:off x="1195775" y="275650"/>
                <a:ext cx="275225" cy="549575"/>
              </a:xfrm>
              <a:custGeom>
                <a:avLst/>
                <a:gdLst/>
                <a:ahLst/>
                <a:cxnLst/>
                <a:rect l="l" t="t" r="r" b="b"/>
                <a:pathLst>
                  <a:path w="11009" h="21983" extrusionOk="0">
                    <a:moveTo>
                      <a:pt x="5504" y="0"/>
                    </a:moveTo>
                    <a:cubicBezTo>
                      <a:pt x="2469" y="0"/>
                      <a:pt x="0" y="2469"/>
                      <a:pt x="0" y="5504"/>
                    </a:cubicBezTo>
                    <a:lnTo>
                      <a:pt x="0" y="11008"/>
                    </a:lnTo>
                    <a:lnTo>
                      <a:pt x="0" y="16512"/>
                    </a:lnTo>
                    <a:cubicBezTo>
                      <a:pt x="0" y="19547"/>
                      <a:pt x="2469" y="21982"/>
                      <a:pt x="5504" y="21982"/>
                    </a:cubicBezTo>
                    <a:cubicBezTo>
                      <a:pt x="8540" y="21982"/>
                      <a:pt x="11008" y="19547"/>
                      <a:pt x="11008" y="16512"/>
                    </a:cubicBezTo>
                    <a:lnTo>
                      <a:pt x="11008" y="11008"/>
                    </a:lnTo>
                    <a:lnTo>
                      <a:pt x="11008" y="5504"/>
                    </a:lnTo>
                    <a:cubicBezTo>
                      <a:pt x="11008" y="2469"/>
                      <a:pt x="8540" y="0"/>
                      <a:pt x="5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0" name="Google Shape;2300;p36">
                <a:extLst>
                  <a:ext uri="{FF2B5EF4-FFF2-40B4-BE49-F238E27FC236}">
                    <a16:creationId xmlns:a16="http://schemas.microsoft.com/office/drawing/2014/main" id="{DF9965B6-FEDD-93C2-C765-02FA24AC0763}"/>
                  </a:ext>
                </a:extLst>
              </p:cNvPr>
              <p:cNvGrpSpPr/>
              <p:nvPr/>
            </p:nvGrpSpPr>
            <p:grpSpPr>
              <a:xfrm>
                <a:off x="1267500" y="402400"/>
                <a:ext cx="131775" cy="570425"/>
                <a:chOff x="1267500" y="402400"/>
                <a:chExt cx="131775" cy="570425"/>
              </a:xfrm>
            </p:grpSpPr>
            <p:sp>
              <p:nvSpPr>
                <p:cNvPr id="2301" name="Google Shape;2301;p36">
                  <a:extLst>
                    <a:ext uri="{FF2B5EF4-FFF2-40B4-BE49-F238E27FC236}">
                      <a16:creationId xmlns:a16="http://schemas.microsoft.com/office/drawing/2014/main" id="{FE9C3556-FBF5-838C-453C-0AA19E20CA68}"/>
                    </a:ext>
                  </a:extLst>
                </p:cNvPr>
                <p:cNvSpPr/>
                <p:nvPr/>
              </p:nvSpPr>
              <p:spPr>
                <a:xfrm>
                  <a:off x="1322525" y="402400"/>
                  <a:ext cx="20875" cy="570425"/>
                </a:xfrm>
                <a:custGeom>
                  <a:avLst/>
                  <a:gdLst/>
                  <a:ahLst/>
                  <a:cxnLst/>
                  <a:rect l="l" t="t" r="r" b="b"/>
                  <a:pathLst>
                    <a:path w="835" h="22817" extrusionOk="0">
                      <a:moveTo>
                        <a:pt x="434" y="0"/>
                      </a:moveTo>
                      <a:cubicBezTo>
                        <a:pt x="201" y="0"/>
                        <a:pt x="1" y="201"/>
                        <a:pt x="1" y="434"/>
                      </a:cubicBezTo>
                      <a:lnTo>
                        <a:pt x="1" y="22416"/>
                      </a:lnTo>
                      <a:cubicBezTo>
                        <a:pt x="1" y="22650"/>
                        <a:pt x="201" y="22817"/>
                        <a:pt x="434" y="22817"/>
                      </a:cubicBezTo>
                      <a:cubicBezTo>
                        <a:pt x="668" y="22817"/>
                        <a:pt x="835" y="22650"/>
                        <a:pt x="835" y="22416"/>
                      </a:cubicBezTo>
                      <a:lnTo>
                        <a:pt x="835" y="434"/>
                      </a:lnTo>
                      <a:cubicBezTo>
                        <a:pt x="835" y="201"/>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2" name="Google Shape;2302;p36">
                  <a:extLst>
                    <a:ext uri="{FF2B5EF4-FFF2-40B4-BE49-F238E27FC236}">
                      <a16:creationId xmlns:a16="http://schemas.microsoft.com/office/drawing/2014/main" id="{FD266E76-6D8B-6CA4-6AC2-B6A0ECE53067}"/>
                    </a:ext>
                  </a:extLst>
                </p:cNvPr>
                <p:cNvSpPr/>
                <p:nvPr/>
              </p:nvSpPr>
              <p:spPr>
                <a:xfrm>
                  <a:off x="1321700" y="486000"/>
                  <a:ext cx="77575" cy="74875"/>
                </a:xfrm>
                <a:custGeom>
                  <a:avLst/>
                  <a:gdLst/>
                  <a:ahLst/>
                  <a:cxnLst/>
                  <a:rect l="l" t="t" r="r" b="b"/>
                  <a:pathLst>
                    <a:path w="3103" h="2995" extrusionOk="0">
                      <a:moveTo>
                        <a:pt x="2636" y="0"/>
                      </a:moveTo>
                      <a:cubicBezTo>
                        <a:pt x="2527" y="0"/>
                        <a:pt x="2419" y="42"/>
                        <a:pt x="2335" y="126"/>
                      </a:cubicBezTo>
                      <a:lnTo>
                        <a:pt x="167" y="2294"/>
                      </a:lnTo>
                      <a:cubicBezTo>
                        <a:pt x="0" y="2461"/>
                        <a:pt x="0" y="2727"/>
                        <a:pt x="167" y="2894"/>
                      </a:cubicBezTo>
                      <a:cubicBezTo>
                        <a:pt x="234" y="2961"/>
                        <a:pt x="367" y="2994"/>
                        <a:pt x="467" y="2994"/>
                      </a:cubicBezTo>
                      <a:cubicBezTo>
                        <a:pt x="567" y="2994"/>
                        <a:pt x="668" y="2961"/>
                        <a:pt x="768" y="2894"/>
                      </a:cubicBezTo>
                      <a:lnTo>
                        <a:pt x="2936" y="693"/>
                      </a:lnTo>
                      <a:cubicBezTo>
                        <a:pt x="3103" y="526"/>
                        <a:pt x="3103" y="259"/>
                        <a:pt x="2936" y="126"/>
                      </a:cubicBezTo>
                      <a:cubicBezTo>
                        <a:pt x="2852"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3" name="Google Shape;2303;p36">
                  <a:extLst>
                    <a:ext uri="{FF2B5EF4-FFF2-40B4-BE49-F238E27FC236}">
                      <a16:creationId xmlns:a16="http://schemas.microsoft.com/office/drawing/2014/main" id="{A11FC456-D904-2998-1F86-B0FE716C4050}"/>
                    </a:ext>
                  </a:extLst>
                </p:cNvPr>
                <p:cNvSpPr/>
                <p:nvPr/>
              </p:nvSpPr>
              <p:spPr>
                <a:xfrm>
                  <a:off x="1267500" y="591075"/>
                  <a:ext cx="76750" cy="75700"/>
                </a:xfrm>
                <a:custGeom>
                  <a:avLst/>
                  <a:gdLst/>
                  <a:ahLst/>
                  <a:cxnLst/>
                  <a:rect l="l" t="t" r="r" b="b"/>
                  <a:pathLst>
                    <a:path w="3070" h="3028" extrusionOk="0">
                      <a:moveTo>
                        <a:pt x="434" y="0"/>
                      </a:moveTo>
                      <a:cubicBezTo>
                        <a:pt x="325" y="0"/>
                        <a:pt x="217" y="42"/>
                        <a:pt x="134" y="126"/>
                      </a:cubicBezTo>
                      <a:cubicBezTo>
                        <a:pt x="0" y="292"/>
                        <a:pt x="0" y="559"/>
                        <a:pt x="134" y="726"/>
                      </a:cubicBezTo>
                      <a:lnTo>
                        <a:pt x="2335" y="2894"/>
                      </a:lnTo>
                      <a:cubicBezTo>
                        <a:pt x="2402" y="2994"/>
                        <a:pt x="2535" y="3028"/>
                        <a:pt x="2635" y="3028"/>
                      </a:cubicBezTo>
                      <a:cubicBezTo>
                        <a:pt x="2735" y="3028"/>
                        <a:pt x="2836" y="2994"/>
                        <a:pt x="2936" y="2894"/>
                      </a:cubicBezTo>
                      <a:cubicBezTo>
                        <a:pt x="3069" y="2761"/>
                        <a:pt x="3069" y="2494"/>
                        <a:pt x="2936" y="2327"/>
                      </a:cubicBezTo>
                      <a:lnTo>
                        <a:pt x="734" y="126"/>
                      </a:lnTo>
                      <a:cubicBezTo>
                        <a:pt x="651" y="42"/>
                        <a:pt x="542"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4" name="Google Shape;2304;p36">
                <a:extLst>
                  <a:ext uri="{FF2B5EF4-FFF2-40B4-BE49-F238E27FC236}">
                    <a16:creationId xmlns:a16="http://schemas.microsoft.com/office/drawing/2014/main" id="{F3BDE0A7-556F-F1BF-21CD-3925C2F2C43B}"/>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05" name="Google Shape;2305;p36">
                <a:extLst>
                  <a:ext uri="{FF2B5EF4-FFF2-40B4-BE49-F238E27FC236}">
                    <a16:creationId xmlns:a16="http://schemas.microsoft.com/office/drawing/2014/main" id="{7FDB661B-8B28-A602-B02D-5BA09C89F99F}"/>
                  </a:ext>
                </a:extLst>
              </p:cNvPr>
              <p:cNvGrpSpPr/>
              <p:nvPr/>
            </p:nvGrpSpPr>
            <p:grpSpPr>
              <a:xfrm>
                <a:off x="1458450" y="546675"/>
                <a:ext cx="131800" cy="426150"/>
                <a:chOff x="1458450" y="546675"/>
                <a:chExt cx="131800" cy="426150"/>
              </a:xfrm>
            </p:grpSpPr>
            <p:sp>
              <p:nvSpPr>
                <p:cNvPr id="2306" name="Google Shape;2306;p36">
                  <a:extLst>
                    <a:ext uri="{FF2B5EF4-FFF2-40B4-BE49-F238E27FC236}">
                      <a16:creationId xmlns:a16="http://schemas.microsoft.com/office/drawing/2014/main" id="{14ABA283-5198-1EEE-5D0A-352D4D761698}"/>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7" name="Google Shape;2307;p36">
                  <a:extLst>
                    <a:ext uri="{FF2B5EF4-FFF2-40B4-BE49-F238E27FC236}">
                      <a16:creationId xmlns:a16="http://schemas.microsoft.com/office/drawing/2014/main" id="{FD8E41D4-BE0C-4898-78F5-721269BAB358}"/>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08" name="Google Shape;2308;p36">
                  <a:extLst>
                    <a:ext uri="{FF2B5EF4-FFF2-40B4-BE49-F238E27FC236}">
                      <a16:creationId xmlns:a16="http://schemas.microsoft.com/office/drawing/2014/main" id="{D3C68768-DA4F-DCDA-9EF5-0856E971131A}"/>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09" name="Google Shape;2309;p36">
                <a:extLst>
                  <a:ext uri="{FF2B5EF4-FFF2-40B4-BE49-F238E27FC236}">
                    <a16:creationId xmlns:a16="http://schemas.microsoft.com/office/drawing/2014/main" id="{5C7700AE-48D1-4530-E992-0B429BD4A4BC}"/>
                  </a:ext>
                </a:extLst>
              </p:cNvPr>
              <p:cNvSpPr/>
              <p:nvPr/>
            </p:nvSpPr>
            <p:spPr>
              <a:xfrm>
                <a:off x="974775" y="275650"/>
                <a:ext cx="274400" cy="549575"/>
              </a:xfrm>
              <a:custGeom>
                <a:avLst/>
                <a:gdLst/>
                <a:ahLst/>
                <a:cxnLst/>
                <a:rect l="l" t="t" r="r" b="b"/>
                <a:pathLst>
                  <a:path w="10976" h="21983" extrusionOk="0">
                    <a:moveTo>
                      <a:pt x="5505" y="0"/>
                    </a:moveTo>
                    <a:cubicBezTo>
                      <a:pt x="2469" y="0"/>
                      <a:pt x="1" y="2469"/>
                      <a:pt x="1" y="5504"/>
                    </a:cubicBezTo>
                    <a:lnTo>
                      <a:pt x="1" y="11008"/>
                    </a:lnTo>
                    <a:lnTo>
                      <a:pt x="1" y="16512"/>
                    </a:lnTo>
                    <a:cubicBezTo>
                      <a:pt x="1" y="19547"/>
                      <a:pt x="2469" y="21982"/>
                      <a:pt x="5505" y="21982"/>
                    </a:cubicBezTo>
                    <a:cubicBezTo>
                      <a:pt x="8540" y="21982"/>
                      <a:pt x="10975" y="19547"/>
                      <a:pt x="10975" y="16512"/>
                    </a:cubicBezTo>
                    <a:lnTo>
                      <a:pt x="10975" y="11008"/>
                    </a:lnTo>
                    <a:lnTo>
                      <a:pt x="10975" y="5504"/>
                    </a:lnTo>
                    <a:cubicBezTo>
                      <a:pt x="10975" y="2469"/>
                      <a:pt x="8540" y="0"/>
                      <a:pt x="5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10" name="Google Shape;2310;p36">
                <a:extLst>
                  <a:ext uri="{FF2B5EF4-FFF2-40B4-BE49-F238E27FC236}">
                    <a16:creationId xmlns:a16="http://schemas.microsoft.com/office/drawing/2014/main" id="{40CDDB89-5BA1-DB49-14EA-8B775E3E986D}"/>
                  </a:ext>
                </a:extLst>
              </p:cNvPr>
              <p:cNvGrpSpPr/>
              <p:nvPr/>
            </p:nvGrpSpPr>
            <p:grpSpPr>
              <a:xfrm>
                <a:off x="1045675" y="402400"/>
                <a:ext cx="132600" cy="570425"/>
                <a:chOff x="1045675" y="402400"/>
                <a:chExt cx="132600" cy="570425"/>
              </a:xfrm>
            </p:grpSpPr>
            <p:sp>
              <p:nvSpPr>
                <p:cNvPr id="2311" name="Google Shape;2311;p36">
                  <a:extLst>
                    <a:ext uri="{FF2B5EF4-FFF2-40B4-BE49-F238E27FC236}">
                      <a16:creationId xmlns:a16="http://schemas.microsoft.com/office/drawing/2014/main" id="{6B785345-134D-88B8-20CD-61400A6462C7}"/>
                    </a:ext>
                  </a:extLst>
                </p:cNvPr>
                <p:cNvSpPr/>
                <p:nvPr/>
              </p:nvSpPr>
              <p:spPr>
                <a:xfrm>
                  <a:off x="1101550" y="402400"/>
                  <a:ext cx="20875" cy="570425"/>
                </a:xfrm>
                <a:custGeom>
                  <a:avLst/>
                  <a:gdLst/>
                  <a:ahLst/>
                  <a:cxnLst/>
                  <a:rect l="l" t="t" r="r" b="b"/>
                  <a:pathLst>
                    <a:path w="835" h="22817" extrusionOk="0">
                      <a:moveTo>
                        <a:pt x="434" y="0"/>
                      </a:moveTo>
                      <a:cubicBezTo>
                        <a:pt x="200" y="0"/>
                        <a:pt x="0" y="201"/>
                        <a:pt x="0" y="434"/>
                      </a:cubicBezTo>
                      <a:lnTo>
                        <a:pt x="0" y="22416"/>
                      </a:lnTo>
                      <a:cubicBezTo>
                        <a:pt x="0" y="22650"/>
                        <a:pt x="200" y="22817"/>
                        <a:pt x="434" y="22817"/>
                      </a:cubicBezTo>
                      <a:cubicBezTo>
                        <a:pt x="634" y="22817"/>
                        <a:pt x="834" y="22650"/>
                        <a:pt x="834" y="22416"/>
                      </a:cubicBezTo>
                      <a:lnTo>
                        <a:pt x="834" y="434"/>
                      </a:lnTo>
                      <a:cubicBezTo>
                        <a:pt x="834" y="201"/>
                        <a:pt x="634"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2" name="Google Shape;2312;p36">
                  <a:extLst>
                    <a:ext uri="{FF2B5EF4-FFF2-40B4-BE49-F238E27FC236}">
                      <a16:creationId xmlns:a16="http://schemas.microsoft.com/office/drawing/2014/main" id="{1D4F9801-C45F-B9A6-2162-60429228FF4B}"/>
                    </a:ext>
                  </a:extLst>
                </p:cNvPr>
                <p:cNvSpPr/>
                <p:nvPr/>
              </p:nvSpPr>
              <p:spPr>
                <a:xfrm>
                  <a:off x="1100700" y="486000"/>
                  <a:ext cx="77575" cy="74875"/>
                </a:xfrm>
                <a:custGeom>
                  <a:avLst/>
                  <a:gdLst/>
                  <a:ahLst/>
                  <a:cxnLst/>
                  <a:rect l="l" t="t" r="r" b="b"/>
                  <a:pathLst>
                    <a:path w="3103" h="2995" extrusionOk="0">
                      <a:moveTo>
                        <a:pt x="2636" y="0"/>
                      </a:moveTo>
                      <a:cubicBezTo>
                        <a:pt x="2528" y="0"/>
                        <a:pt x="2419" y="42"/>
                        <a:pt x="2336" y="126"/>
                      </a:cubicBezTo>
                      <a:lnTo>
                        <a:pt x="168" y="2294"/>
                      </a:lnTo>
                      <a:cubicBezTo>
                        <a:pt x="1" y="2461"/>
                        <a:pt x="1" y="2727"/>
                        <a:pt x="168" y="2894"/>
                      </a:cubicBezTo>
                      <a:cubicBezTo>
                        <a:pt x="234" y="2961"/>
                        <a:pt x="334" y="2994"/>
                        <a:pt x="468" y="2994"/>
                      </a:cubicBezTo>
                      <a:cubicBezTo>
                        <a:pt x="568" y="2994"/>
                        <a:pt x="668" y="2961"/>
                        <a:pt x="735" y="2894"/>
                      </a:cubicBezTo>
                      <a:lnTo>
                        <a:pt x="2936" y="693"/>
                      </a:lnTo>
                      <a:cubicBezTo>
                        <a:pt x="3103" y="526"/>
                        <a:pt x="3103" y="259"/>
                        <a:pt x="2936" y="126"/>
                      </a:cubicBezTo>
                      <a:cubicBezTo>
                        <a:pt x="2853" y="42"/>
                        <a:pt x="2744" y="0"/>
                        <a:pt x="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3" name="Google Shape;2313;p36">
                  <a:extLst>
                    <a:ext uri="{FF2B5EF4-FFF2-40B4-BE49-F238E27FC236}">
                      <a16:creationId xmlns:a16="http://schemas.microsoft.com/office/drawing/2014/main" id="{18B14324-2CB9-05EC-DEE5-DBBFA6BDE326}"/>
                    </a:ext>
                  </a:extLst>
                </p:cNvPr>
                <p:cNvSpPr/>
                <p:nvPr/>
              </p:nvSpPr>
              <p:spPr>
                <a:xfrm>
                  <a:off x="1100700" y="650275"/>
                  <a:ext cx="77575" cy="75700"/>
                </a:xfrm>
                <a:custGeom>
                  <a:avLst/>
                  <a:gdLst/>
                  <a:ahLst/>
                  <a:cxnLst/>
                  <a:rect l="l" t="t" r="r" b="b"/>
                  <a:pathLst>
                    <a:path w="3103" h="3028" extrusionOk="0">
                      <a:moveTo>
                        <a:pt x="2636" y="1"/>
                      </a:moveTo>
                      <a:cubicBezTo>
                        <a:pt x="2528" y="1"/>
                        <a:pt x="2419" y="42"/>
                        <a:pt x="2336" y="126"/>
                      </a:cubicBezTo>
                      <a:lnTo>
                        <a:pt x="168" y="2294"/>
                      </a:lnTo>
                      <a:cubicBezTo>
                        <a:pt x="1" y="2461"/>
                        <a:pt x="1" y="2728"/>
                        <a:pt x="168" y="2895"/>
                      </a:cubicBezTo>
                      <a:cubicBezTo>
                        <a:pt x="234" y="2961"/>
                        <a:pt x="334" y="3028"/>
                        <a:pt x="468" y="3028"/>
                      </a:cubicBezTo>
                      <a:cubicBezTo>
                        <a:pt x="568" y="3028"/>
                        <a:pt x="668" y="2961"/>
                        <a:pt x="735" y="2895"/>
                      </a:cubicBezTo>
                      <a:lnTo>
                        <a:pt x="2936" y="726"/>
                      </a:lnTo>
                      <a:cubicBezTo>
                        <a:pt x="3103" y="560"/>
                        <a:pt x="3103" y="293"/>
                        <a:pt x="2936" y="126"/>
                      </a:cubicBezTo>
                      <a:cubicBezTo>
                        <a:pt x="2853" y="42"/>
                        <a:pt x="2744" y="1"/>
                        <a:pt x="2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4" name="Google Shape;2314;p36">
                  <a:extLst>
                    <a:ext uri="{FF2B5EF4-FFF2-40B4-BE49-F238E27FC236}">
                      <a16:creationId xmlns:a16="http://schemas.microsoft.com/office/drawing/2014/main" id="{7FF09D04-0FAC-773C-9DAC-0030797C82A0}"/>
                    </a:ext>
                  </a:extLst>
                </p:cNvPr>
                <p:cNvSpPr/>
                <p:nvPr/>
              </p:nvSpPr>
              <p:spPr>
                <a:xfrm>
                  <a:off x="1045675" y="553550"/>
                  <a:ext cx="77575" cy="74875"/>
                </a:xfrm>
                <a:custGeom>
                  <a:avLst/>
                  <a:gdLst/>
                  <a:ahLst/>
                  <a:cxnLst/>
                  <a:rect l="l" t="t" r="r" b="b"/>
                  <a:pathLst>
                    <a:path w="3103" h="2995" extrusionOk="0">
                      <a:moveTo>
                        <a:pt x="467" y="0"/>
                      </a:moveTo>
                      <a:cubicBezTo>
                        <a:pt x="359" y="0"/>
                        <a:pt x="250" y="42"/>
                        <a:pt x="167" y="125"/>
                      </a:cubicBezTo>
                      <a:cubicBezTo>
                        <a:pt x="0" y="292"/>
                        <a:pt x="0" y="526"/>
                        <a:pt x="167" y="693"/>
                      </a:cubicBezTo>
                      <a:lnTo>
                        <a:pt x="2369" y="2894"/>
                      </a:lnTo>
                      <a:cubicBezTo>
                        <a:pt x="2435" y="2961"/>
                        <a:pt x="2535" y="2994"/>
                        <a:pt x="2669" y="2994"/>
                      </a:cubicBezTo>
                      <a:cubicBezTo>
                        <a:pt x="2769" y="2994"/>
                        <a:pt x="2869" y="2961"/>
                        <a:pt x="2936" y="2894"/>
                      </a:cubicBezTo>
                      <a:cubicBezTo>
                        <a:pt x="3102" y="2727"/>
                        <a:pt x="3102" y="2460"/>
                        <a:pt x="2936" y="2294"/>
                      </a:cubicBezTo>
                      <a:lnTo>
                        <a:pt x="767" y="125"/>
                      </a:lnTo>
                      <a:cubicBezTo>
                        <a:pt x="684" y="42"/>
                        <a:pt x="576" y="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315" name="Google Shape;2315;p36">
              <a:extLst>
                <a:ext uri="{FF2B5EF4-FFF2-40B4-BE49-F238E27FC236}">
                  <a16:creationId xmlns:a16="http://schemas.microsoft.com/office/drawing/2014/main" id="{87925D42-963D-6000-C121-8A3F8E21C3DA}"/>
                </a:ext>
              </a:extLst>
            </p:cNvPr>
            <p:cNvGrpSpPr/>
            <p:nvPr/>
          </p:nvGrpSpPr>
          <p:grpSpPr>
            <a:xfrm>
              <a:off x="0" y="4162501"/>
              <a:ext cx="9144042" cy="342906"/>
              <a:chOff x="-12" y="127800"/>
              <a:chExt cx="9144042" cy="535205"/>
            </a:xfrm>
          </p:grpSpPr>
          <p:sp>
            <p:nvSpPr>
              <p:cNvPr id="2316" name="Google Shape;2316;p36">
                <a:extLst>
                  <a:ext uri="{FF2B5EF4-FFF2-40B4-BE49-F238E27FC236}">
                    <a16:creationId xmlns:a16="http://schemas.microsoft.com/office/drawing/2014/main" id="{90ABA56B-C990-AB46-6E76-A356B45C3C7D}"/>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7" name="Google Shape;2317;p36">
                <a:extLst>
                  <a:ext uri="{FF2B5EF4-FFF2-40B4-BE49-F238E27FC236}">
                    <a16:creationId xmlns:a16="http://schemas.microsoft.com/office/drawing/2014/main" id="{282465EE-F5B0-B2AF-C633-AC8C1B43CA59}"/>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8" name="Google Shape;2318;p36">
                <a:extLst>
                  <a:ext uri="{FF2B5EF4-FFF2-40B4-BE49-F238E27FC236}">
                    <a16:creationId xmlns:a16="http://schemas.microsoft.com/office/drawing/2014/main" id="{73085B9B-BF74-2E69-8279-C1DA14FA063A}"/>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19" name="Google Shape;2319;p36">
                <a:extLst>
                  <a:ext uri="{FF2B5EF4-FFF2-40B4-BE49-F238E27FC236}">
                    <a16:creationId xmlns:a16="http://schemas.microsoft.com/office/drawing/2014/main" id="{FB27881A-28F6-0FA2-E4DE-51B533488E5D}"/>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0" name="Google Shape;2320;p36">
                <a:extLst>
                  <a:ext uri="{FF2B5EF4-FFF2-40B4-BE49-F238E27FC236}">
                    <a16:creationId xmlns:a16="http://schemas.microsoft.com/office/drawing/2014/main" id="{FE54F1E7-2A52-5CB6-0E7D-7CFB172B011A}"/>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1" name="Google Shape;2321;p36">
                <a:extLst>
                  <a:ext uri="{FF2B5EF4-FFF2-40B4-BE49-F238E27FC236}">
                    <a16:creationId xmlns:a16="http://schemas.microsoft.com/office/drawing/2014/main" id="{72B7591D-9A28-44EA-9882-86F026A0AFC7}"/>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2" name="Google Shape;2322;p36">
                <a:extLst>
                  <a:ext uri="{FF2B5EF4-FFF2-40B4-BE49-F238E27FC236}">
                    <a16:creationId xmlns:a16="http://schemas.microsoft.com/office/drawing/2014/main" id="{44C0CDF3-CEE4-020A-4E05-1BF21FC54DA6}"/>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3" name="Google Shape;2323;p36">
                <a:extLst>
                  <a:ext uri="{FF2B5EF4-FFF2-40B4-BE49-F238E27FC236}">
                    <a16:creationId xmlns:a16="http://schemas.microsoft.com/office/drawing/2014/main" id="{1E8CE112-A371-B473-3C1D-DFFB95C83F25}"/>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4" name="Google Shape;2324;p36">
                <a:extLst>
                  <a:ext uri="{FF2B5EF4-FFF2-40B4-BE49-F238E27FC236}">
                    <a16:creationId xmlns:a16="http://schemas.microsoft.com/office/drawing/2014/main" id="{004D8AA4-D4A5-98CC-31D5-43D33F68A741}"/>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5" name="Google Shape;2325;p36">
                <a:extLst>
                  <a:ext uri="{FF2B5EF4-FFF2-40B4-BE49-F238E27FC236}">
                    <a16:creationId xmlns:a16="http://schemas.microsoft.com/office/drawing/2014/main" id="{D78E4589-83C0-8349-D5B6-1880EFB1AC2C}"/>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6" name="Google Shape;2326;p36">
                <a:extLst>
                  <a:ext uri="{FF2B5EF4-FFF2-40B4-BE49-F238E27FC236}">
                    <a16:creationId xmlns:a16="http://schemas.microsoft.com/office/drawing/2014/main" id="{47CEF0C2-B6A5-2AC3-54A2-645C362760DE}"/>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7" name="Google Shape;2327;p36">
                <a:extLst>
                  <a:ext uri="{FF2B5EF4-FFF2-40B4-BE49-F238E27FC236}">
                    <a16:creationId xmlns:a16="http://schemas.microsoft.com/office/drawing/2014/main" id="{B9DE6D8A-B19F-109B-2DC1-FD3091598311}"/>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8" name="Google Shape;2328;p36">
                <a:extLst>
                  <a:ext uri="{FF2B5EF4-FFF2-40B4-BE49-F238E27FC236}">
                    <a16:creationId xmlns:a16="http://schemas.microsoft.com/office/drawing/2014/main" id="{AF02E25E-E5B5-9ED8-3285-5380530905CE}"/>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29" name="Google Shape;2329;p36">
                <a:extLst>
                  <a:ext uri="{FF2B5EF4-FFF2-40B4-BE49-F238E27FC236}">
                    <a16:creationId xmlns:a16="http://schemas.microsoft.com/office/drawing/2014/main" id="{4A5E1138-EEA0-D03C-DB1E-C1AA62C89F7A}"/>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0" name="Google Shape;2330;p36">
                <a:extLst>
                  <a:ext uri="{FF2B5EF4-FFF2-40B4-BE49-F238E27FC236}">
                    <a16:creationId xmlns:a16="http://schemas.microsoft.com/office/drawing/2014/main" id="{879B4737-86E8-18F4-6F11-09B8A63E3CDB}"/>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1" name="Google Shape;2331;p36">
                <a:extLst>
                  <a:ext uri="{FF2B5EF4-FFF2-40B4-BE49-F238E27FC236}">
                    <a16:creationId xmlns:a16="http://schemas.microsoft.com/office/drawing/2014/main" id="{A49C580E-86B5-1BA5-8B76-EB29C8CDAD6F}"/>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2" name="Google Shape;2332;p36">
                <a:extLst>
                  <a:ext uri="{FF2B5EF4-FFF2-40B4-BE49-F238E27FC236}">
                    <a16:creationId xmlns:a16="http://schemas.microsoft.com/office/drawing/2014/main" id="{3C5AE4ED-B128-B1E5-03D9-0E5B0613F39D}"/>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3" name="Google Shape;2333;p36">
                <a:extLst>
                  <a:ext uri="{FF2B5EF4-FFF2-40B4-BE49-F238E27FC236}">
                    <a16:creationId xmlns:a16="http://schemas.microsoft.com/office/drawing/2014/main" id="{4448407D-0461-1FBB-424E-6F9228B47BC8}"/>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4" name="Google Shape;2334;p36">
                <a:extLst>
                  <a:ext uri="{FF2B5EF4-FFF2-40B4-BE49-F238E27FC236}">
                    <a16:creationId xmlns:a16="http://schemas.microsoft.com/office/drawing/2014/main" id="{C5F0D485-B3A3-5CE5-5384-1B771E394BD6}"/>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5" name="Google Shape;2335;p36">
                <a:extLst>
                  <a:ext uri="{FF2B5EF4-FFF2-40B4-BE49-F238E27FC236}">
                    <a16:creationId xmlns:a16="http://schemas.microsoft.com/office/drawing/2014/main" id="{83736FC6-AC32-45A8-E2E7-D46FB61ABF17}"/>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6" name="Google Shape;2336;p36">
                <a:extLst>
                  <a:ext uri="{FF2B5EF4-FFF2-40B4-BE49-F238E27FC236}">
                    <a16:creationId xmlns:a16="http://schemas.microsoft.com/office/drawing/2014/main" id="{F6C7BD98-469D-616F-FB05-7DB2095A3780}"/>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7" name="Google Shape;2337;p36">
                <a:extLst>
                  <a:ext uri="{FF2B5EF4-FFF2-40B4-BE49-F238E27FC236}">
                    <a16:creationId xmlns:a16="http://schemas.microsoft.com/office/drawing/2014/main" id="{29F78149-DD6A-B2E5-E180-C5FE6F1791D4}"/>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8" name="Google Shape;2338;p36">
                <a:extLst>
                  <a:ext uri="{FF2B5EF4-FFF2-40B4-BE49-F238E27FC236}">
                    <a16:creationId xmlns:a16="http://schemas.microsoft.com/office/drawing/2014/main" id="{66F0CC6B-DE7A-6CA6-8136-EFC1DD8B3F37}"/>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39" name="Google Shape;2339;p36">
                <a:extLst>
                  <a:ext uri="{FF2B5EF4-FFF2-40B4-BE49-F238E27FC236}">
                    <a16:creationId xmlns:a16="http://schemas.microsoft.com/office/drawing/2014/main" id="{5CE7AF52-3880-C62B-C3A2-51C45A912D3A}"/>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0" name="Google Shape;2340;p36">
                <a:extLst>
                  <a:ext uri="{FF2B5EF4-FFF2-40B4-BE49-F238E27FC236}">
                    <a16:creationId xmlns:a16="http://schemas.microsoft.com/office/drawing/2014/main" id="{C094CD7A-73B0-F6A1-BD01-D2D49243E091}"/>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1" name="Google Shape;2341;p36">
                <a:extLst>
                  <a:ext uri="{FF2B5EF4-FFF2-40B4-BE49-F238E27FC236}">
                    <a16:creationId xmlns:a16="http://schemas.microsoft.com/office/drawing/2014/main" id="{095DF736-D930-88BB-B89A-E0A7A2DCF3D8}"/>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2" name="Google Shape;2342;p36">
                <a:extLst>
                  <a:ext uri="{FF2B5EF4-FFF2-40B4-BE49-F238E27FC236}">
                    <a16:creationId xmlns:a16="http://schemas.microsoft.com/office/drawing/2014/main" id="{96F6947E-F833-0E83-4D35-D8CC13924C0D}"/>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3" name="Google Shape;2343;p36">
                <a:extLst>
                  <a:ext uri="{FF2B5EF4-FFF2-40B4-BE49-F238E27FC236}">
                    <a16:creationId xmlns:a16="http://schemas.microsoft.com/office/drawing/2014/main" id="{4BCEE7D6-7082-FFF8-5DA7-E3D787E3E872}"/>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4" name="Google Shape;2344;p36">
                <a:extLst>
                  <a:ext uri="{FF2B5EF4-FFF2-40B4-BE49-F238E27FC236}">
                    <a16:creationId xmlns:a16="http://schemas.microsoft.com/office/drawing/2014/main" id="{388AA34E-4B8F-086A-CBB1-655D18287473}"/>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5" name="Google Shape;2345;p36">
                <a:extLst>
                  <a:ext uri="{FF2B5EF4-FFF2-40B4-BE49-F238E27FC236}">
                    <a16:creationId xmlns:a16="http://schemas.microsoft.com/office/drawing/2014/main" id="{13344BCC-2D3A-459D-2773-FD2CB0271D87}"/>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6" name="Google Shape;2346;p36">
                <a:extLst>
                  <a:ext uri="{FF2B5EF4-FFF2-40B4-BE49-F238E27FC236}">
                    <a16:creationId xmlns:a16="http://schemas.microsoft.com/office/drawing/2014/main" id="{9B74D5C8-BBDC-0FD2-E50E-E4466E75F6E5}"/>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7" name="Google Shape;2347;p36">
                <a:extLst>
                  <a:ext uri="{FF2B5EF4-FFF2-40B4-BE49-F238E27FC236}">
                    <a16:creationId xmlns:a16="http://schemas.microsoft.com/office/drawing/2014/main" id="{9F10E102-98A3-DCB6-0926-F7565F0FACC9}"/>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8" name="Google Shape;2348;p36">
                <a:extLst>
                  <a:ext uri="{FF2B5EF4-FFF2-40B4-BE49-F238E27FC236}">
                    <a16:creationId xmlns:a16="http://schemas.microsoft.com/office/drawing/2014/main" id="{7C89F238-2B00-9532-0631-8421F8FCC4DD}"/>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49" name="Google Shape;2349;p36">
                <a:extLst>
                  <a:ext uri="{FF2B5EF4-FFF2-40B4-BE49-F238E27FC236}">
                    <a16:creationId xmlns:a16="http://schemas.microsoft.com/office/drawing/2014/main" id="{88F3ACA1-428E-6780-BCF9-1946AECF22C1}"/>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0" name="Google Shape;2350;p36">
                <a:extLst>
                  <a:ext uri="{FF2B5EF4-FFF2-40B4-BE49-F238E27FC236}">
                    <a16:creationId xmlns:a16="http://schemas.microsoft.com/office/drawing/2014/main" id="{C1DE8DE3-7917-DDD0-E1D4-08B12966094C}"/>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1" name="Google Shape;2351;p36">
                <a:extLst>
                  <a:ext uri="{FF2B5EF4-FFF2-40B4-BE49-F238E27FC236}">
                    <a16:creationId xmlns:a16="http://schemas.microsoft.com/office/drawing/2014/main" id="{7D64A550-3FCE-87D9-3003-94E8CF3F4960}"/>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2" name="Google Shape;2352;p36">
                <a:extLst>
                  <a:ext uri="{FF2B5EF4-FFF2-40B4-BE49-F238E27FC236}">
                    <a16:creationId xmlns:a16="http://schemas.microsoft.com/office/drawing/2014/main" id="{BCD014AD-9497-2FBD-3DB9-0A5BD3268364}"/>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3" name="Google Shape;2353;p36">
                <a:extLst>
                  <a:ext uri="{FF2B5EF4-FFF2-40B4-BE49-F238E27FC236}">
                    <a16:creationId xmlns:a16="http://schemas.microsoft.com/office/drawing/2014/main" id="{E2120B47-D466-284E-8E29-95D04D277D1C}"/>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4" name="Google Shape;2354;p36">
                <a:extLst>
                  <a:ext uri="{FF2B5EF4-FFF2-40B4-BE49-F238E27FC236}">
                    <a16:creationId xmlns:a16="http://schemas.microsoft.com/office/drawing/2014/main" id="{CAEF0677-D252-3A27-96B5-60F2160A5D36}"/>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5" name="Google Shape;2355;p36">
                <a:extLst>
                  <a:ext uri="{FF2B5EF4-FFF2-40B4-BE49-F238E27FC236}">
                    <a16:creationId xmlns:a16="http://schemas.microsoft.com/office/drawing/2014/main" id="{DB89436F-475E-B0F8-1A1B-76CBF3DB8550}"/>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356" name="Google Shape;2356;p36">
              <a:extLst>
                <a:ext uri="{FF2B5EF4-FFF2-40B4-BE49-F238E27FC236}">
                  <a16:creationId xmlns:a16="http://schemas.microsoft.com/office/drawing/2014/main" id="{FB0FEFE9-B0D3-4140-72FB-E7D3BFB5CE6A}"/>
                </a:ext>
              </a:extLst>
            </p:cNvPr>
            <p:cNvSpPr/>
            <p:nvPr/>
          </p:nvSpPr>
          <p:spPr>
            <a:xfrm>
              <a:off x="-125" y="3778050"/>
              <a:ext cx="4572000" cy="19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7" name="Google Shape;2357;p36">
              <a:extLst>
                <a:ext uri="{FF2B5EF4-FFF2-40B4-BE49-F238E27FC236}">
                  <a16:creationId xmlns:a16="http://schemas.microsoft.com/office/drawing/2014/main" id="{15A7EA29-A7BA-C6DA-FD3B-22B5DFDA5ECD}"/>
                </a:ext>
              </a:extLst>
            </p:cNvPr>
            <p:cNvSpPr/>
            <p:nvPr/>
          </p:nvSpPr>
          <p:spPr>
            <a:xfrm>
              <a:off x="0" y="3970200"/>
              <a:ext cx="9144000" cy="255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58" name="Google Shape;2358;p36">
              <a:extLst>
                <a:ext uri="{FF2B5EF4-FFF2-40B4-BE49-F238E27FC236}">
                  <a16:creationId xmlns:a16="http://schemas.microsoft.com/office/drawing/2014/main" id="{065FBE00-9E34-30F0-877D-D6D18A834380}"/>
                </a:ext>
              </a:extLst>
            </p:cNvPr>
            <p:cNvSpPr/>
            <p:nvPr/>
          </p:nvSpPr>
          <p:spPr>
            <a:xfrm flipH="1">
              <a:off x="6411150" y="2461674"/>
              <a:ext cx="2732850" cy="2043521"/>
            </a:xfrm>
            <a:custGeom>
              <a:avLst/>
              <a:gdLst/>
              <a:ahLst/>
              <a:cxnLst/>
              <a:rect l="l" t="t" r="r" b="b"/>
              <a:pathLst>
                <a:path w="85562" h="63980" extrusionOk="0">
                  <a:moveTo>
                    <a:pt x="24051" y="0"/>
                  </a:moveTo>
                  <a:lnTo>
                    <a:pt x="0" y="25018"/>
                  </a:lnTo>
                  <a:lnTo>
                    <a:pt x="0" y="63980"/>
                  </a:lnTo>
                  <a:lnTo>
                    <a:pt x="85561" y="63980"/>
                  </a:lnTo>
                  <a:lnTo>
                    <a:pt x="240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359" name="Google Shape;2359;p36">
              <a:extLst>
                <a:ext uri="{FF2B5EF4-FFF2-40B4-BE49-F238E27FC236}">
                  <a16:creationId xmlns:a16="http://schemas.microsoft.com/office/drawing/2014/main" id="{672B8B51-45C7-EA7D-68DC-81DEFEC2E4D2}"/>
                </a:ext>
              </a:extLst>
            </p:cNvPr>
            <p:cNvGrpSpPr/>
            <p:nvPr/>
          </p:nvGrpSpPr>
          <p:grpSpPr>
            <a:xfrm>
              <a:off x="6927238" y="3295225"/>
              <a:ext cx="388650" cy="1075800"/>
              <a:chOff x="8604725" y="1802350"/>
              <a:chExt cx="388650" cy="1075800"/>
            </a:xfrm>
          </p:grpSpPr>
          <p:sp>
            <p:nvSpPr>
              <p:cNvPr id="2360" name="Google Shape;2360;p36">
                <a:extLst>
                  <a:ext uri="{FF2B5EF4-FFF2-40B4-BE49-F238E27FC236}">
                    <a16:creationId xmlns:a16="http://schemas.microsoft.com/office/drawing/2014/main" id="{5EEFA02F-99C1-AAF8-7D22-C1DD4BDD0DB6}"/>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1" name="Google Shape;2361;p36">
                <a:extLst>
                  <a:ext uri="{FF2B5EF4-FFF2-40B4-BE49-F238E27FC236}">
                    <a16:creationId xmlns:a16="http://schemas.microsoft.com/office/drawing/2014/main" id="{EA81269D-041A-DEF6-DDDF-7A8314D6A31F}"/>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2" name="Google Shape;2362;p36">
                <a:extLst>
                  <a:ext uri="{FF2B5EF4-FFF2-40B4-BE49-F238E27FC236}">
                    <a16:creationId xmlns:a16="http://schemas.microsoft.com/office/drawing/2014/main" id="{9050B615-8FFE-CAD5-379E-A59A4868F54C}"/>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3" name="Google Shape;2363;p36">
                <a:extLst>
                  <a:ext uri="{FF2B5EF4-FFF2-40B4-BE49-F238E27FC236}">
                    <a16:creationId xmlns:a16="http://schemas.microsoft.com/office/drawing/2014/main" id="{EFA3787E-7B04-EDC0-C1EF-2D04C2B7B06F}"/>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4" name="Google Shape;2364;p36">
                <a:extLst>
                  <a:ext uri="{FF2B5EF4-FFF2-40B4-BE49-F238E27FC236}">
                    <a16:creationId xmlns:a16="http://schemas.microsoft.com/office/drawing/2014/main" id="{0299100C-A9A9-3A3D-8EF6-BB44EF86C53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5" name="Google Shape;2365;p36">
                <a:extLst>
                  <a:ext uri="{FF2B5EF4-FFF2-40B4-BE49-F238E27FC236}">
                    <a16:creationId xmlns:a16="http://schemas.microsoft.com/office/drawing/2014/main" id="{F879776B-6CF6-4A9E-2817-889DAD9A330C}"/>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6" name="Google Shape;2366;p36">
                <a:extLst>
                  <a:ext uri="{FF2B5EF4-FFF2-40B4-BE49-F238E27FC236}">
                    <a16:creationId xmlns:a16="http://schemas.microsoft.com/office/drawing/2014/main" id="{DB14574E-F60A-05F8-3D83-878B49D56D8A}"/>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67" name="Google Shape;2367;p36">
                <a:extLst>
                  <a:ext uri="{FF2B5EF4-FFF2-40B4-BE49-F238E27FC236}">
                    <a16:creationId xmlns:a16="http://schemas.microsoft.com/office/drawing/2014/main" id="{B0D186AF-C844-BA4F-B1A1-EAFE074CAD2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68" name="Google Shape;2368;p36">
              <a:extLst>
                <a:ext uri="{FF2B5EF4-FFF2-40B4-BE49-F238E27FC236}">
                  <a16:creationId xmlns:a16="http://schemas.microsoft.com/office/drawing/2014/main" id="{BA52C77C-CB9F-0F4D-9E26-7BECFBD0E782}"/>
                </a:ext>
              </a:extLst>
            </p:cNvPr>
            <p:cNvGrpSpPr/>
            <p:nvPr/>
          </p:nvGrpSpPr>
          <p:grpSpPr>
            <a:xfrm>
              <a:off x="4562125" y="4113525"/>
              <a:ext cx="306075" cy="248525"/>
              <a:chOff x="3769250" y="3246050"/>
              <a:chExt cx="306075" cy="248525"/>
            </a:xfrm>
          </p:grpSpPr>
          <p:sp>
            <p:nvSpPr>
              <p:cNvPr id="2369" name="Google Shape;2369;p36">
                <a:extLst>
                  <a:ext uri="{FF2B5EF4-FFF2-40B4-BE49-F238E27FC236}">
                    <a16:creationId xmlns:a16="http://schemas.microsoft.com/office/drawing/2014/main" id="{6EAE3310-AC65-4D18-0793-3A8E1F64A9BE}"/>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0" name="Google Shape;2370;p36">
                <a:extLst>
                  <a:ext uri="{FF2B5EF4-FFF2-40B4-BE49-F238E27FC236}">
                    <a16:creationId xmlns:a16="http://schemas.microsoft.com/office/drawing/2014/main" id="{D91CECF3-CFA5-E7F6-4F22-BD6819CC147D}"/>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1" name="Google Shape;2371;p36">
                <a:extLst>
                  <a:ext uri="{FF2B5EF4-FFF2-40B4-BE49-F238E27FC236}">
                    <a16:creationId xmlns:a16="http://schemas.microsoft.com/office/drawing/2014/main" id="{F6EB7122-71C6-C195-1BA7-91BA25ED24D1}"/>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2" name="Google Shape;2372;p36">
                <a:extLst>
                  <a:ext uri="{FF2B5EF4-FFF2-40B4-BE49-F238E27FC236}">
                    <a16:creationId xmlns:a16="http://schemas.microsoft.com/office/drawing/2014/main" id="{EB1C33A1-07AF-6906-2B76-AA0254C0C8E0}"/>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73" name="Google Shape;2373;p36">
              <a:extLst>
                <a:ext uri="{FF2B5EF4-FFF2-40B4-BE49-F238E27FC236}">
                  <a16:creationId xmlns:a16="http://schemas.microsoft.com/office/drawing/2014/main" id="{40EBB923-1151-3EA6-DA67-F25598F44C73}"/>
                </a:ext>
              </a:extLst>
            </p:cNvPr>
            <p:cNvGrpSpPr/>
            <p:nvPr/>
          </p:nvGrpSpPr>
          <p:grpSpPr>
            <a:xfrm>
              <a:off x="7485763" y="3447625"/>
              <a:ext cx="388650" cy="1075800"/>
              <a:chOff x="8604725" y="1802350"/>
              <a:chExt cx="388650" cy="1075800"/>
            </a:xfrm>
          </p:grpSpPr>
          <p:sp>
            <p:nvSpPr>
              <p:cNvPr id="2374" name="Google Shape;2374;p36">
                <a:extLst>
                  <a:ext uri="{FF2B5EF4-FFF2-40B4-BE49-F238E27FC236}">
                    <a16:creationId xmlns:a16="http://schemas.microsoft.com/office/drawing/2014/main" id="{ACBFEFE2-2CC5-7BB4-4563-CC417A1CDD13}"/>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5" name="Google Shape;2375;p36">
                <a:extLst>
                  <a:ext uri="{FF2B5EF4-FFF2-40B4-BE49-F238E27FC236}">
                    <a16:creationId xmlns:a16="http://schemas.microsoft.com/office/drawing/2014/main" id="{08A35014-B10C-807B-BBD4-E8F862755489}"/>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6" name="Google Shape;2376;p36">
                <a:extLst>
                  <a:ext uri="{FF2B5EF4-FFF2-40B4-BE49-F238E27FC236}">
                    <a16:creationId xmlns:a16="http://schemas.microsoft.com/office/drawing/2014/main" id="{0388E193-B112-6B71-7B60-C882B9A2C620}"/>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7" name="Google Shape;2377;p36">
                <a:extLst>
                  <a:ext uri="{FF2B5EF4-FFF2-40B4-BE49-F238E27FC236}">
                    <a16:creationId xmlns:a16="http://schemas.microsoft.com/office/drawing/2014/main" id="{21BF79C1-2CD9-8C44-BC77-E2F093B2F2BD}"/>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8" name="Google Shape;2378;p36">
                <a:extLst>
                  <a:ext uri="{FF2B5EF4-FFF2-40B4-BE49-F238E27FC236}">
                    <a16:creationId xmlns:a16="http://schemas.microsoft.com/office/drawing/2014/main" id="{0EDCBEE5-7B41-B13B-1FDE-9E1E74B4901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79" name="Google Shape;2379;p36">
                <a:extLst>
                  <a:ext uri="{FF2B5EF4-FFF2-40B4-BE49-F238E27FC236}">
                    <a16:creationId xmlns:a16="http://schemas.microsoft.com/office/drawing/2014/main" id="{66646E9A-DF20-EF55-EF16-B37FA2917C61}"/>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0" name="Google Shape;2380;p36">
                <a:extLst>
                  <a:ext uri="{FF2B5EF4-FFF2-40B4-BE49-F238E27FC236}">
                    <a16:creationId xmlns:a16="http://schemas.microsoft.com/office/drawing/2014/main" id="{7D6F26AF-4D05-A008-9014-F76193783A03}"/>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1" name="Google Shape;2381;p36">
                <a:extLst>
                  <a:ext uri="{FF2B5EF4-FFF2-40B4-BE49-F238E27FC236}">
                    <a16:creationId xmlns:a16="http://schemas.microsoft.com/office/drawing/2014/main" id="{342A47FE-5407-A887-1C48-750AF70CB83B}"/>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82" name="Google Shape;2382;p36">
              <a:extLst>
                <a:ext uri="{FF2B5EF4-FFF2-40B4-BE49-F238E27FC236}">
                  <a16:creationId xmlns:a16="http://schemas.microsoft.com/office/drawing/2014/main" id="{B978B9FA-69FF-3E1F-F4B7-60E13E6DBCEB}"/>
                </a:ext>
              </a:extLst>
            </p:cNvPr>
            <p:cNvGrpSpPr/>
            <p:nvPr/>
          </p:nvGrpSpPr>
          <p:grpSpPr>
            <a:xfrm>
              <a:off x="8044288" y="3295225"/>
              <a:ext cx="388650" cy="1075800"/>
              <a:chOff x="8604725" y="1802350"/>
              <a:chExt cx="388650" cy="1075800"/>
            </a:xfrm>
          </p:grpSpPr>
          <p:sp>
            <p:nvSpPr>
              <p:cNvPr id="2383" name="Google Shape;2383;p36">
                <a:extLst>
                  <a:ext uri="{FF2B5EF4-FFF2-40B4-BE49-F238E27FC236}">
                    <a16:creationId xmlns:a16="http://schemas.microsoft.com/office/drawing/2014/main" id="{7340FE15-62B7-E2D5-359D-4FFE1C52218A}"/>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4" name="Google Shape;2384;p36">
                <a:extLst>
                  <a:ext uri="{FF2B5EF4-FFF2-40B4-BE49-F238E27FC236}">
                    <a16:creationId xmlns:a16="http://schemas.microsoft.com/office/drawing/2014/main" id="{D6117DCB-B4BF-5262-A06C-F9C2A0B9AB24}"/>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5" name="Google Shape;2385;p36">
                <a:extLst>
                  <a:ext uri="{FF2B5EF4-FFF2-40B4-BE49-F238E27FC236}">
                    <a16:creationId xmlns:a16="http://schemas.microsoft.com/office/drawing/2014/main" id="{CAA0F8B0-F0ED-AC2E-2936-842F04529D99}"/>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6" name="Google Shape;2386;p36">
                <a:extLst>
                  <a:ext uri="{FF2B5EF4-FFF2-40B4-BE49-F238E27FC236}">
                    <a16:creationId xmlns:a16="http://schemas.microsoft.com/office/drawing/2014/main" id="{E79EEF3C-A0EC-A257-127B-D49A212128F8}"/>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7" name="Google Shape;2387;p36">
                <a:extLst>
                  <a:ext uri="{FF2B5EF4-FFF2-40B4-BE49-F238E27FC236}">
                    <a16:creationId xmlns:a16="http://schemas.microsoft.com/office/drawing/2014/main" id="{BA130036-E785-0300-1913-5FB837A4C3D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8" name="Google Shape;2388;p36">
                <a:extLst>
                  <a:ext uri="{FF2B5EF4-FFF2-40B4-BE49-F238E27FC236}">
                    <a16:creationId xmlns:a16="http://schemas.microsoft.com/office/drawing/2014/main" id="{4375F86C-DBAB-54CD-AFCE-B4E4CAE94EF7}"/>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89" name="Google Shape;2389;p36">
                <a:extLst>
                  <a:ext uri="{FF2B5EF4-FFF2-40B4-BE49-F238E27FC236}">
                    <a16:creationId xmlns:a16="http://schemas.microsoft.com/office/drawing/2014/main" id="{2CD30974-0871-4DB6-A6BE-11378C6FB087}"/>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0" name="Google Shape;2390;p36">
                <a:extLst>
                  <a:ext uri="{FF2B5EF4-FFF2-40B4-BE49-F238E27FC236}">
                    <a16:creationId xmlns:a16="http://schemas.microsoft.com/office/drawing/2014/main" id="{D1DCE7B9-5030-B5DC-FB1B-009273020E63}"/>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391" name="Google Shape;2391;p36">
              <a:extLst>
                <a:ext uri="{FF2B5EF4-FFF2-40B4-BE49-F238E27FC236}">
                  <a16:creationId xmlns:a16="http://schemas.microsoft.com/office/drawing/2014/main" id="{DE2EC9B0-D38C-5D37-3E9D-17C5D16CD02C}"/>
                </a:ext>
              </a:extLst>
            </p:cNvPr>
            <p:cNvGrpSpPr/>
            <p:nvPr/>
          </p:nvGrpSpPr>
          <p:grpSpPr>
            <a:xfrm>
              <a:off x="8602813" y="3447625"/>
              <a:ext cx="388650" cy="1075800"/>
              <a:chOff x="8604725" y="1802350"/>
              <a:chExt cx="388650" cy="1075800"/>
            </a:xfrm>
          </p:grpSpPr>
          <p:sp>
            <p:nvSpPr>
              <p:cNvPr id="2392" name="Google Shape;2392;p36">
                <a:extLst>
                  <a:ext uri="{FF2B5EF4-FFF2-40B4-BE49-F238E27FC236}">
                    <a16:creationId xmlns:a16="http://schemas.microsoft.com/office/drawing/2014/main" id="{D136DC0B-3551-8D7B-71DE-E28F313C9825}"/>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3" name="Google Shape;2393;p36">
                <a:extLst>
                  <a:ext uri="{FF2B5EF4-FFF2-40B4-BE49-F238E27FC236}">
                    <a16:creationId xmlns:a16="http://schemas.microsoft.com/office/drawing/2014/main" id="{02D7B6B1-9686-97D9-5675-83B5E8CE4894}"/>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4" name="Google Shape;2394;p36">
                <a:extLst>
                  <a:ext uri="{FF2B5EF4-FFF2-40B4-BE49-F238E27FC236}">
                    <a16:creationId xmlns:a16="http://schemas.microsoft.com/office/drawing/2014/main" id="{059CFC3A-AF15-9F5D-AFCA-A9C30F6224E6}"/>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5" name="Google Shape;2395;p36">
                <a:extLst>
                  <a:ext uri="{FF2B5EF4-FFF2-40B4-BE49-F238E27FC236}">
                    <a16:creationId xmlns:a16="http://schemas.microsoft.com/office/drawing/2014/main" id="{332DAE1F-34D6-9183-9C93-0E5814C65A26}"/>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6" name="Google Shape;2396;p36">
                <a:extLst>
                  <a:ext uri="{FF2B5EF4-FFF2-40B4-BE49-F238E27FC236}">
                    <a16:creationId xmlns:a16="http://schemas.microsoft.com/office/drawing/2014/main" id="{375A3871-E46F-FF8A-2DA6-73C0188D1595}"/>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7" name="Google Shape;2397;p36">
                <a:extLst>
                  <a:ext uri="{FF2B5EF4-FFF2-40B4-BE49-F238E27FC236}">
                    <a16:creationId xmlns:a16="http://schemas.microsoft.com/office/drawing/2014/main" id="{64EBB8A7-4754-D19F-BCEA-19CF0439DFD7}"/>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8" name="Google Shape;2398;p36">
                <a:extLst>
                  <a:ext uri="{FF2B5EF4-FFF2-40B4-BE49-F238E27FC236}">
                    <a16:creationId xmlns:a16="http://schemas.microsoft.com/office/drawing/2014/main" id="{59B152F2-F4D7-2451-44A3-0F0F155DF4F9}"/>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399" name="Google Shape;2399;p36">
                <a:extLst>
                  <a:ext uri="{FF2B5EF4-FFF2-40B4-BE49-F238E27FC236}">
                    <a16:creationId xmlns:a16="http://schemas.microsoft.com/office/drawing/2014/main" id="{0FDE853A-FCA7-65B2-D76A-5C78A78EEA7C}"/>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00" name="Google Shape;2400;p36">
              <a:extLst>
                <a:ext uri="{FF2B5EF4-FFF2-40B4-BE49-F238E27FC236}">
                  <a16:creationId xmlns:a16="http://schemas.microsoft.com/office/drawing/2014/main" id="{B4308226-12C6-5BD0-F080-4BA0A5407D57}"/>
                </a:ext>
              </a:extLst>
            </p:cNvPr>
            <p:cNvSpPr/>
            <p:nvPr/>
          </p:nvSpPr>
          <p:spPr>
            <a:xfrm>
              <a:off x="0" y="4371025"/>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01" name="Google Shape;2401;p36">
              <a:extLst>
                <a:ext uri="{FF2B5EF4-FFF2-40B4-BE49-F238E27FC236}">
                  <a16:creationId xmlns:a16="http://schemas.microsoft.com/office/drawing/2014/main" id="{AB87A670-7180-D0A4-34B8-A05F9DECDC1E}"/>
                </a:ext>
              </a:extLst>
            </p:cNvPr>
            <p:cNvGrpSpPr/>
            <p:nvPr/>
          </p:nvGrpSpPr>
          <p:grpSpPr>
            <a:xfrm>
              <a:off x="5020625" y="4113525"/>
              <a:ext cx="306075" cy="248525"/>
              <a:chOff x="3769250" y="3246050"/>
              <a:chExt cx="306075" cy="248525"/>
            </a:xfrm>
          </p:grpSpPr>
          <p:sp>
            <p:nvSpPr>
              <p:cNvPr id="2402" name="Google Shape;2402;p36">
                <a:extLst>
                  <a:ext uri="{FF2B5EF4-FFF2-40B4-BE49-F238E27FC236}">
                    <a16:creationId xmlns:a16="http://schemas.microsoft.com/office/drawing/2014/main" id="{2A812F28-49D9-7461-A8EB-DD0D5EC12BBD}"/>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3" name="Google Shape;2403;p36">
                <a:extLst>
                  <a:ext uri="{FF2B5EF4-FFF2-40B4-BE49-F238E27FC236}">
                    <a16:creationId xmlns:a16="http://schemas.microsoft.com/office/drawing/2014/main" id="{20CEB780-C48A-E433-1FF8-BE8B5A4849D6}"/>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4" name="Google Shape;2404;p36">
                <a:extLst>
                  <a:ext uri="{FF2B5EF4-FFF2-40B4-BE49-F238E27FC236}">
                    <a16:creationId xmlns:a16="http://schemas.microsoft.com/office/drawing/2014/main" id="{6332E52B-88ED-1885-0C1E-18B50F89480F}"/>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5" name="Google Shape;2405;p36">
                <a:extLst>
                  <a:ext uri="{FF2B5EF4-FFF2-40B4-BE49-F238E27FC236}">
                    <a16:creationId xmlns:a16="http://schemas.microsoft.com/office/drawing/2014/main" id="{6AFEF209-5286-2D4C-1B4D-F21E4B8F3F27}"/>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06" name="Google Shape;2406;p36">
              <a:extLst>
                <a:ext uri="{FF2B5EF4-FFF2-40B4-BE49-F238E27FC236}">
                  <a16:creationId xmlns:a16="http://schemas.microsoft.com/office/drawing/2014/main" id="{F042DA7E-7260-D2DD-C4DF-156128B56874}"/>
                </a:ext>
              </a:extLst>
            </p:cNvPr>
            <p:cNvGrpSpPr/>
            <p:nvPr/>
          </p:nvGrpSpPr>
          <p:grpSpPr>
            <a:xfrm>
              <a:off x="5479125" y="4113525"/>
              <a:ext cx="306075" cy="248525"/>
              <a:chOff x="3769250" y="3246050"/>
              <a:chExt cx="306075" cy="248525"/>
            </a:xfrm>
          </p:grpSpPr>
          <p:sp>
            <p:nvSpPr>
              <p:cNvPr id="2407" name="Google Shape;2407;p36">
                <a:extLst>
                  <a:ext uri="{FF2B5EF4-FFF2-40B4-BE49-F238E27FC236}">
                    <a16:creationId xmlns:a16="http://schemas.microsoft.com/office/drawing/2014/main" id="{2045F01F-6D6E-88BB-AC6D-8C36DD06C3CF}"/>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8" name="Google Shape;2408;p36">
                <a:extLst>
                  <a:ext uri="{FF2B5EF4-FFF2-40B4-BE49-F238E27FC236}">
                    <a16:creationId xmlns:a16="http://schemas.microsoft.com/office/drawing/2014/main" id="{64F45D98-0598-6D8F-D267-2EA4538F93BA}"/>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09" name="Google Shape;2409;p36">
                <a:extLst>
                  <a:ext uri="{FF2B5EF4-FFF2-40B4-BE49-F238E27FC236}">
                    <a16:creationId xmlns:a16="http://schemas.microsoft.com/office/drawing/2014/main" id="{9D06B09C-8B0E-4BF0-0A11-ECDEB56B30AF}"/>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0" name="Google Shape;2410;p36">
                <a:extLst>
                  <a:ext uri="{FF2B5EF4-FFF2-40B4-BE49-F238E27FC236}">
                    <a16:creationId xmlns:a16="http://schemas.microsoft.com/office/drawing/2014/main" id="{B0CE8F8A-995F-4D29-6976-C698B6338C65}"/>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1" name="Google Shape;2411;p36">
              <a:extLst>
                <a:ext uri="{FF2B5EF4-FFF2-40B4-BE49-F238E27FC236}">
                  <a16:creationId xmlns:a16="http://schemas.microsoft.com/office/drawing/2014/main" id="{EC91A5DE-5C73-C499-CA00-B3374FCFF7ED}"/>
                </a:ext>
              </a:extLst>
            </p:cNvPr>
            <p:cNvGrpSpPr/>
            <p:nvPr/>
          </p:nvGrpSpPr>
          <p:grpSpPr>
            <a:xfrm>
              <a:off x="5937625" y="4113525"/>
              <a:ext cx="306075" cy="248525"/>
              <a:chOff x="3769250" y="3246050"/>
              <a:chExt cx="306075" cy="248525"/>
            </a:xfrm>
          </p:grpSpPr>
          <p:sp>
            <p:nvSpPr>
              <p:cNvPr id="2412" name="Google Shape;2412;p36">
                <a:extLst>
                  <a:ext uri="{FF2B5EF4-FFF2-40B4-BE49-F238E27FC236}">
                    <a16:creationId xmlns:a16="http://schemas.microsoft.com/office/drawing/2014/main" id="{01136896-983C-1AAE-1D32-A04DCE2D9C80}"/>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3" name="Google Shape;2413;p36">
                <a:extLst>
                  <a:ext uri="{FF2B5EF4-FFF2-40B4-BE49-F238E27FC236}">
                    <a16:creationId xmlns:a16="http://schemas.microsoft.com/office/drawing/2014/main" id="{0B791EC2-850D-7A38-1C35-36834CEB725A}"/>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4" name="Google Shape;2414;p36">
                <a:extLst>
                  <a:ext uri="{FF2B5EF4-FFF2-40B4-BE49-F238E27FC236}">
                    <a16:creationId xmlns:a16="http://schemas.microsoft.com/office/drawing/2014/main" id="{6020A92C-DF43-7BB0-B14C-CA8383DF24D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5" name="Google Shape;2415;p36">
                <a:extLst>
                  <a:ext uri="{FF2B5EF4-FFF2-40B4-BE49-F238E27FC236}">
                    <a16:creationId xmlns:a16="http://schemas.microsoft.com/office/drawing/2014/main" id="{26C97534-88D8-B685-E45A-7D457459EA7E}"/>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16" name="Google Shape;2416;p36">
              <a:extLst>
                <a:ext uri="{FF2B5EF4-FFF2-40B4-BE49-F238E27FC236}">
                  <a16:creationId xmlns:a16="http://schemas.microsoft.com/office/drawing/2014/main" id="{33C151F6-2A63-0184-73E1-580D005F7BA9}"/>
                </a:ext>
              </a:extLst>
            </p:cNvPr>
            <p:cNvGrpSpPr/>
            <p:nvPr/>
          </p:nvGrpSpPr>
          <p:grpSpPr>
            <a:xfrm>
              <a:off x="5937618" y="3721371"/>
              <a:ext cx="306075" cy="248525"/>
              <a:chOff x="3769250" y="3246050"/>
              <a:chExt cx="306075" cy="248525"/>
            </a:xfrm>
          </p:grpSpPr>
          <p:sp>
            <p:nvSpPr>
              <p:cNvPr id="2417" name="Google Shape;2417;p36">
                <a:extLst>
                  <a:ext uri="{FF2B5EF4-FFF2-40B4-BE49-F238E27FC236}">
                    <a16:creationId xmlns:a16="http://schemas.microsoft.com/office/drawing/2014/main" id="{09351140-E5BB-3EC4-FB21-AB2CC508B1A3}"/>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8" name="Google Shape;2418;p36">
                <a:extLst>
                  <a:ext uri="{FF2B5EF4-FFF2-40B4-BE49-F238E27FC236}">
                    <a16:creationId xmlns:a16="http://schemas.microsoft.com/office/drawing/2014/main" id="{2A70DDDD-1F47-4ED2-5E5C-4E649530A00B}"/>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19" name="Google Shape;2419;p36">
                <a:extLst>
                  <a:ext uri="{FF2B5EF4-FFF2-40B4-BE49-F238E27FC236}">
                    <a16:creationId xmlns:a16="http://schemas.microsoft.com/office/drawing/2014/main" id="{B5886CD1-3DFB-93EE-E960-A243B0A0FB12}"/>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0" name="Google Shape;2420;p36">
                <a:extLst>
                  <a:ext uri="{FF2B5EF4-FFF2-40B4-BE49-F238E27FC236}">
                    <a16:creationId xmlns:a16="http://schemas.microsoft.com/office/drawing/2014/main" id="{72D0BAC3-35E3-B8B3-2F81-42A61C8B19C8}"/>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21" name="Google Shape;2421;p36">
              <a:extLst>
                <a:ext uri="{FF2B5EF4-FFF2-40B4-BE49-F238E27FC236}">
                  <a16:creationId xmlns:a16="http://schemas.microsoft.com/office/drawing/2014/main" id="{AAA5C9A7-4AD9-5931-2996-1F54E2CE5212}"/>
                </a:ext>
              </a:extLst>
            </p:cNvPr>
            <p:cNvGrpSpPr/>
            <p:nvPr/>
          </p:nvGrpSpPr>
          <p:grpSpPr>
            <a:xfrm>
              <a:off x="6396118" y="3721371"/>
              <a:ext cx="306075" cy="248525"/>
              <a:chOff x="3769250" y="3246050"/>
              <a:chExt cx="306075" cy="248525"/>
            </a:xfrm>
          </p:grpSpPr>
          <p:sp>
            <p:nvSpPr>
              <p:cNvPr id="2422" name="Google Shape;2422;p36">
                <a:extLst>
                  <a:ext uri="{FF2B5EF4-FFF2-40B4-BE49-F238E27FC236}">
                    <a16:creationId xmlns:a16="http://schemas.microsoft.com/office/drawing/2014/main" id="{B19501E9-DA85-9CC4-A46C-ABD1E2CE4DC4}"/>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3" name="Google Shape;2423;p36">
                <a:extLst>
                  <a:ext uri="{FF2B5EF4-FFF2-40B4-BE49-F238E27FC236}">
                    <a16:creationId xmlns:a16="http://schemas.microsoft.com/office/drawing/2014/main" id="{4542DDAD-D4F2-D8A9-ACAE-A01DCB4B6DDF}"/>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4" name="Google Shape;2424;p36">
                <a:extLst>
                  <a:ext uri="{FF2B5EF4-FFF2-40B4-BE49-F238E27FC236}">
                    <a16:creationId xmlns:a16="http://schemas.microsoft.com/office/drawing/2014/main" id="{C64AF805-B8FD-5885-0E10-D09F40BDBF15}"/>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5" name="Google Shape;2425;p36">
                <a:extLst>
                  <a:ext uri="{FF2B5EF4-FFF2-40B4-BE49-F238E27FC236}">
                    <a16:creationId xmlns:a16="http://schemas.microsoft.com/office/drawing/2014/main" id="{EE9D89E3-F5F2-A89C-1904-8A4C0381B21D}"/>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26" name="Google Shape;2426;p36">
              <a:extLst>
                <a:ext uri="{FF2B5EF4-FFF2-40B4-BE49-F238E27FC236}">
                  <a16:creationId xmlns:a16="http://schemas.microsoft.com/office/drawing/2014/main" id="{1A6791F5-3A57-C697-D800-B11F378FDDBB}"/>
                </a:ext>
              </a:extLst>
            </p:cNvPr>
            <p:cNvSpPr/>
            <p:nvPr/>
          </p:nvSpPr>
          <p:spPr>
            <a:xfrm>
              <a:off x="5023488" y="3552846"/>
              <a:ext cx="625475" cy="225200"/>
            </a:xfrm>
            <a:custGeom>
              <a:avLst/>
              <a:gdLst/>
              <a:ahLst/>
              <a:cxnLst/>
              <a:rect l="l" t="t" r="r" b="b"/>
              <a:pathLst>
                <a:path w="25019" h="9008" extrusionOk="0">
                  <a:moveTo>
                    <a:pt x="8973" y="1"/>
                  </a:moveTo>
                  <a:cubicBezTo>
                    <a:pt x="4003" y="1"/>
                    <a:pt x="0" y="4037"/>
                    <a:pt x="0" y="9007"/>
                  </a:cubicBezTo>
                  <a:lnTo>
                    <a:pt x="25018" y="9007"/>
                  </a:lnTo>
                  <a:cubicBezTo>
                    <a:pt x="25018" y="6305"/>
                    <a:pt x="22850" y="4104"/>
                    <a:pt x="20148" y="4104"/>
                  </a:cubicBezTo>
                  <a:cubicBezTo>
                    <a:pt x="18981" y="4104"/>
                    <a:pt x="17946" y="4504"/>
                    <a:pt x="17113" y="5171"/>
                  </a:cubicBezTo>
                  <a:cubicBezTo>
                    <a:pt x="15678" y="2136"/>
                    <a:pt x="12576" y="1"/>
                    <a:pt x="89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7" name="Google Shape;2427;p36">
              <a:extLst>
                <a:ext uri="{FF2B5EF4-FFF2-40B4-BE49-F238E27FC236}">
                  <a16:creationId xmlns:a16="http://schemas.microsoft.com/office/drawing/2014/main" id="{4D6843C9-4FCB-43F2-AA66-482DA02F32C3}"/>
                </a:ext>
              </a:extLst>
            </p:cNvPr>
            <p:cNvSpPr/>
            <p:nvPr/>
          </p:nvSpPr>
          <p:spPr>
            <a:xfrm>
              <a:off x="3316150" y="4225900"/>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28" name="Google Shape;2428;p36">
              <a:extLst>
                <a:ext uri="{FF2B5EF4-FFF2-40B4-BE49-F238E27FC236}">
                  <a16:creationId xmlns:a16="http://schemas.microsoft.com/office/drawing/2014/main" id="{9C4A90C8-CB23-37F8-6834-83AC1D664B2F}"/>
                </a:ext>
              </a:extLst>
            </p:cNvPr>
            <p:cNvSpPr/>
            <p:nvPr/>
          </p:nvSpPr>
          <p:spPr>
            <a:xfrm flipH="1">
              <a:off x="2998600" y="3825225"/>
              <a:ext cx="510375" cy="145125"/>
            </a:xfrm>
            <a:custGeom>
              <a:avLst/>
              <a:gdLst/>
              <a:ahLst/>
              <a:cxnLst/>
              <a:rect l="l" t="t" r="r" b="b"/>
              <a:pathLst>
                <a:path w="20415" h="5805" extrusionOk="0">
                  <a:moveTo>
                    <a:pt x="5838" y="1"/>
                  </a:moveTo>
                  <a:cubicBezTo>
                    <a:pt x="2602" y="1"/>
                    <a:pt x="0" y="2602"/>
                    <a:pt x="0" y="5805"/>
                  </a:cubicBezTo>
                  <a:lnTo>
                    <a:pt x="20415" y="5805"/>
                  </a:lnTo>
                  <a:cubicBezTo>
                    <a:pt x="20415" y="4204"/>
                    <a:pt x="19080" y="2869"/>
                    <a:pt x="17479" y="2869"/>
                  </a:cubicBezTo>
                  <a:cubicBezTo>
                    <a:pt x="16479" y="2869"/>
                    <a:pt x="15611" y="3336"/>
                    <a:pt x="15078" y="4103"/>
                  </a:cubicBezTo>
                  <a:cubicBezTo>
                    <a:pt x="14577" y="3403"/>
                    <a:pt x="13743" y="2969"/>
                    <a:pt x="12809" y="2969"/>
                  </a:cubicBezTo>
                  <a:cubicBezTo>
                    <a:pt x="12209" y="2969"/>
                    <a:pt x="11642" y="3169"/>
                    <a:pt x="11175" y="3503"/>
                  </a:cubicBezTo>
                  <a:cubicBezTo>
                    <a:pt x="10274" y="1435"/>
                    <a:pt x="8206" y="1"/>
                    <a:pt x="58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29" name="Google Shape;2429;p36">
              <a:extLst>
                <a:ext uri="{FF2B5EF4-FFF2-40B4-BE49-F238E27FC236}">
                  <a16:creationId xmlns:a16="http://schemas.microsoft.com/office/drawing/2014/main" id="{BA5B7360-2848-BC9B-7C9E-435374783A2C}"/>
                </a:ext>
              </a:extLst>
            </p:cNvPr>
            <p:cNvGrpSpPr/>
            <p:nvPr/>
          </p:nvGrpSpPr>
          <p:grpSpPr>
            <a:xfrm>
              <a:off x="1795225" y="3678009"/>
              <a:ext cx="274400" cy="697175"/>
              <a:chOff x="4205325" y="3518568"/>
              <a:chExt cx="274400" cy="697175"/>
            </a:xfrm>
          </p:grpSpPr>
          <p:sp>
            <p:nvSpPr>
              <p:cNvPr id="2430" name="Google Shape;2430;p36">
                <a:extLst>
                  <a:ext uri="{FF2B5EF4-FFF2-40B4-BE49-F238E27FC236}">
                    <a16:creationId xmlns:a16="http://schemas.microsoft.com/office/drawing/2014/main" id="{06C7C9A8-73F6-E99D-B1E3-5FE86801F152}"/>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1" name="Google Shape;2431;p36">
                <a:extLst>
                  <a:ext uri="{FF2B5EF4-FFF2-40B4-BE49-F238E27FC236}">
                    <a16:creationId xmlns:a16="http://schemas.microsoft.com/office/drawing/2014/main" id="{A3C64F18-922E-A97E-19AB-9200AED153B0}"/>
                  </a:ext>
                </a:extLst>
              </p:cNvPr>
              <p:cNvGrpSpPr/>
              <p:nvPr/>
            </p:nvGrpSpPr>
            <p:grpSpPr>
              <a:xfrm>
                <a:off x="4276225" y="3645318"/>
                <a:ext cx="131775" cy="570425"/>
                <a:chOff x="3901050" y="2424675"/>
                <a:chExt cx="131775" cy="570425"/>
              </a:xfrm>
            </p:grpSpPr>
            <p:sp>
              <p:nvSpPr>
                <p:cNvPr id="2432" name="Google Shape;2432;p36">
                  <a:extLst>
                    <a:ext uri="{FF2B5EF4-FFF2-40B4-BE49-F238E27FC236}">
                      <a16:creationId xmlns:a16="http://schemas.microsoft.com/office/drawing/2014/main" id="{2A90D590-44BD-EFD2-CF3F-B35190E02B01}"/>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3" name="Google Shape;2433;p36">
                  <a:extLst>
                    <a:ext uri="{FF2B5EF4-FFF2-40B4-BE49-F238E27FC236}">
                      <a16:creationId xmlns:a16="http://schemas.microsoft.com/office/drawing/2014/main" id="{05037DC5-D758-8146-7C94-AD38DE108518}"/>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4" name="Google Shape;2434;p36">
                  <a:extLst>
                    <a:ext uri="{FF2B5EF4-FFF2-40B4-BE49-F238E27FC236}">
                      <a16:creationId xmlns:a16="http://schemas.microsoft.com/office/drawing/2014/main" id="{37D73EC9-C65A-D9A5-06D6-48178F578DE7}"/>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35" name="Google Shape;2435;p36">
              <a:extLst>
                <a:ext uri="{FF2B5EF4-FFF2-40B4-BE49-F238E27FC236}">
                  <a16:creationId xmlns:a16="http://schemas.microsoft.com/office/drawing/2014/main" id="{D4C60511-EF01-DE3A-FEDB-866997F14995}"/>
                </a:ext>
              </a:extLst>
            </p:cNvPr>
            <p:cNvGrpSpPr/>
            <p:nvPr/>
          </p:nvGrpSpPr>
          <p:grpSpPr>
            <a:xfrm>
              <a:off x="2120350" y="3678009"/>
              <a:ext cx="274400" cy="697175"/>
              <a:chOff x="4205325" y="3518568"/>
              <a:chExt cx="274400" cy="697175"/>
            </a:xfrm>
          </p:grpSpPr>
          <p:sp>
            <p:nvSpPr>
              <p:cNvPr id="2436" name="Google Shape;2436;p36">
                <a:extLst>
                  <a:ext uri="{FF2B5EF4-FFF2-40B4-BE49-F238E27FC236}">
                    <a16:creationId xmlns:a16="http://schemas.microsoft.com/office/drawing/2014/main" id="{01D65FEA-CA55-E605-8CA3-E820A9FED0BB}"/>
                  </a:ext>
                </a:extLst>
              </p:cNvPr>
              <p:cNvSpPr/>
              <p:nvPr/>
            </p:nvSpPr>
            <p:spPr>
              <a:xfrm>
                <a:off x="4205325" y="3518568"/>
                <a:ext cx="274400" cy="549575"/>
              </a:xfrm>
              <a:custGeom>
                <a:avLst/>
                <a:gdLst/>
                <a:ahLst/>
                <a:cxnLst/>
                <a:rect l="l" t="t" r="r" b="b"/>
                <a:pathLst>
                  <a:path w="10976" h="21983" extrusionOk="0">
                    <a:moveTo>
                      <a:pt x="5471" y="0"/>
                    </a:moveTo>
                    <a:cubicBezTo>
                      <a:pt x="2436" y="0"/>
                      <a:pt x="1" y="2469"/>
                      <a:pt x="1" y="5504"/>
                    </a:cubicBezTo>
                    <a:lnTo>
                      <a:pt x="1" y="10975"/>
                    </a:lnTo>
                    <a:lnTo>
                      <a:pt x="1" y="16479"/>
                    </a:lnTo>
                    <a:cubicBezTo>
                      <a:pt x="1" y="19514"/>
                      <a:pt x="2436" y="21983"/>
                      <a:pt x="5471" y="21983"/>
                    </a:cubicBezTo>
                    <a:cubicBezTo>
                      <a:pt x="8507" y="21983"/>
                      <a:pt x="10975" y="19514"/>
                      <a:pt x="10975" y="16479"/>
                    </a:cubicBezTo>
                    <a:lnTo>
                      <a:pt x="10975" y="10975"/>
                    </a:lnTo>
                    <a:lnTo>
                      <a:pt x="10975" y="5504"/>
                    </a:lnTo>
                    <a:cubicBezTo>
                      <a:pt x="10975" y="2469"/>
                      <a:pt x="8507"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37" name="Google Shape;2437;p36">
                <a:extLst>
                  <a:ext uri="{FF2B5EF4-FFF2-40B4-BE49-F238E27FC236}">
                    <a16:creationId xmlns:a16="http://schemas.microsoft.com/office/drawing/2014/main" id="{5960CB3B-E8BE-6272-F4B2-694278C264EA}"/>
                  </a:ext>
                </a:extLst>
              </p:cNvPr>
              <p:cNvGrpSpPr/>
              <p:nvPr/>
            </p:nvGrpSpPr>
            <p:grpSpPr>
              <a:xfrm>
                <a:off x="4276225" y="3645318"/>
                <a:ext cx="131775" cy="570425"/>
                <a:chOff x="3901050" y="2424675"/>
                <a:chExt cx="131775" cy="570425"/>
              </a:xfrm>
            </p:grpSpPr>
            <p:sp>
              <p:nvSpPr>
                <p:cNvPr id="2438" name="Google Shape;2438;p36">
                  <a:extLst>
                    <a:ext uri="{FF2B5EF4-FFF2-40B4-BE49-F238E27FC236}">
                      <a16:creationId xmlns:a16="http://schemas.microsoft.com/office/drawing/2014/main" id="{14B4F95D-4887-6F11-1513-92D504D85E1F}"/>
                    </a:ext>
                  </a:extLst>
                </p:cNvPr>
                <p:cNvSpPr/>
                <p:nvPr/>
              </p:nvSpPr>
              <p:spPr>
                <a:xfrm>
                  <a:off x="3956900" y="2424675"/>
                  <a:ext cx="20875" cy="570425"/>
                </a:xfrm>
                <a:custGeom>
                  <a:avLst/>
                  <a:gdLst/>
                  <a:ahLst/>
                  <a:cxnLst/>
                  <a:rect l="l" t="t" r="r" b="b"/>
                  <a:pathLst>
                    <a:path w="835" h="22817" extrusionOk="0">
                      <a:moveTo>
                        <a:pt x="401" y="1"/>
                      </a:moveTo>
                      <a:cubicBezTo>
                        <a:pt x="168" y="1"/>
                        <a:pt x="1" y="201"/>
                        <a:pt x="1" y="434"/>
                      </a:cubicBezTo>
                      <a:lnTo>
                        <a:pt x="1" y="22383"/>
                      </a:lnTo>
                      <a:cubicBezTo>
                        <a:pt x="1" y="22617"/>
                        <a:pt x="168" y="22817"/>
                        <a:pt x="401" y="22817"/>
                      </a:cubicBezTo>
                      <a:cubicBezTo>
                        <a:pt x="635" y="22817"/>
                        <a:pt x="835" y="22617"/>
                        <a:pt x="835" y="22383"/>
                      </a:cubicBezTo>
                      <a:lnTo>
                        <a:pt x="835" y="434"/>
                      </a:lnTo>
                      <a:cubicBezTo>
                        <a:pt x="835" y="201"/>
                        <a:pt x="635"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39" name="Google Shape;2439;p36">
                  <a:extLst>
                    <a:ext uri="{FF2B5EF4-FFF2-40B4-BE49-F238E27FC236}">
                      <a16:creationId xmlns:a16="http://schemas.microsoft.com/office/drawing/2014/main" id="{B7B98F4A-AE92-20D3-3223-44D97141285A}"/>
                    </a:ext>
                  </a:extLst>
                </p:cNvPr>
                <p:cNvSpPr/>
                <p:nvPr/>
              </p:nvSpPr>
              <p:spPr>
                <a:xfrm>
                  <a:off x="3956075" y="2507450"/>
                  <a:ext cx="76750" cy="75700"/>
                </a:xfrm>
                <a:custGeom>
                  <a:avLst/>
                  <a:gdLst/>
                  <a:ahLst/>
                  <a:cxnLst/>
                  <a:rect l="l" t="t" r="r" b="b"/>
                  <a:pathLst>
                    <a:path w="3070" h="3028" extrusionOk="0">
                      <a:moveTo>
                        <a:pt x="2632" y="0"/>
                      </a:moveTo>
                      <a:cubicBezTo>
                        <a:pt x="2527" y="0"/>
                        <a:pt x="2419" y="42"/>
                        <a:pt x="2336" y="125"/>
                      </a:cubicBezTo>
                      <a:lnTo>
                        <a:pt x="134" y="2294"/>
                      </a:lnTo>
                      <a:cubicBezTo>
                        <a:pt x="1" y="2460"/>
                        <a:pt x="1" y="2727"/>
                        <a:pt x="134" y="2894"/>
                      </a:cubicBezTo>
                      <a:cubicBezTo>
                        <a:pt x="234" y="2961"/>
                        <a:pt x="334" y="3027"/>
                        <a:pt x="434" y="3027"/>
                      </a:cubicBezTo>
                      <a:cubicBezTo>
                        <a:pt x="534" y="3027"/>
                        <a:pt x="668" y="2994"/>
                        <a:pt x="734" y="2894"/>
                      </a:cubicBezTo>
                      <a:lnTo>
                        <a:pt x="2903" y="726"/>
                      </a:lnTo>
                      <a:cubicBezTo>
                        <a:pt x="3069" y="559"/>
                        <a:pt x="3069" y="292"/>
                        <a:pt x="2903" y="125"/>
                      </a:cubicBezTo>
                      <a:cubicBezTo>
                        <a:pt x="2836" y="42"/>
                        <a:pt x="2736" y="0"/>
                        <a:pt x="2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0" name="Google Shape;2440;p36">
                  <a:extLst>
                    <a:ext uri="{FF2B5EF4-FFF2-40B4-BE49-F238E27FC236}">
                      <a16:creationId xmlns:a16="http://schemas.microsoft.com/office/drawing/2014/main" id="{92BCAE49-6ABA-E99C-686E-845328F5CE33}"/>
                    </a:ext>
                  </a:extLst>
                </p:cNvPr>
                <p:cNvSpPr/>
                <p:nvPr/>
              </p:nvSpPr>
              <p:spPr>
                <a:xfrm>
                  <a:off x="3901050" y="2613350"/>
                  <a:ext cx="77575" cy="75700"/>
                </a:xfrm>
                <a:custGeom>
                  <a:avLst/>
                  <a:gdLst/>
                  <a:ahLst/>
                  <a:cxnLst/>
                  <a:rect l="l" t="t" r="r" b="b"/>
                  <a:pathLst>
                    <a:path w="3103" h="3028" extrusionOk="0">
                      <a:moveTo>
                        <a:pt x="467" y="1"/>
                      </a:moveTo>
                      <a:cubicBezTo>
                        <a:pt x="359" y="1"/>
                        <a:pt x="250" y="42"/>
                        <a:pt x="167" y="126"/>
                      </a:cubicBezTo>
                      <a:cubicBezTo>
                        <a:pt x="0" y="293"/>
                        <a:pt x="0" y="559"/>
                        <a:pt x="167" y="726"/>
                      </a:cubicBezTo>
                      <a:lnTo>
                        <a:pt x="2335" y="2894"/>
                      </a:lnTo>
                      <a:cubicBezTo>
                        <a:pt x="2435" y="2961"/>
                        <a:pt x="2535" y="3028"/>
                        <a:pt x="2635" y="3028"/>
                      </a:cubicBezTo>
                      <a:cubicBezTo>
                        <a:pt x="2735" y="3028"/>
                        <a:pt x="2869" y="2961"/>
                        <a:pt x="2935" y="2894"/>
                      </a:cubicBezTo>
                      <a:cubicBezTo>
                        <a:pt x="3102" y="2728"/>
                        <a:pt x="3102" y="2461"/>
                        <a:pt x="2935" y="2294"/>
                      </a:cubicBezTo>
                      <a:lnTo>
                        <a:pt x="767" y="126"/>
                      </a:lnTo>
                      <a:cubicBezTo>
                        <a:pt x="684" y="42"/>
                        <a:pt x="575" y="1"/>
                        <a:pt x="4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441" name="Google Shape;2441;p36">
              <a:extLst>
                <a:ext uri="{FF2B5EF4-FFF2-40B4-BE49-F238E27FC236}">
                  <a16:creationId xmlns:a16="http://schemas.microsoft.com/office/drawing/2014/main" id="{217F86F7-8888-E8B2-9C40-59A670DD3C36}"/>
                </a:ext>
              </a:extLst>
            </p:cNvPr>
            <p:cNvGrpSpPr/>
            <p:nvPr/>
          </p:nvGrpSpPr>
          <p:grpSpPr>
            <a:xfrm>
              <a:off x="2445463" y="3837727"/>
              <a:ext cx="275225" cy="539575"/>
              <a:chOff x="1386750" y="433250"/>
              <a:chExt cx="275225" cy="539575"/>
            </a:xfrm>
          </p:grpSpPr>
          <p:sp>
            <p:nvSpPr>
              <p:cNvPr id="2442" name="Google Shape;2442;p36">
                <a:extLst>
                  <a:ext uri="{FF2B5EF4-FFF2-40B4-BE49-F238E27FC236}">
                    <a16:creationId xmlns:a16="http://schemas.microsoft.com/office/drawing/2014/main" id="{8CC99BA3-F6E1-4722-21ED-0393F2EC3698}"/>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3" name="Google Shape;2443;p36">
                <a:extLst>
                  <a:ext uri="{FF2B5EF4-FFF2-40B4-BE49-F238E27FC236}">
                    <a16:creationId xmlns:a16="http://schemas.microsoft.com/office/drawing/2014/main" id="{49AB8B3A-AC2B-D3B4-5C67-708A00F36846}"/>
                  </a:ext>
                </a:extLst>
              </p:cNvPr>
              <p:cNvGrpSpPr/>
              <p:nvPr/>
            </p:nvGrpSpPr>
            <p:grpSpPr>
              <a:xfrm>
                <a:off x="1458450" y="546675"/>
                <a:ext cx="131800" cy="426150"/>
                <a:chOff x="1458450" y="546675"/>
                <a:chExt cx="131800" cy="426150"/>
              </a:xfrm>
            </p:grpSpPr>
            <p:sp>
              <p:nvSpPr>
                <p:cNvPr id="2444" name="Google Shape;2444;p36">
                  <a:extLst>
                    <a:ext uri="{FF2B5EF4-FFF2-40B4-BE49-F238E27FC236}">
                      <a16:creationId xmlns:a16="http://schemas.microsoft.com/office/drawing/2014/main" id="{A335442B-C69C-5836-5D5A-299F123C8BD8}"/>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5" name="Google Shape;2445;p36">
                  <a:extLst>
                    <a:ext uri="{FF2B5EF4-FFF2-40B4-BE49-F238E27FC236}">
                      <a16:creationId xmlns:a16="http://schemas.microsoft.com/office/drawing/2014/main" id="{5CCD79CB-C650-2BE3-BB41-5C18899B1555}"/>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46" name="Google Shape;2446;p36">
                  <a:extLst>
                    <a:ext uri="{FF2B5EF4-FFF2-40B4-BE49-F238E27FC236}">
                      <a16:creationId xmlns:a16="http://schemas.microsoft.com/office/drawing/2014/main" id="{CDF5ED47-9348-1AC0-F0CD-81E22CC86FC7}"/>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447" name="Google Shape;2447;p36">
              <a:extLst>
                <a:ext uri="{FF2B5EF4-FFF2-40B4-BE49-F238E27FC236}">
                  <a16:creationId xmlns:a16="http://schemas.microsoft.com/office/drawing/2014/main" id="{646C4877-7048-732A-3165-850544B47AC5}"/>
                </a:ext>
              </a:extLst>
            </p:cNvPr>
            <p:cNvSpPr/>
            <p:nvPr/>
          </p:nvSpPr>
          <p:spPr>
            <a:xfrm>
              <a:off x="0" y="4505225"/>
              <a:ext cx="9144000" cy="6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48" name="Google Shape;2448;p36">
              <a:extLst>
                <a:ext uri="{FF2B5EF4-FFF2-40B4-BE49-F238E27FC236}">
                  <a16:creationId xmlns:a16="http://schemas.microsoft.com/office/drawing/2014/main" id="{9B04D109-25DB-F293-68F2-C17D3EB66A20}"/>
                </a:ext>
              </a:extLst>
            </p:cNvPr>
            <p:cNvGrpSpPr/>
            <p:nvPr/>
          </p:nvGrpSpPr>
          <p:grpSpPr>
            <a:xfrm>
              <a:off x="0" y="4505226"/>
              <a:ext cx="9144042" cy="342906"/>
              <a:chOff x="-12" y="127800"/>
              <a:chExt cx="9144042" cy="535205"/>
            </a:xfrm>
          </p:grpSpPr>
          <p:sp>
            <p:nvSpPr>
              <p:cNvPr id="2449" name="Google Shape;2449;p36">
                <a:extLst>
                  <a:ext uri="{FF2B5EF4-FFF2-40B4-BE49-F238E27FC236}">
                    <a16:creationId xmlns:a16="http://schemas.microsoft.com/office/drawing/2014/main" id="{EC73D2CA-AA86-8023-1B64-C805CCA0D256}"/>
                  </a:ext>
                </a:extLst>
              </p:cNvPr>
              <p:cNvSpPr/>
              <p:nvPr/>
            </p:nvSpPr>
            <p:spPr>
              <a:xfrm>
                <a:off x="-12" y="127805"/>
                <a:ext cx="9144000" cy="53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0" name="Google Shape;2450;p36">
                <a:extLst>
                  <a:ext uri="{FF2B5EF4-FFF2-40B4-BE49-F238E27FC236}">
                    <a16:creationId xmlns:a16="http://schemas.microsoft.com/office/drawing/2014/main" id="{2AB6F6E4-A5B1-F601-5D68-FBBC4F9C95A7}"/>
                  </a:ext>
                </a:extLst>
              </p:cNvPr>
              <p:cNvSpPr/>
              <p:nvPr/>
            </p:nvSpPr>
            <p:spPr>
              <a:xfrm>
                <a:off x="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1" name="Google Shape;2451;p36">
                <a:extLst>
                  <a:ext uri="{FF2B5EF4-FFF2-40B4-BE49-F238E27FC236}">
                    <a16:creationId xmlns:a16="http://schemas.microsoft.com/office/drawing/2014/main" id="{9727FC5C-BB43-D271-CB20-430711A4BB16}"/>
                  </a:ext>
                </a:extLst>
              </p:cNvPr>
              <p:cNvSpPr/>
              <p:nvPr/>
            </p:nvSpPr>
            <p:spPr>
              <a:xfrm>
                <a:off x="23749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2" name="Google Shape;2452;p36">
                <a:extLst>
                  <a:ext uri="{FF2B5EF4-FFF2-40B4-BE49-F238E27FC236}">
                    <a16:creationId xmlns:a16="http://schemas.microsoft.com/office/drawing/2014/main" id="{9A8DA675-7287-7910-261C-54F862661AB7}"/>
                  </a:ext>
                </a:extLst>
              </p:cNvPr>
              <p:cNvSpPr/>
              <p:nvPr/>
            </p:nvSpPr>
            <p:spPr>
              <a:xfrm>
                <a:off x="47499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3" name="Google Shape;2453;p36">
                <a:extLst>
                  <a:ext uri="{FF2B5EF4-FFF2-40B4-BE49-F238E27FC236}">
                    <a16:creationId xmlns:a16="http://schemas.microsoft.com/office/drawing/2014/main" id="{C0D53EA3-57B2-278B-074F-F8E9442D7F25}"/>
                  </a:ext>
                </a:extLst>
              </p:cNvPr>
              <p:cNvSpPr/>
              <p:nvPr/>
            </p:nvSpPr>
            <p:spPr>
              <a:xfrm>
                <a:off x="71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4" name="Google Shape;2454;p36">
                <a:extLst>
                  <a:ext uri="{FF2B5EF4-FFF2-40B4-BE49-F238E27FC236}">
                    <a16:creationId xmlns:a16="http://schemas.microsoft.com/office/drawing/2014/main" id="{551C62C2-6E3C-C474-3F89-A9BA07B070EA}"/>
                  </a:ext>
                </a:extLst>
              </p:cNvPr>
              <p:cNvSpPr/>
              <p:nvPr/>
            </p:nvSpPr>
            <p:spPr>
              <a:xfrm>
                <a:off x="9499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5" name="Google Shape;2455;p36">
                <a:extLst>
                  <a:ext uri="{FF2B5EF4-FFF2-40B4-BE49-F238E27FC236}">
                    <a16:creationId xmlns:a16="http://schemas.microsoft.com/office/drawing/2014/main" id="{CE970237-2689-D030-168E-3B4A5479505F}"/>
                  </a:ext>
                </a:extLst>
              </p:cNvPr>
              <p:cNvSpPr/>
              <p:nvPr/>
            </p:nvSpPr>
            <p:spPr>
              <a:xfrm>
                <a:off x="118748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6" name="Google Shape;2456;p36">
                <a:extLst>
                  <a:ext uri="{FF2B5EF4-FFF2-40B4-BE49-F238E27FC236}">
                    <a16:creationId xmlns:a16="http://schemas.microsoft.com/office/drawing/2014/main" id="{4B0F6BBB-50C0-B522-3140-6A0B832FAD81}"/>
                  </a:ext>
                </a:extLst>
              </p:cNvPr>
              <p:cNvSpPr/>
              <p:nvPr/>
            </p:nvSpPr>
            <p:spPr>
              <a:xfrm>
                <a:off x="142497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7" name="Google Shape;2457;p36">
                <a:extLst>
                  <a:ext uri="{FF2B5EF4-FFF2-40B4-BE49-F238E27FC236}">
                    <a16:creationId xmlns:a16="http://schemas.microsoft.com/office/drawing/2014/main" id="{88BA278A-794E-DD2B-6680-216C01D6D5AE}"/>
                  </a:ext>
                </a:extLst>
              </p:cNvPr>
              <p:cNvSpPr/>
              <p:nvPr/>
            </p:nvSpPr>
            <p:spPr>
              <a:xfrm>
                <a:off x="166247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8" name="Google Shape;2458;p36">
                <a:extLst>
                  <a:ext uri="{FF2B5EF4-FFF2-40B4-BE49-F238E27FC236}">
                    <a16:creationId xmlns:a16="http://schemas.microsoft.com/office/drawing/2014/main" id="{FE320387-4B55-F5BF-AAF1-447D2E37503E}"/>
                  </a:ext>
                </a:extLst>
              </p:cNvPr>
              <p:cNvSpPr/>
              <p:nvPr/>
            </p:nvSpPr>
            <p:spPr>
              <a:xfrm>
                <a:off x="18999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59" name="Google Shape;2459;p36">
                <a:extLst>
                  <a:ext uri="{FF2B5EF4-FFF2-40B4-BE49-F238E27FC236}">
                    <a16:creationId xmlns:a16="http://schemas.microsoft.com/office/drawing/2014/main" id="{A4121EFA-A860-DE46-51E6-51F8A34DA285}"/>
                  </a:ext>
                </a:extLst>
              </p:cNvPr>
              <p:cNvSpPr/>
              <p:nvPr/>
            </p:nvSpPr>
            <p:spPr>
              <a:xfrm>
                <a:off x="213746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0" name="Google Shape;2460;p36">
                <a:extLst>
                  <a:ext uri="{FF2B5EF4-FFF2-40B4-BE49-F238E27FC236}">
                    <a16:creationId xmlns:a16="http://schemas.microsoft.com/office/drawing/2014/main" id="{4A7A65BF-1FBF-42AA-761F-4524823D7D97}"/>
                  </a:ext>
                </a:extLst>
              </p:cNvPr>
              <p:cNvSpPr/>
              <p:nvPr/>
            </p:nvSpPr>
            <p:spPr>
              <a:xfrm>
                <a:off x="237496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1" name="Google Shape;2461;p36">
                <a:extLst>
                  <a:ext uri="{FF2B5EF4-FFF2-40B4-BE49-F238E27FC236}">
                    <a16:creationId xmlns:a16="http://schemas.microsoft.com/office/drawing/2014/main" id="{3FCFF47B-96EF-AC1E-87E0-7FD307C7494D}"/>
                  </a:ext>
                </a:extLst>
              </p:cNvPr>
              <p:cNvSpPr/>
              <p:nvPr/>
            </p:nvSpPr>
            <p:spPr>
              <a:xfrm>
                <a:off x="261245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2" name="Google Shape;2462;p36">
                <a:extLst>
                  <a:ext uri="{FF2B5EF4-FFF2-40B4-BE49-F238E27FC236}">
                    <a16:creationId xmlns:a16="http://schemas.microsoft.com/office/drawing/2014/main" id="{2BF1C26E-ED1D-C9B2-1009-8264F6DB7114}"/>
                  </a:ext>
                </a:extLst>
              </p:cNvPr>
              <p:cNvSpPr/>
              <p:nvPr/>
            </p:nvSpPr>
            <p:spPr>
              <a:xfrm>
                <a:off x="284995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3" name="Google Shape;2463;p36">
                <a:extLst>
                  <a:ext uri="{FF2B5EF4-FFF2-40B4-BE49-F238E27FC236}">
                    <a16:creationId xmlns:a16="http://schemas.microsoft.com/office/drawing/2014/main" id="{598EC89C-A78F-C32B-7581-BD06695A9431}"/>
                  </a:ext>
                </a:extLst>
              </p:cNvPr>
              <p:cNvSpPr/>
              <p:nvPr/>
            </p:nvSpPr>
            <p:spPr>
              <a:xfrm>
                <a:off x="308744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4" name="Google Shape;2464;p36">
                <a:extLst>
                  <a:ext uri="{FF2B5EF4-FFF2-40B4-BE49-F238E27FC236}">
                    <a16:creationId xmlns:a16="http://schemas.microsoft.com/office/drawing/2014/main" id="{7D2E5520-BA8F-6625-B692-59E437121B66}"/>
                  </a:ext>
                </a:extLst>
              </p:cNvPr>
              <p:cNvSpPr/>
              <p:nvPr/>
            </p:nvSpPr>
            <p:spPr>
              <a:xfrm>
                <a:off x="332494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5" name="Google Shape;2465;p36">
                <a:extLst>
                  <a:ext uri="{FF2B5EF4-FFF2-40B4-BE49-F238E27FC236}">
                    <a16:creationId xmlns:a16="http://schemas.microsoft.com/office/drawing/2014/main" id="{33A1D9DF-80FB-4C5A-E8F7-E4CE914881FF}"/>
                  </a:ext>
                </a:extLst>
              </p:cNvPr>
              <p:cNvSpPr/>
              <p:nvPr/>
            </p:nvSpPr>
            <p:spPr>
              <a:xfrm>
                <a:off x="35624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6" name="Google Shape;2466;p36">
                <a:extLst>
                  <a:ext uri="{FF2B5EF4-FFF2-40B4-BE49-F238E27FC236}">
                    <a16:creationId xmlns:a16="http://schemas.microsoft.com/office/drawing/2014/main" id="{EDA4B5FE-643E-583D-1E39-8DDAAF4D8D7B}"/>
                  </a:ext>
                </a:extLst>
              </p:cNvPr>
              <p:cNvSpPr/>
              <p:nvPr/>
            </p:nvSpPr>
            <p:spPr>
              <a:xfrm>
                <a:off x="379993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7" name="Google Shape;2467;p36">
                <a:extLst>
                  <a:ext uri="{FF2B5EF4-FFF2-40B4-BE49-F238E27FC236}">
                    <a16:creationId xmlns:a16="http://schemas.microsoft.com/office/drawing/2014/main" id="{B0751D33-665F-732E-D7DA-EDD8D9BC8E85}"/>
                  </a:ext>
                </a:extLst>
              </p:cNvPr>
              <p:cNvSpPr/>
              <p:nvPr/>
            </p:nvSpPr>
            <p:spPr>
              <a:xfrm>
                <a:off x="403743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8" name="Google Shape;2468;p36">
                <a:extLst>
                  <a:ext uri="{FF2B5EF4-FFF2-40B4-BE49-F238E27FC236}">
                    <a16:creationId xmlns:a16="http://schemas.microsoft.com/office/drawing/2014/main" id="{6908DFAD-B84F-9EF4-2D6D-0FE90DD3BF6A}"/>
                  </a:ext>
                </a:extLst>
              </p:cNvPr>
              <p:cNvSpPr/>
              <p:nvPr/>
            </p:nvSpPr>
            <p:spPr>
              <a:xfrm>
                <a:off x="427492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69" name="Google Shape;2469;p36">
                <a:extLst>
                  <a:ext uri="{FF2B5EF4-FFF2-40B4-BE49-F238E27FC236}">
                    <a16:creationId xmlns:a16="http://schemas.microsoft.com/office/drawing/2014/main" id="{6BE18CE5-433F-E3C8-B4F3-8A2C8FE85C82}"/>
                  </a:ext>
                </a:extLst>
              </p:cNvPr>
              <p:cNvSpPr/>
              <p:nvPr/>
            </p:nvSpPr>
            <p:spPr>
              <a:xfrm>
                <a:off x="451242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0" name="Google Shape;2470;p36">
                <a:extLst>
                  <a:ext uri="{FF2B5EF4-FFF2-40B4-BE49-F238E27FC236}">
                    <a16:creationId xmlns:a16="http://schemas.microsoft.com/office/drawing/2014/main" id="{0EBDB29A-B3F5-E93F-BF98-ADAB1507DD8B}"/>
                  </a:ext>
                </a:extLst>
              </p:cNvPr>
              <p:cNvSpPr/>
              <p:nvPr/>
            </p:nvSpPr>
            <p:spPr>
              <a:xfrm>
                <a:off x="474993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1" name="Google Shape;2471;p36">
                <a:extLst>
                  <a:ext uri="{FF2B5EF4-FFF2-40B4-BE49-F238E27FC236}">
                    <a16:creationId xmlns:a16="http://schemas.microsoft.com/office/drawing/2014/main" id="{4D6449AD-0D11-484F-36E0-0E9BA99B3C0F}"/>
                  </a:ext>
                </a:extLst>
              </p:cNvPr>
              <p:cNvSpPr/>
              <p:nvPr/>
            </p:nvSpPr>
            <p:spPr>
              <a:xfrm>
                <a:off x="498745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2" name="Google Shape;2472;p36">
                <a:extLst>
                  <a:ext uri="{FF2B5EF4-FFF2-40B4-BE49-F238E27FC236}">
                    <a16:creationId xmlns:a16="http://schemas.microsoft.com/office/drawing/2014/main" id="{80849F2E-11A1-AF8D-755F-B58415849EFA}"/>
                  </a:ext>
                </a:extLst>
              </p:cNvPr>
              <p:cNvSpPr/>
              <p:nvPr/>
            </p:nvSpPr>
            <p:spPr>
              <a:xfrm>
                <a:off x="522497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3" name="Google Shape;2473;p36">
                <a:extLst>
                  <a:ext uri="{FF2B5EF4-FFF2-40B4-BE49-F238E27FC236}">
                    <a16:creationId xmlns:a16="http://schemas.microsoft.com/office/drawing/2014/main" id="{88B79873-2746-FF93-ED0C-E55D14ADF7DC}"/>
                  </a:ext>
                </a:extLst>
              </p:cNvPr>
              <p:cNvSpPr/>
              <p:nvPr/>
            </p:nvSpPr>
            <p:spPr>
              <a:xfrm>
                <a:off x="546248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4" name="Google Shape;2474;p36">
                <a:extLst>
                  <a:ext uri="{FF2B5EF4-FFF2-40B4-BE49-F238E27FC236}">
                    <a16:creationId xmlns:a16="http://schemas.microsoft.com/office/drawing/2014/main" id="{D025033B-059B-EB63-B470-8A9C6D5B43FC}"/>
                  </a:ext>
                </a:extLst>
              </p:cNvPr>
              <p:cNvSpPr/>
              <p:nvPr/>
            </p:nvSpPr>
            <p:spPr>
              <a:xfrm>
                <a:off x="570000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5" name="Google Shape;2475;p36">
                <a:extLst>
                  <a:ext uri="{FF2B5EF4-FFF2-40B4-BE49-F238E27FC236}">
                    <a16:creationId xmlns:a16="http://schemas.microsoft.com/office/drawing/2014/main" id="{A8F8B83C-14D2-2B39-BAB0-3B276156A809}"/>
                  </a:ext>
                </a:extLst>
              </p:cNvPr>
              <p:cNvSpPr/>
              <p:nvPr/>
            </p:nvSpPr>
            <p:spPr>
              <a:xfrm>
                <a:off x="593752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6" name="Google Shape;2476;p36">
                <a:extLst>
                  <a:ext uri="{FF2B5EF4-FFF2-40B4-BE49-F238E27FC236}">
                    <a16:creationId xmlns:a16="http://schemas.microsoft.com/office/drawing/2014/main" id="{73F16BE2-A749-79EE-6D67-93288A880EDC}"/>
                  </a:ext>
                </a:extLst>
              </p:cNvPr>
              <p:cNvSpPr/>
              <p:nvPr/>
            </p:nvSpPr>
            <p:spPr>
              <a:xfrm>
                <a:off x="6175036"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7" name="Google Shape;2477;p36">
                <a:extLst>
                  <a:ext uri="{FF2B5EF4-FFF2-40B4-BE49-F238E27FC236}">
                    <a16:creationId xmlns:a16="http://schemas.microsoft.com/office/drawing/2014/main" id="{67883B65-29BC-7CB8-54D6-3252406FA455}"/>
                  </a:ext>
                </a:extLst>
              </p:cNvPr>
              <p:cNvSpPr/>
              <p:nvPr/>
            </p:nvSpPr>
            <p:spPr>
              <a:xfrm>
                <a:off x="6412552"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8" name="Google Shape;2478;p36">
                <a:extLst>
                  <a:ext uri="{FF2B5EF4-FFF2-40B4-BE49-F238E27FC236}">
                    <a16:creationId xmlns:a16="http://schemas.microsoft.com/office/drawing/2014/main" id="{7546870F-0EB4-1472-C6FE-FBCC890E1357}"/>
                  </a:ext>
                </a:extLst>
              </p:cNvPr>
              <p:cNvSpPr/>
              <p:nvPr/>
            </p:nvSpPr>
            <p:spPr>
              <a:xfrm>
                <a:off x="6650068"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79" name="Google Shape;2479;p36">
                <a:extLst>
                  <a:ext uri="{FF2B5EF4-FFF2-40B4-BE49-F238E27FC236}">
                    <a16:creationId xmlns:a16="http://schemas.microsoft.com/office/drawing/2014/main" id="{24AB6D00-C2EE-7A01-F8DD-F03A17FD4094}"/>
                  </a:ext>
                </a:extLst>
              </p:cNvPr>
              <p:cNvSpPr/>
              <p:nvPr/>
            </p:nvSpPr>
            <p:spPr>
              <a:xfrm>
                <a:off x="6887584"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0" name="Google Shape;2480;p36">
                <a:extLst>
                  <a:ext uri="{FF2B5EF4-FFF2-40B4-BE49-F238E27FC236}">
                    <a16:creationId xmlns:a16="http://schemas.microsoft.com/office/drawing/2014/main" id="{0CFFDDB0-BB37-D9DE-5B1F-126561A701C6}"/>
                  </a:ext>
                </a:extLst>
              </p:cNvPr>
              <p:cNvSpPr/>
              <p:nvPr/>
            </p:nvSpPr>
            <p:spPr>
              <a:xfrm>
                <a:off x="7125100"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1" name="Google Shape;2481;p36">
                <a:extLst>
                  <a:ext uri="{FF2B5EF4-FFF2-40B4-BE49-F238E27FC236}">
                    <a16:creationId xmlns:a16="http://schemas.microsoft.com/office/drawing/2014/main" id="{36FDC1EC-2F57-6AA9-1251-792AF2C306EC}"/>
                  </a:ext>
                </a:extLst>
              </p:cNvPr>
              <p:cNvSpPr/>
              <p:nvPr/>
            </p:nvSpPr>
            <p:spPr>
              <a:xfrm>
                <a:off x="736261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2" name="Google Shape;2482;p36">
                <a:extLst>
                  <a:ext uri="{FF2B5EF4-FFF2-40B4-BE49-F238E27FC236}">
                    <a16:creationId xmlns:a16="http://schemas.microsoft.com/office/drawing/2014/main" id="{7400934B-BCEC-6B0D-79EF-FF64DD0F713D}"/>
                  </a:ext>
                </a:extLst>
              </p:cNvPr>
              <p:cNvSpPr/>
              <p:nvPr/>
            </p:nvSpPr>
            <p:spPr>
              <a:xfrm>
                <a:off x="760013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3" name="Google Shape;2483;p36">
                <a:extLst>
                  <a:ext uri="{FF2B5EF4-FFF2-40B4-BE49-F238E27FC236}">
                    <a16:creationId xmlns:a16="http://schemas.microsoft.com/office/drawing/2014/main" id="{2705D646-AACD-FABA-396A-B01EA88E1463}"/>
                  </a:ext>
                </a:extLst>
              </p:cNvPr>
              <p:cNvSpPr/>
              <p:nvPr/>
            </p:nvSpPr>
            <p:spPr>
              <a:xfrm>
                <a:off x="783764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4" name="Google Shape;2484;p36">
                <a:extLst>
                  <a:ext uri="{FF2B5EF4-FFF2-40B4-BE49-F238E27FC236}">
                    <a16:creationId xmlns:a16="http://schemas.microsoft.com/office/drawing/2014/main" id="{759F8F35-AEFE-9CB3-AC7B-FFA1703CD7AC}"/>
                  </a:ext>
                </a:extLst>
              </p:cNvPr>
              <p:cNvSpPr/>
              <p:nvPr/>
            </p:nvSpPr>
            <p:spPr>
              <a:xfrm>
                <a:off x="8075165"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5" name="Google Shape;2485;p36">
                <a:extLst>
                  <a:ext uri="{FF2B5EF4-FFF2-40B4-BE49-F238E27FC236}">
                    <a16:creationId xmlns:a16="http://schemas.microsoft.com/office/drawing/2014/main" id="{0CCA5EDA-C0BB-C3F5-C3A1-AAA6724C7072}"/>
                  </a:ext>
                </a:extLst>
              </p:cNvPr>
              <p:cNvSpPr/>
              <p:nvPr/>
            </p:nvSpPr>
            <p:spPr>
              <a:xfrm>
                <a:off x="8312681"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6" name="Google Shape;2486;p36">
                <a:extLst>
                  <a:ext uri="{FF2B5EF4-FFF2-40B4-BE49-F238E27FC236}">
                    <a16:creationId xmlns:a16="http://schemas.microsoft.com/office/drawing/2014/main" id="{5DE489A5-DDAF-D480-D61D-65DBEDCB476F}"/>
                  </a:ext>
                </a:extLst>
              </p:cNvPr>
              <p:cNvSpPr/>
              <p:nvPr/>
            </p:nvSpPr>
            <p:spPr>
              <a:xfrm>
                <a:off x="8550197"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7" name="Google Shape;2487;p36">
                <a:extLst>
                  <a:ext uri="{FF2B5EF4-FFF2-40B4-BE49-F238E27FC236}">
                    <a16:creationId xmlns:a16="http://schemas.microsoft.com/office/drawing/2014/main" id="{D12A70DA-FE1E-DDF7-6A51-34F9141D6146}"/>
                  </a:ext>
                </a:extLst>
              </p:cNvPr>
              <p:cNvSpPr/>
              <p:nvPr/>
            </p:nvSpPr>
            <p:spPr>
              <a:xfrm>
                <a:off x="8787713"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88" name="Google Shape;2488;p36">
                <a:extLst>
                  <a:ext uri="{FF2B5EF4-FFF2-40B4-BE49-F238E27FC236}">
                    <a16:creationId xmlns:a16="http://schemas.microsoft.com/office/drawing/2014/main" id="{E24E089C-ACD0-4AB7-150B-B0446C5CFE95}"/>
                  </a:ext>
                </a:extLst>
              </p:cNvPr>
              <p:cNvSpPr/>
              <p:nvPr/>
            </p:nvSpPr>
            <p:spPr>
              <a:xfrm>
                <a:off x="9025229" y="127800"/>
                <a:ext cx="118800" cy="535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489" name="Google Shape;2489;p36">
              <a:extLst>
                <a:ext uri="{FF2B5EF4-FFF2-40B4-BE49-F238E27FC236}">
                  <a16:creationId xmlns:a16="http://schemas.microsoft.com/office/drawing/2014/main" id="{89CA86D6-B246-536A-6C9E-11E82C0CD133}"/>
                </a:ext>
              </a:extLst>
            </p:cNvPr>
            <p:cNvSpPr/>
            <p:nvPr/>
          </p:nvSpPr>
          <p:spPr>
            <a:xfrm>
              <a:off x="0" y="4713650"/>
              <a:ext cx="9144000" cy="134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490" name="Google Shape;2490;p36">
              <a:extLst>
                <a:ext uri="{FF2B5EF4-FFF2-40B4-BE49-F238E27FC236}">
                  <a16:creationId xmlns:a16="http://schemas.microsoft.com/office/drawing/2014/main" id="{55CEE648-06B6-F19D-42A4-16AC4A653E0B}"/>
                </a:ext>
              </a:extLst>
            </p:cNvPr>
            <p:cNvGrpSpPr/>
            <p:nvPr/>
          </p:nvGrpSpPr>
          <p:grpSpPr>
            <a:xfrm flipH="1">
              <a:off x="2799500" y="4464750"/>
              <a:ext cx="306075" cy="248525"/>
              <a:chOff x="3769250" y="3246050"/>
              <a:chExt cx="306075" cy="248525"/>
            </a:xfrm>
          </p:grpSpPr>
          <p:sp>
            <p:nvSpPr>
              <p:cNvPr id="2491" name="Google Shape;2491;p36">
                <a:extLst>
                  <a:ext uri="{FF2B5EF4-FFF2-40B4-BE49-F238E27FC236}">
                    <a16:creationId xmlns:a16="http://schemas.microsoft.com/office/drawing/2014/main" id="{77F91807-61AB-AE26-0CB5-87C468CA53A6}"/>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2" name="Google Shape;2492;p36">
                <a:extLst>
                  <a:ext uri="{FF2B5EF4-FFF2-40B4-BE49-F238E27FC236}">
                    <a16:creationId xmlns:a16="http://schemas.microsoft.com/office/drawing/2014/main" id="{1DFBAD33-7299-114B-9FF3-0B264887864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3" name="Google Shape;2493;p36">
                <a:extLst>
                  <a:ext uri="{FF2B5EF4-FFF2-40B4-BE49-F238E27FC236}">
                    <a16:creationId xmlns:a16="http://schemas.microsoft.com/office/drawing/2014/main" id="{3C99484B-20E7-BA6F-765D-21C010560997}"/>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4" name="Google Shape;2494;p36">
                <a:extLst>
                  <a:ext uri="{FF2B5EF4-FFF2-40B4-BE49-F238E27FC236}">
                    <a16:creationId xmlns:a16="http://schemas.microsoft.com/office/drawing/2014/main" id="{327F614C-E55A-C7FA-46CE-0C6BFCE34C5D}"/>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495" name="Google Shape;2495;p36">
              <a:extLst>
                <a:ext uri="{FF2B5EF4-FFF2-40B4-BE49-F238E27FC236}">
                  <a16:creationId xmlns:a16="http://schemas.microsoft.com/office/drawing/2014/main" id="{19E17940-C9F4-8ACE-1FC4-8E42CAEE4596}"/>
                </a:ext>
              </a:extLst>
            </p:cNvPr>
            <p:cNvGrpSpPr/>
            <p:nvPr/>
          </p:nvGrpSpPr>
          <p:grpSpPr>
            <a:xfrm flipH="1">
              <a:off x="2341000" y="4464750"/>
              <a:ext cx="306075" cy="248525"/>
              <a:chOff x="3769250" y="3246050"/>
              <a:chExt cx="306075" cy="248525"/>
            </a:xfrm>
          </p:grpSpPr>
          <p:sp>
            <p:nvSpPr>
              <p:cNvPr id="2496" name="Google Shape;2496;p36">
                <a:extLst>
                  <a:ext uri="{FF2B5EF4-FFF2-40B4-BE49-F238E27FC236}">
                    <a16:creationId xmlns:a16="http://schemas.microsoft.com/office/drawing/2014/main" id="{57FB5DE2-05A0-9B09-593E-AFA2AAD41375}"/>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7" name="Google Shape;2497;p36">
                <a:extLst>
                  <a:ext uri="{FF2B5EF4-FFF2-40B4-BE49-F238E27FC236}">
                    <a16:creationId xmlns:a16="http://schemas.microsoft.com/office/drawing/2014/main" id="{C175AEDA-4E96-E854-D5F0-0D3C81EC3910}"/>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8" name="Google Shape;2498;p36">
                <a:extLst>
                  <a:ext uri="{FF2B5EF4-FFF2-40B4-BE49-F238E27FC236}">
                    <a16:creationId xmlns:a16="http://schemas.microsoft.com/office/drawing/2014/main" id="{85350453-F0C9-6D0C-FE57-7B14331CE8B9}"/>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499" name="Google Shape;2499;p36">
                <a:extLst>
                  <a:ext uri="{FF2B5EF4-FFF2-40B4-BE49-F238E27FC236}">
                    <a16:creationId xmlns:a16="http://schemas.microsoft.com/office/drawing/2014/main" id="{47968343-3D15-B1FD-682D-B24FFB16E7C6}"/>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0" name="Google Shape;2500;p36">
              <a:extLst>
                <a:ext uri="{FF2B5EF4-FFF2-40B4-BE49-F238E27FC236}">
                  <a16:creationId xmlns:a16="http://schemas.microsoft.com/office/drawing/2014/main" id="{D32D0998-D717-8EEB-151F-262B376F7845}"/>
                </a:ext>
              </a:extLst>
            </p:cNvPr>
            <p:cNvGrpSpPr/>
            <p:nvPr/>
          </p:nvGrpSpPr>
          <p:grpSpPr>
            <a:xfrm flipH="1">
              <a:off x="1882500" y="4464750"/>
              <a:ext cx="306075" cy="248525"/>
              <a:chOff x="3769250" y="3246050"/>
              <a:chExt cx="306075" cy="248525"/>
            </a:xfrm>
          </p:grpSpPr>
          <p:sp>
            <p:nvSpPr>
              <p:cNvPr id="2501" name="Google Shape;2501;p36">
                <a:extLst>
                  <a:ext uri="{FF2B5EF4-FFF2-40B4-BE49-F238E27FC236}">
                    <a16:creationId xmlns:a16="http://schemas.microsoft.com/office/drawing/2014/main" id="{0DA007D9-D510-0F6D-3EB7-78BA1A1050E8}"/>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2" name="Google Shape;2502;p36">
                <a:extLst>
                  <a:ext uri="{FF2B5EF4-FFF2-40B4-BE49-F238E27FC236}">
                    <a16:creationId xmlns:a16="http://schemas.microsoft.com/office/drawing/2014/main" id="{93E049A5-836F-A427-2E4A-6104D83544AB}"/>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3" name="Google Shape;2503;p36">
                <a:extLst>
                  <a:ext uri="{FF2B5EF4-FFF2-40B4-BE49-F238E27FC236}">
                    <a16:creationId xmlns:a16="http://schemas.microsoft.com/office/drawing/2014/main" id="{9CF97083-1916-0158-FAED-70AD0492B152}"/>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4" name="Google Shape;2504;p36">
                <a:extLst>
                  <a:ext uri="{FF2B5EF4-FFF2-40B4-BE49-F238E27FC236}">
                    <a16:creationId xmlns:a16="http://schemas.microsoft.com/office/drawing/2014/main" id="{2CF328C7-727A-78A8-AC88-F908227FCFF9}"/>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05" name="Google Shape;2505;p36">
              <a:extLst>
                <a:ext uri="{FF2B5EF4-FFF2-40B4-BE49-F238E27FC236}">
                  <a16:creationId xmlns:a16="http://schemas.microsoft.com/office/drawing/2014/main" id="{8CB31D81-0343-CFFC-1820-9339E60BA515}"/>
                </a:ext>
              </a:extLst>
            </p:cNvPr>
            <p:cNvGrpSpPr/>
            <p:nvPr/>
          </p:nvGrpSpPr>
          <p:grpSpPr>
            <a:xfrm flipH="1">
              <a:off x="3179200" y="4128775"/>
              <a:ext cx="306075" cy="248525"/>
              <a:chOff x="3769250" y="3246050"/>
              <a:chExt cx="306075" cy="248525"/>
            </a:xfrm>
          </p:grpSpPr>
          <p:sp>
            <p:nvSpPr>
              <p:cNvPr id="2506" name="Google Shape;2506;p36">
                <a:extLst>
                  <a:ext uri="{FF2B5EF4-FFF2-40B4-BE49-F238E27FC236}">
                    <a16:creationId xmlns:a16="http://schemas.microsoft.com/office/drawing/2014/main" id="{DF62078E-1328-41B7-23D9-4836F98D5CC1}"/>
                  </a:ext>
                </a:extLst>
              </p:cNvPr>
              <p:cNvSpPr/>
              <p:nvPr/>
            </p:nvSpPr>
            <p:spPr>
              <a:xfrm>
                <a:off x="3904350" y="3426175"/>
                <a:ext cx="35875" cy="68400"/>
              </a:xfrm>
              <a:custGeom>
                <a:avLst/>
                <a:gdLst/>
                <a:ahLst/>
                <a:cxnLst/>
                <a:rect l="l" t="t" r="r" b="b"/>
                <a:pathLst>
                  <a:path w="1435" h="2736" extrusionOk="0">
                    <a:moveTo>
                      <a:pt x="0" y="0"/>
                    </a:moveTo>
                    <a:lnTo>
                      <a:pt x="0" y="2736"/>
                    </a:lnTo>
                    <a:lnTo>
                      <a:pt x="1435" y="2736"/>
                    </a:lnTo>
                    <a:lnTo>
                      <a:pt x="14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7" name="Google Shape;2507;p36">
                <a:extLst>
                  <a:ext uri="{FF2B5EF4-FFF2-40B4-BE49-F238E27FC236}">
                    <a16:creationId xmlns:a16="http://schemas.microsoft.com/office/drawing/2014/main" id="{CDCED441-32B3-0825-CA62-397382193D03}"/>
                  </a:ext>
                </a:extLst>
              </p:cNvPr>
              <p:cNvSpPr/>
              <p:nvPr/>
            </p:nvSpPr>
            <p:spPr>
              <a:xfrm>
                <a:off x="3904350" y="3426175"/>
                <a:ext cx="35875" cy="32550"/>
              </a:xfrm>
              <a:custGeom>
                <a:avLst/>
                <a:gdLst/>
                <a:ahLst/>
                <a:cxnLst/>
                <a:rect l="l" t="t" r="r" b="b"/>
                <a:pathLst>
                  <a:path w="1435" h="1302" extrusionOk="0">
                    <a:moveTo>
                      <a:pt x="0" y="0"/>
                    </a:moveTo>
                    <a:lnTo>
                      <a:pt x="0" y="1301"/>
                    </a:lnTo>
                    <a:lnTo>
                      <a:pt x="1435" y="1301"/>
                    </a:lnTo>
                    <a:lnTo>
                      <a:pt x="14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8" name="Google Shape;2508;p36">
                <a:extLst>
                  <a:ext uri="{FF2B5EF4-FFF2-40B4-BE49-F238E27FC236}">
                    <a16:creationId xmlns:a16="http://schemas.microsoft.com/office/drawing/2014/main" id="{F281AB4A-5940-65A3-4394-8F0085C82BAD}"/>
                  </a:ext>
                </a:extLst>
              </p:cNvPr>
              <p:cNvSpPr/>
              <p:nvPr/>
            </p:nvSpPr>
            <p:spPr>
              <a:xfrm>
                <a:off x="3780100" y="3256050"/>
                <a:ext cx="284375" cy="170150"/>
              </a:xfrm>
              <a:custGeom>
                <a:avLst/>
                <a:gdLst/>
                <a:ahLst/>
                <a:cxnLst/>
                <a:rect l="l" t="t" r="r" b="b"/>
                <a:pathLst>
                  <a:path w="11375" h="6806" extrusionOk="0">
                    <a:moveTo>
                      <a:pt x="1034" y="0"/>
                    </a:moveTo>
                    <a:lnTo>
                      <a:pt x="701" y="2269"/>
                    </a:lnTo>
                    <a:lnTo>
                      <a:pt x="367" y="4537"/>
                    </a:lnTo>
                    <a:lnTo>
                      <a:pt x="0" y="6805"/>
                    </a:lnTo>
                    <a:lnTo>
                      <a:pt x="10341" y="6805"/>
                    </a:lnTo>
                    <a:lnTo>
                      <a:pt x="10674" y="4537"/>
                    </a:lnTo>
                    <a:lnTo>
                      <a:pt x="11008" y="2269"/>
                    </a:lnTo>
                    <a:lnTo>
                      <a:pt x="113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09" name="Google Shape;2509;p36">
                <a:extLst>
                  <a:ext uri="{FF2B5EF4-FFF2-40B4-BE49-F238E27FC236}">
                    <a16:creationId xmlns:a16="http://schemas.microsoft.com/office/drawing/2014/main" id="{1E4ECBFF-170C-406E-32C7-759FF713808F}"/>
                  </a:ext>
                </a:extLst>
              </p:cNvPr>
              <p:cNvSpPr/>
              <p:nvPr/>
            </p:nvSpPr>
            <p:spPr>
              <a:xfrm>
                <a:off x="3769250" y="3246050"/>
                <a:ext cx="306075" cy="190975"/>
              </a:xfrm>
              <a:custGeom>
                <a:avLst/>
                <a:gdLst/>
                <a:ahLst/>
                <a:cxnLst/>
                <a:rect l="l" t="t" r="r" b="b"/>
                <a:pathLst>
                  <a:path w="12243" h="7639" extrusionOk="0">
                    <a:moveTo>
                      <a:pt x="3570" y="834"/>
                    </a:moveTo>
                    <a:lnTo>
                      <a:pt x="3336" y="2268"/>
                    </a:lnTo>
                    <a:lnTo>
                      <a:pt x="1602" y="2268"/>
                    </a:lnTo>
                    <a:lnTo>
                      <a:pt x="1835" y="834"/>
                    </a:lnTo>
                    <a:close/>
                    <a:moveTo>
                      <a:pt x="6172" y="834"/>
                    </a:moveTo>
                    <a:lnTo>
                      <a:pt x="5938" y="2268"/>
                    </a:lnTo>
                    <a:lnTo>
                      <a:pt x="4203" y="2268"/>
                    </a:lnTo>
                    <a:lnTo>
                      <a:pt x="4437" y="834"/>
                    </a:lnTo>
                    <a:close/>
                    <a:moveTo>
                      <a:pt x="8740" y="834"/>
                    </a:moveTo>
                    <a:lnTo>
                      <a:pt x="8507" y="2268"/>
                    </a:lnTo>
                    <a:lnTo>
                      <a:pt x="6772" y="2268"/>
                    </a:lnTo>
                    <a:lnTo>
                      <a:pt x="7005" y="834"/>
                    </a:lnTo>
                    <a:close/>
                    <a:moveTo>
                      <a:pt x="11309" y="834"/>
                    </a:moveTo>
                    <a:lnTo>
                      <a:pt x="11108" y="2268"/>
                    </a:lnTo>
                    <a:lnTo>
                      <a:pt x="9374" y="2268"/>
                    </a:lnTo>
                    <a:lnTo>
                      <a:pt x="9574" y="834"/>
                    </a:lnTo>
                    <a:close/>
                    <a:moveTo>
                      <a:pt x="3236" y="3102"/>
                    </a:moveTo>
                    <a:lnTo>
                      <a:pt x="3003" y="4537"/>
                    </a:lnTo>
                    <a:lnTo>
                      <a:pt x="1268" y="4537"/>
                    </a:lnTo>
                    <a:lnTo>
                      <a:pt x="1502" y="3102"/>
                    </a:lnTo>
                    <a:close/>
                    <a:moveTo>
                      <a:pt x="5805" y="3102"/>
                    </a:moveTo>
                    <a:lnTo>
                      <a:pt x="5571" y="4537"/>
                    </a:lnTo>
                    <a:lnTo>
                      <a:pt x="3837" y="4537"/>
                    </a:lnTo>
                    <a:lnTo>
                      <a:pt x="4070" y="3102"/>
                    </a:lnTo>
                    <a:close/>
                    <a:moveTo>
                      <a:pt x="8373" y="3102"/>
                    </a:moveTo>
                    <a:lnTo>
                      <a:pt x="8173" y="4537"/>
                    </a:lnTo>
                    <a:lnTo>
                      <a:pt x="6438" y="4537"/>
                    </a:lnTo>
                    <a:lnTo>
                      <a:pt x="6639" y="3102"/>
                    </a:lnTo>
                    <a:close/>
                    <a:moveTo>
                      <a:pt x="10975" y="3102"/>
                    </a:moveTo>
                    <a:lnTo>
                      <a:pt x="10741" y="4537"/>
                    </a:lnTo>
                    <a:lnTo>
                      <a:pt x="9007" y="4537"/>
                    </a:lnTo>
                    <a:lnTo>
                      <a:pt x="9240" y="3102"/>
                    </a:lnTo>
                    <a:close/>
                    <a:moveTo>
                      <a:pt x="2869" y="5371"/>
                    </a:moveTo>
                    <a:lnTo>
                      <a:pt x="2669" y="6805"/>
                    </a:lnTo>
                    <a:lnTo>
                      <a:pt x="934" y="6805"/>
                    </a:lnTo>
                    <a:lnTo>
                      <a:pt x="1135" y="5371"/>
                    </a:lnTo>
                    <a:close/>
                    <a:moveTo>
                      <a:pt x="5471" y="5371"/>
                    </a:moveTo>
                    <a:lnTo>
                      <a:pt x="5238" y="6805"/>
                    </a:lnTo>
                    <a:lnTo>
                      <a:pt x="3503" y="6805"/>
                    </a:lnTo>
                    <a:lnTo>
                      <a:pt x="3736" y="5371"/>
                    </a:lnTo>
                    <a:close/>
                    <a:moveTo>
                      <a:pt x="8040" y="5371"/>
                    </a:moveTo>
                    <a:lnTo>
                      <a:pt x="7806" y="6805"/>
                    </a:lnTo>
                    <a:lnTo>
                      <a:pt x="6071" y="6805"/>
                    </a:lnTo>
                    <a:lnTo>
                      <a:pt x="6305" y="5371"/>
                    </a:lnTo>
                    <a:close/>
                    <a:moveTo>
                      <a:pt x="10608" y="5371"/>
                    </a:moveTo>
                    <a:lnTo>
                      <a:pt x="10408" y="6805"/>
                    </a:lnTo>
                    <a:lnTo>
                      <a:pt x="8673" y="6805"/>
                    </a:lnTo>
                    <a:lnTo>
                      <a:pt x="8873" y="5371"/>
                    </a:lnTo>
                    <a:close/>
                    <a:moveTo>
                      <a:pt x="1468" y="0"/>
                    </a:moveTo>
                    <a:cubicBezTo>
                      <a:pt x="1268" y="0"/>
                      <a:pt x="1101" y="134"/>
                      <a:pt x="1068" y="334"/>
                    </a:cubicBezTo>
                    <a:lnTo>
                      <a:pt x="701" y="2602"/>
                    </a:lnTo>
                    <a:lnTo>
                      <a:pt x="367" y="4870"/>
                    </a:lnTo>
                    <a:lnTo>
                      <a:pt x="34" y="7172"/>
                    </a:lnTo>
                    <a:cubicBezTo>
                      <a:pt x="0" y="7272"/>
                      <a:pt x="34" y="7405"/>
                      <a:pt x="134" y="7506"/>
                    </a:cubicBezTo>
                    <a:cubicBezTo>
                      <a:pt x="201" y="7572"/>
                      <a:pt x="334" y="7639"/>
                      <a:pt x="434" y="7639"/>
                    </a:cubicBezTo>
                    <a:lnTo>
                      <a:pt x="10775" y="7639"/>
                    </a:lnTo>
                    <a:cubicBezTo>
                      <a:pt x="10975" y="7639"/>
                      <a:pt x="11142" y="7472"/>
                      <a:pt x="11175" y="7272"/>
                    </a:cubicBezTo>
                    <a:lnTo>
                      <a:pt x="11509" y="5004"/>
                    </a:lnTo>
                    <a:lnTo>
                      <a:pt x="11876" y="2735"/>
                    </a:lnTo>
                    <a:lnTo>
                      <a:pt x="12209" y="467"/>
                    </a:lnTo>
                    <a:cubicBezTo>
                      <a:pt x="12243" y="334"/>
                      <a:pt x="12209" y="234"/>
                      <a:pt x="12109" y="134"/>
                    </a:cubicBezTo>
                    <a:cubicBezTo>
                      <a:pt x="12042" y="34"/>
                      <a:pt x="11909" y="0"/>
                      <a:pt x="1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nvGrpSpPr>
            <p:cNvPr id="2510" name="Google Shape;2510;p36">
              <a:extLst>
                <a:ext uri="{FF2B5EF4-FFF2-40B4-BE49-F238E27FC236}">
                  <a16:creationId xmlns:a16="http://schemas.microsoft.com/office/drawing/2014/main" id="{AD610CAE-1AAA-5CFF-5127-59D8AAB231A0}"/>
                </a:ext>
              </a:extLst>
            </p:cNvPr>
            <p:cNvGrpSpPr/>
            <p:nvPr/>
          </p:nvGrpSpPr>
          <p:grpSpPr>
            <a:xfrm>
              <a:off x="4009200" y="4172458"/>
              <a:ext cx="275225" cy="539575"/>
              <a:chOff x="1386750" y="433250"/>
              <a:chExt cx="275225" cy="539575"/>
            </a:xfrm>
          </p:grpSpPr>
          <p:sp>
            <p:nvSpPr>
              <p:cNvPr id="2511" name="Google Shape;2511;p36">
                <a:extLst>
                  <a:ext uri="{FF2B5EF4-FFF2-40B4-BE49-F238E27FC236}">
                    <a16:creationId xmlns:a16="http://schemas.microsoft.com/office/drawing/2014/main" id="{81DA9DA5-EA2E-37A2-AE7E-5DF5EEE9CF6D}"/>
                  </a:ext>
                </a:extLst>
              </p:cNvPr>
              <p:cNvSpPr/>
              <p:nvPr/>
            </p:nvSpPr>
            <p:spPr>
              <a:xfrm>
                <a:off x="1386750" y="433250"/>
                <a:ext cx="275225" cy="391975"/>
              </a:xfrm>
              <a:custGeom>
                <a:avLst/>
                <a:gdLst/>
                <a:ahLst/>
                <a:cxnLst/>
                <a:rect l="l" t="t" r="r" b="b"/>
                <a:pathLst>
                  <a:path w="11009" h="15679" extrusionOk="0">
                    <a:moveTo>
                      <a:pt x="5504" y="1"/>
                    </a:moveTo>
                    <a:cubicBezTo>
                      <a:pt x="2469" y="1"/>
                      <a:pt x="0" y="2436"/>
                      <a:pt x="0" y="5471"/>
                    </a:cubicBezTo>
                    <a:lnTo>
                      <a:pt x="0" y="9941"/>
                    </a:lnTo>
                    <a:lnTo>
                      <a:pt x="0" y="10208"/>
                    </a:lnTo>
                    <a:cubicBezTo>
                      <a:pt x="0" y="13243"/>
                      <a:pt x="2469" y="15678"/>
                      <a:pt x="5504" y="15678"/>
                    </a:cubicBezTo>
                    <a:cubicBezTo>
                      <a:pt x="8540" y="15678"/>
                      <a:pt x="11008" y="13243"/>
                      <a:pt x="11008" y="10208"/>
                    </a:cubicBezTo>
                    <a:lnTo>
                      <a:pt x="11008" y="9941"/>
                    </a:lnTo>
                    <a:lnTo>
                      <a:pt x="11008" y="5471"/>
                    </a:lnTo>
                    <a:cubicBezTo>
                      <a:pt x="10975" y="2436"/>
                      <a:pt x="8540"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12" name="Google Shape;2512;p36">
                <a:extLst>
                  <a:ext uri="{FF2B5EF4-FFF2-40B4-BE49-F238E27FC236}">
                    <a16:creationId xmlns:a16="http://schemas.microsoft.com/office/drawing/2014/main" id="{CA41D66C-7433-BE67-28F3-1DAAFA440E95}"/>
                  </a:ext>
                </a:extLst>
              </p:cNvPr>
              <p:cNvGrpSpPr/>
              <p:nvPr/>
            </p:nvGrpSpPr>
            <p:grpSpPr>
              <a:xfrm>
                <a:off x="1458450" y="546675"/>
                <a:ext cx="131800" cy="426150"/>
                <a:chOff x="1458450" y="546675"/>
                <a:chExt cx="131800" cy="426150"/>
              </a:xfrm>
            </p:grpSpPr>
            <p:sp>
              <p:nvSpPr>
                <p:cNvPr id="2513" name="Google Shape;2513;p36">
                  <a:extLst>
                    <a:ext uri="{FF2B5EF4-FFF2-40B4-BE49-F238E27FC236}">
                      <a16:creationId xmlns:a16="http://schemas.microsoft.com/office/drawing/2014/main" id="{E6350A87-408B-80DF-9BD8-0490925102B2}"/>
                    </a:ext>
                  </a:extLst>
                </p:cNvPr>
                <p:cNvSpPr/>
                <p:nvPr/>
              </p:nvSpPr>
              <p:spPr>
                <a:xfrm>
                  <a:off x="1513500" y="546675"/>
                  <a:ext cx="20875" cy="426150"/>
                </a:xfrm>
                <a:custGeom>
                  <a:avLst/>
                  <a:gdLst/>
                  <a:ahLst/>
                  <a:cxnLst/>
                  <a:rect l="l" t="t" r="r" b="b"/>
                  <a:pathLst>
                    <a:path w="835" h="17046" extrusionOk="0">
                      <a:moveTo>
                        <a:pt x="434" y="0"/>
                      </a:moveTo>
                      <a:cubicBezTo>
                        <a:pt x="201" y="0"/>
                        <a:pt x="1" y="200"/>
                        <a:pt x="1" y="434"/>
                      </a:cubicBezTo>
                      <a:lnTo>
                        <a:pt x="1" y="16645"/>
                      </a:lnTo>
                      <a:cubicBezTo>
                        <a:pt x="1" y="16879"/>
                        <a:pt x="201" y="17046"/>
                        <a:pt x="434" y="17046"/>
                      </a:cubicBezTo>
                      <a:cubicBezTo>
                        <a:pt x="668" y="17046"/>
                        <a:pt x="834" y="16879"/>
                        <a:pt x="834" y="16645"/>
                      </a:cubicBezTo>
                      <a:lnTo>
                        <a:pt x="834" y="434"/>
                      </a:lnTo>
                      <a:cubicBezTo>
                        <a:pt x="834" y="200"/>
                        <a:pt x="668"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4" name="Google Shape;2514;p36">
                  <a:extLst>
                    <a:ext uri="{FF2B5EF4-FFF2-40B4-BE49-F238E27FC236}">
                      <a16:creationId xmlns:a16="http://schemas.microsoft.com/office/drawing/2014/main" id="{AA49D53B-3964-4528-0185-BCC055674B1D}"/>
                    </a:ext>
                  </a:extLst>
                </p:cNvPr>
                <p:cNvSpPr/>
                <p:nvPr/>
              </p:nvSpPr>
              <p:spPr>
                <a:xfrm>
                  <a:off x="1512675" y="590250"/>
                  <a:ext cx="77575" cy="75700"/>
                </a:xfrm>
                <a:custGeom>
                  <a:avLst/>
                  <a:gdLst/>
                  <a:ahLst/>
                  <a:cxnLst/>
                  <a:rect l="l" t="t" r="r" b="b"/>
                  <a:pathLst>
                    <a:path w="3103" h="3028" extrusionOk="0">
                      <a:moveTo>
                        <a:pt x="2635" y="0"/>
                      </a:moveTo>
                      <a:cubicBezTo>
                        <a:pt x="2527" y="0"/>
                        <a:pt x="2419" y="42"/>
                        <a:pt x="2335" y="125"/>
                      </a:cubicBezTo>
                      <a:lnTo>
                        <a:pt x="167" y="2293"/>
                      </a:lnTo>
                      <a:cubicBezTo>
                        <a:pt x="0" y="2460"/>
                        <a:pt x="0" y="2727"/>
                        <a:pt x="167" y="2894"/>
                      </a:cubicBezTo>
                      <a:cubicBezTo>
                        <a:pt x="234" y="2961"/>
                        <a:pt x="367" y="3027"/>
                        <a:pt x="467" y="3027"/>
                      </a:cubicBezTo>
                      <a:cubicBezTo>
                        <a:pt x="567" y="3027"/>
                        <a:pt x="667" y="2994"/>
                        <a:pt x="767" y="2894"/>
                      </a:cubicBezTo>
                      <a:lnTo>
                        <a:pt x="2936" y="726"/>
                      </a:lnTo>
                      <a:cubicBezTo>
                        <a:pt x="3102" y="559"/>
                        <a:pt x="3102" y="292"/>
                        <a:pt x="2936" y="125"/>
                      </a:cubicBezTo>
                      <a:cubicBezTo>
                        <a:pt x="2852" y="42"/>
                        <a:pt x="2744" y="0"/>
                        <a:pt x="2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5" name="Google Shape;2515;p36">
                  <a:extLst>
                    <a:ext uri="{FF2B5EF4-FFF2-40B4-BE49-F238E27FC236}">
                      <a16:creationId xmlns:a16="http://schemas.microsoft.com/office/drawing/2014/main" id="{ED274961-CB41-6A9A-4451-67EF4FF1A119}"/>
                    </a:ext>
                  </a:extLst>
                </p:cNvPr>
                <p:cNvSpPr/>
                <p:nvPr/>
              </p:nvSpPr>
              <p:spPr>
                <a:xfrm>
                  <a:off x="1458450" y="645075"/>
                  <a:ext cx="77600" cy="75075"/>
                </a:xfrm>
                <a:custGeom>
                  <a:avLst/>
                  <a:gdLst/>
                  <a:ahLst/>
                  <a:cxnLst/>
                  <a:rect l="l" t="t" r="r" b="b"/>
                  <a:pathLst>
                    <a:path w="3104" h="3003" extrusionOk="0">
                      <a:moveTo>
                        <a:pt x="439" y="0"/>
                      </a:moveTo>
                      <a:cubicBezTo>
                        <a:pt x="335" y="0"/>
                        <a:pt x="234" y="34"/>
                        <a:pt x="168" y="100"/>
                      </a:cubicBezTo>
                      <a:cubicBezTo>
                        <a:pt x="1" y="267"/>
                        <a:pt x="1" y="534"/>
                        <a:pt x="168" y="701"/>
                      </a:cubicBezTo>
                      <a:lnTo>
                        <a:pt x="2336" y="2869"/>
                      </a:lnTo>
                      <a:cubicBezTo>
                        <a:pt x="2403" y="2969"/>
                        <a:pt x="2536" y="3002"/>
                        <a:pt x="2636" y="3002"/>
                      </a:cubicBezTo>
                      <a:cubicBezTo>
                        <a:pt x="2736" y="3002"/>
                        <a:pt x="2836" y="2969"/>
                        <a:pt x="2936" y="2869"/>
                      </a:cubicBezTo>
                      <a:cubicBezTo>
                        <a:pt x="3103" y="2736"/>
                        <a:pt x="3103" y="2469"/>
                        <a:pt x="2936" y="2302"/>
                      </a:cubicBezTo>
                      <a:lnTo>
                        <a:pt x="735" y="100"/>
                      </a:lnTo>
                      <a:cubicBezTo>
                        <a:pt x="651" y="34"/>
                        <a:pt x="543" y="0"/>
                        <a:pt x="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grpSp>
          <p:nvGrpSpPr>
            <p:cNvPr id="2516" name="Google Shape;2516;p36">
              <a:extLst>
                <a:ext uri="{FF2B5EF4-FFF2-40B4-BE49-F238E27FC236}">
                  <a16:creationId xmlns:a16="http://schemas.microsoft.com/office/drawing/2014/main" id="{889D3E5F-B4A8-99BE-1103-77A8F87DE76B}"/>
                </a:ext>
              </a:extLst>
            </p:cNvPr>
            <p:cNvGrpSpPr/>
            <p:nvPr/>
          </p:nvGrpSpPr>
          <p:grpSpPr>
            <a:xfrm>
              <a:off x="842771" y="3859941"/>
              <a:ext cx="388650" cy="1075800"/>
              <a:chOff x="8604725" y="1802350"/>
              <a:chExt cx="388650" cy="1075800"/>
            </a:xfrm>
          </p:grpSpPr>
          <p:sp>
            <p:nvSpPr>
              <p:cNvPr id="2517" name="Google Shape;2517;p36">
                <a:extLst>
                  <a:ext uri="{FF2B5EF4-FFF2-40B4-BE49-F238E27FC236}">
                    <a16:creationId xmlns:a16="http://schemas.microsoft.com/office/drawing/2014/main" id="{62EDB613-F2A6-F04E-3F2B-E9E11C19C032}"/>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8" name="Google Shape;2518;p36">
                <a:extLst>
                  <a:ext uri="{FF2B5EF4-FFF2-40B4-BE49-F238E27FC236}">
                    <a16:creationId xmlns:a16="http://schemas.microsoft.com/office/drawing/2014/main" id="{3F1312AB-451B-3499-172B-2FCCEC7E16D6}"/>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19" name="Google Shape;2519;p36">
                <a:extLst>
                  <a:ext uri="{FF2B5EF4-FFF2-40B4-BE49-F238E27FC236}">
                    <a16:creationId xmlns:a16="http://schemas.microsoft.com/office/drawing/2014/main" id="{7E182A79-1541-BCD8-8D83-14541DB5B390}"/>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0" name="Google Shape;2520;p36">
                <a:extLst>
                  <a:ext uri="{FF2B5EF4-FFF2-40B4-BE49-F238E27FC236}">
                    <a16:creationId xmlns:a16="http://schemas.microsoft.com/office/drawing/2014/main" id="{4ED4AC5D-1C04-5699-1BB5-B73DBFD6DB2A}"/>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1" name="Google Shape;2521;p36">
                <a:extLst>
                  <a:ext uri="{FF2B5EF4-FFF2-40B4-BE49-F238E27FC236}">
                    <a16:creationId xmlns:a16="http://schemas.microsoft.com/office/drawing/2014/main" id="{9231B5AA-C2C0-8877-5803-81F029AF412B}"/>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2" name="Google Shape;2522;p36">
                <a:extLst>
                  <a:ext uri="{FF2B5EF4-FFF2-40B4-BE49-F238E27FC236}">
                    <a16:creationId xmlns:a16="http://schemas.microsoft.com/office/drawing/2014/main" id="{F1408ABE-6843-AADE-A5D1-0691E5F1E58B}"/>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3" name="Google Shape;2523;p36">
                <a:extLst>
                  <a:ext uri="{FF2B5EF4-FFF2-40B4-BE49-F238E27FC236}">
                    <a16:creationId xmlns:a16="http://schemas.microsoft.com/office/drawing/2014/main" id="{703A5BEC-7549-5B82-32EC-FEF6BB91C475}"/>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4" name="Google Shape;2524;p36">
                <a:extLst>
                  <a:ext uri="{FF2B5EF4-FFF2-40B4-BE49-F238E27FC236}">
                    <a16:creationId xmlns:a16="http://schemas.microsoft.com/office/drawing/2014/main" id="{6F48357C-AEC1-B284-E579-071E66B1509E}"/>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sp>
          <p:nvSpPr>
            <p:cNvPr id="2525" name="Google Shape;2525;p36">
              <a:extLst>
                <a:ext uri="{FF2B5EF4-FFF2-40B4-BE49-F238E27FC236}">
                  <a16:creationId xmlns:a16="http://schemas.microsoft.com/office/drawing/2014/main" id="{FE1DA138-47C6-88A7-5D06-36EF296D397F}"/>
                </a:ext>
              </a:extLst>
            </p:cNvPr>
            <p:cNvSpPr/>
            <p:nvPr/>
          </p:nvSpPr>
          <p:spPr>
            <a:xfrm>
              <a:off x="0" y="4848125"/>
              <a:ext cx="9144000" cy="295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nvGrpSpPr>
            <p:cNvPr id="2526" name="Google Shape;2526;p36">
              <a:extLst>
                <a:ext uri="{FF2B5EF4-FFF2-40B4-BE49-F238E27FC236}">
                  <a16:creationId xmlns:a16="http://schemas.microsoft.com/office/drawing/2014/main" id="{957F8052-E62B-9CD6-5F17-022B0D87D0F5}"/>
                </a:ext>
              </a:extLst>
            </p:cNvPr>
            <p:cNvGrpSpPr/>
            <p:nvPr/>
          </p:nvGrpSpPr>
          <p:grpSpPr>
            <a:xfrm>
              <a:off x="324571" y="4143900"/>
              <a:ext cx="388650" cy="1075800"/>
              <a:chOff x="8604725" y="1802350"/>
              <a:chExt cx="388650" cy="1075800"/>
            </a:xfrm>
          </p:grpSpPr>
          <p:sp>
            <p:nvSpPr>
              <p:cNvPr id="2527" name="Google Shape;2527;p36">
                <a:extLst>
                  <a:ext uri="{FF2B5EF4-FFF2-40B4-BE49-F238E27FC236}">
                    <a16:creationId xmlns:a16="http://schemas.microsoft.com/office/drawing/2014/main" id="{1D9B4DCB-3D15-E23A-0986-97313A898CBA}"/>
                  </a:ext>
                </a:extLst>
              </p:cNvPr>
              <p:cNvSpPr/>
              <p:nvPr/>
            </p:nvSpPr>
            <p:spPr>
              <a:xfrm>
                <a:off x="8789025" y="2024175"/>
                <a:ext cx="20875" cy="853975"/>
              </a:xfrm>
              <a:custGeom>
                <a:avLst/>
                <a:gdLst/>
                <a:ahLst/>
                <a:cxnLst/>
                <a:rect l="l" t="t" r="r" b="b"/>
                <a:pathLst>
                  <a:path w="835" h="34159" extrusionOk="0">
                    <a:moveTo>
                      <a:pt x="1" y="1"/>
                    </a:moveTo>
                    <a:lnTo>
                      <a:pt x="1" y="34158"/>
                    </a:lnTo>
                    <a:lnTo>
                      <a:pt x="835" y="34158"/>
                    </a:lnTo>
                    <a:lnTo>
                      <a:pt x="8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8" name="Google Shape;2528;p36">
                <a:extLst>
                  <a:ext uri="{FF2B5EF4-FFF2-40B4-BE49-F238E27FC236}">
                    <a16:creationId xmlns:a16="http://schemas.microsoft.com/office/drawing/2014/main" id="{D0E3CE7F-A16B-BB5F-8C7D-CC1EF5241718}"/>
                  </a:ext>
                </a:extLst>
              </p:cNvPr>
              <p:cNvSpPr/>
              <p:nvPr/>
            </p:nvSpPr>
            <p:spPr>
              <a:xfrm>
                <a:off x="8789025" y="2024175"/>
                <a:ext cx="20875" cy="73400"/>
              </a:xfrm>
              <a:custGeom>
                <a:avLst/>
                <a:gdLst/>
                <a:ahLst/>
                <a:cxnLst/>
                <a:rect l="l" t="t" r="r" b="b"/>
                <a:pathLst>
                  <a:path w="835" h="2936" extrusionOk="0">
                    <a:moveTo>
                      <a:pt x="1" y="1"/>
                    </a:moveTo>
                    <a:lnTo>
                      <a:pt x="1" y="2936"/>
                    </a:lnTo>
                    <a:lnTo>
                      <a:pt x="835" y="2936"/>
                    </a:lnTo>
                    <a:lnTo>
                      <a:pt x="8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29" name="Google Shape;2529;p36">
                <a:extLst>
                  <a:ext uri="{FF2B5EF4-FFF2-40B4-BE49-F238E27FC236}">
                    <a16:creationId xmlns:a16="http://schemas.microsoft.com/office/drawing/2014/main" id="{81F261AA-05C6-3CCB-16F6-36D2F8478202}"/>
                  </a:ext>
                </a:extLst>
              </p:cNvPr>
              <p:cNvSpPr/>
              <p:nvPr/>
            </p:nvSpPr>
            <p:spPr>
              <a:xfrm>
                <a:off x="8769850" y="1995000"/>
                <a:ext cx="58400" cy="57550"/>
              </a:xfrm>
              <a:custGeom>
                <a:avLst/>
                <a:gdLst/>
                <a:ahLst/>
                <a:cxnLst/>
                <a:rect l="l" t="t" r="r" b="b"/>
                <a:pathLst>
                  <a:path w="2336" h="2302" extrusionOk="0">
                    <a:moveTo>
                      <a:pt x="1168" y="0"/>
                    </a:moveTo>
                    <a:cubicBezTo>
                      <a:pt x="534" y="0"/>
                      <a:pt x="0" y="500"/>
                      <a:pt x="0" y="1168"/>
                    </a:cubicBezTo>
                    <a:cubicBezTo>
                      <a:pt x="0" y="1801"/>
                      <a:pt x="534" y="2302"/>
                      <a:pt x="1168" y="2302"/>
                    </a:cubicBezTo>
                    <a:cubicBezTo>
                      <a:pt x="1802" y="2302"/>
                      <a:pt x="2335" y="1801"/>
                      <a:pt x="2335" y="1168"/>
                    </a:cubicBezTo>
                    <a:cubicBezTo>
                      <a:pt x="2335" y="500"/>
                      <a:pt x="1802" y="0"/>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0" name="Google Shape;2530;p36">
                <a:extLst>
                  <a:ext uri="{FF2B5EF4-FFF2-40B4-BE49-F238E27FC236}">
                    <a16:creationId xmlns:a16="http://schemas.microsoft.com/office/drawing/2014/main" id="{35BC0525-DF00-04DE-56A8-26A6EDB82D8F}"/>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1" name="Google Shape;2531;p36">
                <a:extLst>
                  <a:ext uri="{FF2B5EF4-FFF2-40B4-BE49-F238E27FC236}">
                    <a16:creationId xmlns:a16="http://schemas.microsoft.com/office/drawing/2014/main" id="{4FFCB933-4202-FD31-2D43-381B621D60AE}"/>
                  </a:ext>
                </a:extLst>
              </p:cNvPr>
              <p:cNvSpPr/>
              <p:nvPr/>
            </p:nvSpPr>
            <p:spPr>
              <a:xfrm>
                <a:off x="8789025" y="1802350"/>
                <a:ext cx="20875" cy="231850"/>
              </a:xfrm>
              <a:custGeom>
                <a:avLst/>
                <a:gdLst/>
                <a:ahLst/>
                <a:cxnLst/>
                <a:rect l="l" t="t" r="r" b="b"/>
                <a:pathLst>
                  <a:path w="835" h="9274" extrusionOk="0">
                    <a:moveTo>
                      <a:pt x="401" y="0"/>
                    </a:moveTo>
                    <a:cubicBezTo>
                      <a:pt x="167" y="0"/>
                      <a:pt x="1" y="201"/>
                      <a:pt x="1" y="434"/>
                    </a:cubicBezTo>
                    <a:lnTo>
                      <a:pt x="1" y="8874"/>
                    </a:lnTo>
                    <a:cubicBezTo>
                      <a:pt x="1" y="9074"/>
                      <a:pt x="167" y="9274"/>
                      <a:pt x="401" y="9274"/>
                    </a:cubicBezTo>
                    <a:cubicBezTo>
                      <a:pt x="634" y="9274"/>
                      <a:pt x="835" y="9107"/>
                      <a:pt x="835" y="8874"/>
                    </a:cubicBezTo>
                    <a:lnTo>
                      <a:pt x="835" y="434"/>
                    </a:lnTo>
                    <a:cubicBezTo>
                      <a:pt x="835" y="201"/>
                      <a:pt x="634" y="0"/>
                      <a:pt x="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2" name="Google Shape;2532;p36">
                <a:extLst>
                  <a:ext uri="{FF2B5EF4-FFF2-40B4-BE49-F238E27FC236}">
                    <a16:creationId xmlns:a16="http://schemas.microsoft.com/office/drawing/2014/main" id="{A2AFC87A-D76A-5939-0092-E34B091B3699}"/>
                  </a:ext>
                </a:extLst>
              </p:cNvPr>
              <p:cNvSpPr/>
              <p:nvPr/>
            </p:nvSpPr>
            <p:spPr>
              <a:xfrm>
                <a:off x="8604725" y="2013275"/>
                <a:ext cx="206000" cy="126850"/>
              </a:xfrm>
              <a:custGeom>
                <a:avLst/>
                <a:gdLst/>
                <a:ahLst/>
                <a:cxnLst/>
                <a:rect l="l" t="t" r="r" b="b"/>
                <a:pathLst>
                  <a:path w="8240" h="5074" extrusionOk="0">
                    <a:moveTo>
                      <a:pt x="7792" y="0"/>
                    </a:moveTo>
                    <a:cubicBezTo>
                      <a:pt x="7719" y="0"/>
                      <a:pt x="7644" y="22"/>
                      <a:pt x="7573" y="70"/>
                    </a:cubicBezTo>
                    <a:lnTo>
                      <a:pt x="268" y="4273"/>
                    </a:lnTo>
                    <a:cubicBezTo>
                      <a:pt x="67" y="4406"/>
                      <a:pt x="1" y="4640"/>
                      <a:pt x="101" y="4840"/>
                    </a:cubicBezTo>
                    <a:cubicBezTo>
                      <a:pt x="201" y="4973"/>
                      <a:pt x="334" y="5073"/>
                      <a:pt x="468" y="5073"/>
                    </a:cubicBezTo>
                    <a:cubicBezTo>
                      <a:pt x="534" y="5073"/>
                      <a:pt x="601" y="5040"/>
                      <a:pt x="668" y="5006"/>
                    </a:cubicBezTo>
                    <a:lnTo>
                      <a:pt x="7973" y="803"/>
                    </a:lnTo>
                    <a:cubicBezTo>
                      <a:pt x="8173" y="670"/>
                      <a:pt x="8240" y="403"/>
                      <a:pt x="8140" y="203"/>
                    </a:cubicBezTo>
                    <a:cubicBezTo>
                      <a:pt x="8054" y="74"/>
                      <a:pt x="7926" y="0"/>
                      <a:pt x="7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3" name="Google Shape;2533;p36">
                <a:extLst>
                  <a:ext uri="{FF2B5EF4-FFF2-40B4-BE49-F238E27FC236}">
                    <a16:creationId xmlns:a16="http://schemas.microsoft.com/office/drawing/2014/main" id="{AEE9FDF0-CFE2-E87E-F984-7413E180C8B3}"/>
                  </a:ext>
                </a:extLst>
              </p:cNvPr>
              <p:cNvSpPr/>
              <p:nvPr/>
            </p:nvSpPr>
            <p:spPr>
              <a:xfrm>
                <a:off x="8787350" y="2013275"/>
                <a:ext cx="206025" cy="126000"/>
              </a:xfrm>
              <a:custGeom>
                <a:avLst/>
                <a:gdLst/>
                <a:ahLst/>
                <a:cxnLst/>
                <a:rect l="l" t="t" r="r" b="b"/>
                <a:pathLst>
                  <a:path w="8241" h="5040" extrusionOk="0">
                    <a:moveTo>
                      <a:pt x="449" y="0"/>
                    </a:moveTo>
                    <a:cubicBezTo>
                      <a:pt x="315" y="0"/>
                      <a:pt x="187" y="74"/>
                      <a:pt x="101" y="203"/>
                    </a:cubicBezTo>
                    <a:cubicBezTo>
                      <a:pt x="1" y="403"/>
                      <a:pt x="68" y="670"/>
                      <a:pt x="268" y="770"/>
                    </a:cubicBezTo>
                    <a:lnTo>
                      <a:pt x="7573" y="5006"/>
                    </a:lnTo>
                    <a:cubicBezTo>
                      <a:pt x="7640" y="5040"/>
                      <a:pt x="7706" y="5040"/>
                      <a:pt x="7773" y="5040"/>
                    </a:cubicBezTo>
                    <a:cubicBezTo>
                      <a:pt x="7907" y="5040"/>
                      <a:pt x="8073" y="4973"/>
                      <a:pt x="8140" y="4840"/>
                    </a:cubicBezTo>
                    <a:cubicBezTo>
                      <a:pt x="8240" y="4640"/>
                      <a:pt x="8173" y="4373"/>
                      <a:pt x="7973" y="4273"/>
                    </a:cubicBezTo>
                    <a:lnTo>
                      <a:pt x="668" y="70"/>
                    </a:lnTo>
                    <a:cubicBezTo>
                      <a:pt x="597" y="22"/>
                      <a:pt x="522"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sp>
            <p:nvSpPr>
              <p:cNvPr id="2534" name="Google Shape;2534;p36">
                <a:extLst>
                  <a:ext uri="{FF2B5EF4-FFF2-40B4-BE49-F238E27FC236}">
                    <a16:creationId xmlns:a16="http://schemas.microsoft.com/office/drawing/2014/main" id="{72BC3BC4-9926-DCDB-3FB2-8AEF174FD89A}"/>
                  </a:ext>
                </a:extLst>
              </p:cNvPr>
              <p:cNvSpPr/>
              <p:nvPr/>
            </p:nvSpPr>
            <p:spPr>
              <a:xfrm>
                <a:off x="8777350" y="2002500"/>
                <a:ext cx="43400" cy="42550"/>
              </a:xfrm>
              <a:custGeom>
                <a:avLst/>
                <a:gdLst/>
                <a:ahLst/>
                <a:cxnLst/>
                <a:rect l="l" t="t" r="r" b="b"/>
                <a:pathLst>
                  <a:path w="1736" h="1702" extrusionOk="0">
                    <a:moveTo>
                      <a:pt x="868" y="401"/>
                    </a:moveTo>
                    <a:cubicBezTo>
                      <a:pt x="1101" y="401"/>
                      <a:pt x="1302" y="601"/>
                      <a:pt x="1302" y="868"/>
                    </a:cubicBezTo>
                    <a:cubicBezTo>
                      <a:pt x="1302" y="1101"/>
                      <a:pt x="1101" y="1301"/>
                      <a:pt x="868" y="1301"/>
                    </a:cubicBezTo>
                    <a:cubicBezTo>
                      <a:pt x="634" y="1301"/>
                      <a:pt x="434" y="1101"/>
                      <a:pt x="434" y="868"/>
                    </a:cubicBezTo>
                    <a:cubicBezTo>
                      <a:pt x="434" y="601"/>
                      <a:pt x="634" y="401"/>
                      <a:pt x="868" y="401"/>
                    </a:cubicBezTo>
                    <a:close/>
                    <a:moveTo>
                      <a:pt x="868" y="0"/>
                    </a:moveTo>
                    <a:cubicBezTo>
                      <a:pt x="401" y="0"/>
                      <a:pt x="1" y="401"/>
                      <a:pt x="1" y="868"/>
                    </a:cubicBezTo>
                    <a:cubicBezTo>
                      <a:pt x="1" y="1335"/>
                      <a:pt x="401" y="1701"/>
                      <a:pt x="868" y="1701"/>
                    </a:cubicBezTo>
                    <a:cubicBezTo>
                      <a:pt x="1335" y="1701"/>
                      <a:pt x="1735" y="1335"/>
                      <a:pt x="1735" y="868"/>
                    </a:cubicBezTo>
                    <a:cubicBezTo>
                      <a:pt x="1735" y="401"/>
                      <a:pt x="1335" y="0"/>
                      <a:pt x="8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MX" noProof="0" dirty="0"/>
              </a:p>
            </p:txBody>
          </p:sp>
        </p:grpSp>
      </p:grpSp>
      <p:sp>
        <p:nvSpPr>
          <p:cNvPr id="2" name="Slide Number Placeholder 1">
            <a:extLst>
              <a:ext uri="{FF2B5EF4-FFF2-40B4-BE49-F238E27FC236}">
                <a16:creationId xmlns:a16="http://schemas.microsoft.com/office/drawing/2014/main" id="{BE6264D0-76A6-1B62-E322-D45F28241B3D}"/>
              </a:ext>
            </a:extLst>
          </p:cNvPr>
          <p:cNvSpPr>
            <a:spLocks noGrp="1"/>
          </p:cNvSpPr>
          <p:nvPr>
            <p:ph type="sldNum" sz="quarter" idx="10"/>
          </p:nvPr>
        </p:nvSpPr>
        <p:spPr/>
        <p:txBody>
          <a:bodyPr/>
          <a:lstStyle/>
          <a:p>
            <a:fld id="{FD066784-9D51-4624-A73B-AF851740F580}" type="slidenum">
              <a:rPr lang="en-US" smtClean="0"/>
              <a:pPr/>
              <a:t>53</a:t>
            </a:fld>
            <a:endParaRPr lang="en-US"/>
          </a:p>
        </p:txBody>
      </p:sp>
    </p:spTree>
    <p:extLst>
      <p:ext uri="{BB962C8B-B14F-4D97-AF65-F5344CB8AC3E}">
        <p14:creationId xmlns:p14="http://schemas.microsoft.com/office/powerpoint/2010/main" val="4273932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6"/>
                                        </p:tgtEl>
                                        <p:attrNameLst>
                                          <p:attrName>style.visibility</p:attrName>
                                        </p:attrNameLst>
                                      </p:cBhvr>
                                      <p:to>
                                        <p:strVal val="visible"/>
                                      </p:to>
                                    </p:set>
                                    <p:animEffect transition="in" filter="fade">
                                      <p:cBhvr>
                                        <p:cTn id="7" dur="500"/>
                                        <p:tgtEl>
                                          <p:spTgt spid="22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4"/>
                                        </p:tgtEl>
                                        <p:attrNameLst>
                                          <p:attrName>style.visibility</p:attrName>
                                        </p:attrNameLst>
                                      </p:cBhvr>
                                      <p:to>
                                        <p:strVal val="visible"/>
                                      </p:to>
                                    </p:set>
                                    <p:animEffect transition="in" filter="fade">
                                      <p:cBhvr>
                                        <p:cTn id="10" dur="500"/>
                                        <p:tgtEl>
                                          <p:spTgt spid="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 grpId="0"/>
      <p:bldP spid="227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7936AD7A-6512-F9E8-BB66-5A76133936EF}"/>
            </a:ext>
          </a:extLst>
        </p:cNvPr>
        <p:cNvGrpSpPr/>
        <p:nvPr/>
      </p:nvGrpSpPr>
      <p:grpSpPr>
        <a:xfrm>
          <a:off x="0" y="0"/>
          <a:ext cx="0" cy="0"/>
          <a:chOff x="0" y="0"/>
          <a:chExt cx="0" cy="0"/>
        </a:xfrm>
      </p:grpSpPr>
      <p:sp>
        <p:nvSpPr>
          <p:cNvPr id="2844" name="Google Shape;2844;p41">
            <a:extLst>
              <a:ext uri="{FF2B5EF4-FFF2-40B4-BE49-F238E27FC236}">
                <a16:creationId xmlns:a16="http://schemas.microsoft.com/office/drawing/2014/main" id="{CC7A1C52-D9B8-3EB1-51AC-87FD71320E46}"/>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noProof="0" dirty="0"/>
              <a:t>Energía renovables en el mundo</a:t>
            </a:r>
          </a:p>
        </p:txBody>
      </p:sp>
      <p:sp>
        <p:nvSpPr>
          <p:cNvPr id="2845" name="Google Shape;2845;p41">
            <a:extLst>
              <a:ext uri="{FF2B5EF4-FFF2-40B4-BE49-F238E27FC236}">
                <a16:creationId xmlns:a16="http://schemas.microsoft.com/office/drawing/2014/main" id="{8330A726-C412-3A20-C5DC-83944C3732A4}"/>
              </a:ext>
            </a:extLst>
          </p:cNvPr>
          <p:cNvSpPr txBox="1">
            <a:spLocks noGrp="1"/>
          </p:cNvSpPr>
          <p:nvPr>
            <p:ph type="subTitle" idx="1"/>
          </p:nvPr>
        </p:nvSpPr>
        <p:spPr>
          <a:xfrm>
            <a:off x="290154" y="838801"/>
            <a:ext cx="4281846"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a:t>El sector energético sigue dominado por combustibles fósiles, responsables de emisiones significativas de gas efecto invernadero (GEI) (Naciones Unidas, 2024).</a:t>
            </a:r>
          </a:p>
          <a:p>
            <a:pPr marL="285750" lvl="0" indent="-285750" algn="just" rtl="0">
              <a:spcBef>
                <a:spcPts val="0"/>
              </a:spcBef>
              <a:spcAft>
                <a:spcPts val="0"/>
              </a:spcAft>
              <a:buBlip>
                <a:blip r:embed="rId3"/>
              </a:buBlip>
            </a:pPr>
            <a:r>
              <a:rPr lang="es-MX" dirty="0"/>
              <a:t>Las energías renovables emergen como alternativas sostenibles ante los compromisos del Acuerdo de París (Naciones Unidas, 2015).</a:t>
            </a:r>
          </a:p>
        </p:txBody>
      </p:sp>
      <p:sp>
        <p:nvSpPr>
          <p:cNvPr id="5" name="Google Shape;2845;p41">
            <a:extLst>
              <a:ext uri="{FF2B5EF4-FFF2-40B4-BE49-F238E27FC236}">
                <a16:creationId xmlns:a16="http://schemas.microsoft.com/office/drawing/2014/main" id="{0466F8BD-3D32-FBA2-771C-67DB0078B36F}"/>
              </a:ext>
            </a:extLst>
          </p:cNvPr>
          <p:cNvSpPr txBox="1">
            <a:spLocks/>
          </p:cNvSpPr>
          <p:nvPr/>
        </p:nvSpPr>
        <p:spPr>
          <a:xfrm>
            <a:off x="7690337" y="4197180"/>
            <a:ext cx="801077" cy="4240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lgn="r"/>
            <a:r>
              <a:rPr lang="es-MX" sz="800"/>
              <a:t>SENER, 2018</a:t>
            </a:r>
            <a:endParaRPr lang="es-MX" sz="800" dirty="0"/>
          </a:p>
        </p:txBody>
      </p:sp>
      <p:sp>
        <p:nvSpPr>
          <p:cNvPr id="3" name="Picture Placeholder 2">
            <a:extLst>
              <a:ext uri="{FF2B5EF4-FFF2-40B4-BE49-F238E27FC236}">
                <a16:creationId xmlns:a16="http://schemas.microsoft.com/office/drawing/2014/main" id="{F66B3789-F48D-23B0-3D38-C5E2F40CA7D8}"/>
              </a:ext>
            </a:extLst>
          </p:cNvPr>
          <p:cNvSpPr>
            <a:spLocks noGrp="1"/>
          </p:cNvSpPr>
          <p:nvPr>
            <p:ph type="pic" idx="2"/>
          </p:nvPr>
        </p:nvSpPr>
        <p:spPr/>
        <p:txBody>
          <a:bodyPr/>
          <a:lstStyle/>
          <a:p>
            <a:endParaRPr lang="en-US"/>
          </a:p>
        </p:txBody>
      </p:sp>
      <p:pic>
        <p:nvPicPr>
          <p:cNvPr id="1026" name="Picture 2" descr="Infografía Acuerdode París">
            <a:extLst>
              <a:ext uri="{FF2B5EF4-FFF2-40B4-BE49-F238E27FC236}">
                <a16:creationId xmlns:a16="http://schemas.microsoft.com/office/drawing/2014/main" id="{F60B8CB0-BF5F-679B-A27A-7FAC1586B0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68" y="93785"/>
            <a:ext cx="3732213"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CF721C68-5F83-DCC7-A6DE-8C2DB0F29175}"/>
              </a:ext>
            </a:extLst>
          </p:cNvPr>
          <p:cNvSpPr>
            <a:spLocks noGrp="1"/>
          </p:cNvSpPr>
          <p:nvPr>
            <p:ph type="sldNum" sz="quarter" idx="10"/>
          </p:nvPr>
        </p:nvSpPr>
        <p:spPr/>
        <p:txBody>
          <a:bodyPr/>
          <a:lstStyle/>
          <a:p>
            <a:fld id="{FD066784-9D51-4624-A73B-AF851740F580}" type="slidenum">
              <a:rPr lang="en-US" smtClean="0"/>
              <a:pPr/>
              <a:t>54</a:t>
            </a:fld>
            <a:endParaRPr lang="en-US"/>
          </a:p>
        </p:txBody>
      </p:sp>
    </p:spTree>
    <p:extLst>
      <p:ext uri="{BB962C8B-B14F-4D97-AF65-F5344CB8AC3E}">
        <p14:creationId xmlns:p14="http://schemas.microsoft.com/office/powerpoint/2010/main" val="115430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44"/>
                                        </p:tgtEl>
                                        <p:attrNameLst>
                                          <p:attrName>style.visibility</p:attrName>
                                        </p:attrNameLst>
                                      </p:cBhvr>
                                      <p:to>
                                        <p:strVal val="visible"/>
                                      </p:to>
                                    </p:set>
                                    <p:animEffect transition="in" filter="fade">
                                      <p:cBhvr>
                                        <p:cTn id="7" dur="500"/>
                                        <p:tgtEl>
                                          <p:spTgt spid="2844"/>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1" end="1"/>
                                            </p:txEl>
                                          </p:spTgt>
                                        </p:tgtEl>
                                        <p:attrNameLst>
                                          <p:attrName>style.visibility</p:attrName>
                                        </p:attrNameLst>
                                      </p:cBhvr>
                                      <p:to>
                                        <p:strVal val="visible"/>
                                      </p:to>
                                    </p:set>
                                    <p:animEffect transition="in" filter="fade">
                                      <p:cBhvr>
                                        <p:cTn id="18" dur="1000"/>
                                        <p:tgtEl>
                                          <p:spTgt spid="2845">
                                            <p:txEl>
                                              <p:pRg st="1" end="1"/>
                                            </p:txEl>
                                          </p:spTgt>
                                        </p:tgtEl>
                                      </p:cBhvr>
                                    </p:animEffect>
                                    <p:anim calcmode="lin" valueType="num">
                                      <p:cBhvr>
                                        <p:cTn id="19"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4" grpId="0"/>
      <p:bldP spid="284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230865F6-FD4F-D853-CE31-AFADC4792CD0}"/>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141CD9B9-328D-61FA-6C5D-1170FF54D708}"/>
              </a:ext>
            </a:extLst>
          </p:cNvPr>
          <p:cNvSpPr txBox="1">
            <a:spLocks noGrp="1"/>
          </p:cNvSpPr>
          <p:nvPr>
            <p:ph type="subTitle" idx="4294967295"/>
          </p:nvPr>
        </p:nvSpPr>
        <p:spPr>
          <a:xfrm>
            <a:off x="4572000" y="932586"/>
            <a:ext cx="4281846" cy="3465948"/>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noProof="0" dirty="0"/>
              <a:t>México ha impulsado la generación limpia tras la Reforma Energética de 2013 (SENER, 2015).</a:t>
            </a:r>
          </a:p>
          <a:p>
            <a:pPr marL="285750" indent="-285750" algn="just">
              <a:spcAft>
                <a:spcPts val="600"/>
              </a:spcAft>
              <a:buBlip>
                <a:blip r:embed="rId3"/>
              </a:buBlip>
            </a:pPr>
            <a:r>
              <a:rPr lang="es-MX" dirty="0"/>
              <a:t>La Ley de Transición Energética establece como meta alcanzar 35% de generación limpia en 2024.</a:t>
            </a:r>
          </a:p>
          <a:p>
            <a:pPr marL="285750" indent="-285750" algn="just">
              <a:spcAft>
                <a:spcPts val="600"/>
              </a:spcAft>
              <a:buBlip>
                <a:blip r:embed="rId3"/>
              </a:buBlip>
            </a:pPr>
            <a:r>
              <a:rPr lang="es-MX" noProof="0" dirty="0"/>
              <a:t>La Figura muestra el aumento sostenido de generación limpia (2019-2023) (SENER, 2024).</a:t>
            </a:r>
          </a:p>
        </p:txBody>
      </p:sp>
      <p:sp>
        <p:nvSpPr>
          <p:cNvPr id="4" name="Google Shape;2844;p41">
            <a:extLst>
              <a:ext uri="{FF2B5EF4-FFF2-40B4-BE49-F238E27FC236}">
                <a16:creationId xmlns:a16="http://schemas.microsoft.com/office/drawing/2014/main" id="{488FDF0C-1BF6-499B-B4A3-0DB7ACF44D9F}"/>
              </a:ext>
            </a:extLst>
          </p:cNvPr>
          <p:cNvSpPr txBox="1">
            <a:spLocks/>
          </p:cNvSpPr>
          <p:nvPr/>
        </p:nvSpPr>
        <p:spPr>
          <a:xfrm>
            <a:off x="290154" y="414660"/>
            <a:ext cx="5235323"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Energías renovables en México</a:t>
            </a:r>
          </a:p>
        </p:txBody>
      </p:sp>
      <p:pic>
        <p:nvPicPr>
          <p:cNvPr id="8" name="Google Shape;2843;p41">
            <a:extLst>
              <a:ext uri="{FF2B5EF4-FFF2-40B4-BE49-F238E27FC236}">
                <a16:creationId xmlns:a16="http://schemas.microsoft.com/office/drawing/2014/main" id="{87E3C864-5005-C582-E42E-6BF43843B447}"/>
              </a:ext>
            </a:extLst>
          </p:cNvPr>
          <p:cNvPicPr preferRelativeResize="0">
            <a:picLocks/>
          </p:cNvPicPr>
          <p:nvPr/>
        </p:nvPicPr>
        <p:blipFill>
          <a:blip r:embed="rId4"/>
          <a:srcRect t="-169" b="-693"/>
          <a:stretch/>
        </p:blipFill>
        <p:spPr>
          <a:xfrm>
            <a:off x="542200" y="838776"/>
            <a:ext cx="3699599" cy="346594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25CAE20-D559-2B24-CE06-9CF53439CC21}"/>
              </a:ext>
            </a:extLst>
          </p:cNvPr>
          <p:cNvSpPr>
            <a:spLocks noGrp="1"/>
          </p:cNvSpPr>
          <p:nvPr>
            <p:ph type="sldNum" sz="quarter" idx="10"/>
          </p:nvPr>
        </p:nvSpPr>
        <p:spPr/>
        <p:txBody>
          <a:bodyPr/>
          <a:lstStyle/>
          <a:p>
            <a:fld id="{FD066784-9D51-4624-A73B-AF851740F580}" type="slidenum">
              <a:rPr lang="en-US" smtClean="0"/>
              <a:pPr/>
              <a:t>55</a:t>
            </a:fld>
            <a:endParaRPr lang="en-US" dirty="0"/>
          </a:p>
        </p:txBody>
      </p:sp>
    </p:spTree>
    <p:extLst>
      <p:ext uri="{BB962C8B-B14F-4D97-AF65-F5344CB8AC3E}">
        <p14:creationId xmlns:p14="http://schemas.microsoft.com/office/powerpoint/2010/main" val="1562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2845">
                                            <p:txEl>
                                              <p:pRg st="0" end="0"/>
                                            </p:txEl>
                                          </p:spTgt>
                                        </p:tgtEl>
                                        <p:attrNameLst>
                                          <p:attrName>style.visibility</p:attrName>
                                        </p:attrNameLst>
                                      </p:cBhvr>
                                      <p:to>
                                        <p:strVal val="visible"/>
                                      </p:to>
                                    </p:set>
                                    <p:animEffect transition="in" filter="fade">
                                      <p:cBhvr>
                                        <p:cTn id="13" dur="1000"/>
                                        <p:tgtEl>
                                          <p:spTgt spid="2845">
                                            <p:txEl>
                                              <p:pRg st="0" end="0"/>
                                            </p:txEl>
                                          </p:spTgt>
                                        </p:tgtEl>
                                      </p:cBhvr>
                                    </p:animEffect>
                                    <p:anim calcmode="lin" valueType="num">
                                      <p:cBhvr>
                                        <p:cTn id="14" dur="1000" fill="hold"/>
                                        <p:tgtEl>
                                          <p:spTgt spid="284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84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845">
                                            <p:txEl>
                                              <p:pRg st="1" end="1"/>
                                            </p:txEl>
                                          </p:spTgt>
                                        </p:tgtEl>
                                        <p:attrNameLst>
                                          <p:attrName>style.visibility</p:attrName>
                                        </p:attrNameLst>
                                      </p:cBhvr>
                                      <p:to>
                                        <p:strVal val="visible"/>
                                      </p:to>
                                    </p:set>
                                    <p:animEffect transition="in" filter="fade">
                                      <p:cBhvr>
                                        <p:cTn id="18" dur="1000"/>
                                        <p:tgtEl>
                                          <p:spTgt spid="2845">
                                            <p:txEl>
                                              <p:pRg st="1" end="1"/>
                                            </p:txEl>
                                          </p:spTgt>
                                        </p:tgtEl>
                                      </p:cBhvr>
                                    </p:animEffect>
                                    <p:anim calcmode="lin" valueType="num">
                                      <p:cBhvr>
                                        <p:cTn id="19" dur="1000" fill="hold"/>
                                        <p:tgtEl>
                                          <p:spTgt spid="284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84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45">
                                            <p:txEl>
                                              <p:pRg st="2" end="2"/>
                                            </p:txEl>
                                          </p:spTgt>
                                        </p:tgtEl>
                                        <p:attrNameLst>
                                          <p:attrName>style.visibility</p:attrName>
                                        </p:attrNameLst>
                                      </p:cBhvr>
                                      <p:to>
                                        <p:strVal val="visible"/>
                                      </p:to>
                                    </p:set>
                                    <p:animEffect transition="in" filter="fade">
                                      <p:cBhvr>
                                        <p:cTn id="23" dur="1000"/>
                                        <p:tgtEl>
                                          <p:spTgt spid="2845">
                                            <p:txEl>
                                              <p:pRg st="2" end="2"/>
                                            </p:txEl>
                                          </p:spTgt>
                                        </p:tgtEl>
                                      </p:cBhvr>
                                    </p:animEffect>
                                    <p:anim calcmode="lin" valueType="num">
                                      <p:cBhvr>
                                        <p:cTn id="24" dur="1000" fill="hold"/>
                                        <p:tgtEl>
                                          <p:spTgt spid="284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84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149">
          <a:extLst>
            <a:ext uri="{FF2B5EF4-FFF2-40B4-BE49-F238E27FC236}">
              <a16:creationId xmlns:a16="http://schemas.microsoft.com/office/drawing/2014/main" id="{7E4485C3-B9EA-DC2E-0EC3-3655049D6B97}"/>
            </a:ext>
          </a:extLst>
        </p:cNvPr>
        <p:cNvGrpSpPr/>
        <p:nvPr/>
      </p:nvGrpSpPr>
      <p:grpSpPr>
        <a:xfrm>
          <a:off x="0" y="0"/>
          <a:ext cx="0" cy="0"/>
          <a:chOff x="0" y="0"/>
          <a:chExt cx="0" cy="0"/>
        </a:xfrm>
      </p:grpSpPr>
      <p:sp>
        <p:nvSpPr>
          <p:cNvPr id="3181" name="Google Shape;3181;p46">
            <a:extLst>
              <a:ext uri="{FF2B5EF4-FFF2-40B4-BE49-F238E27FC236}">
                <a16:creationId xmlns:a16="http://schemas.microsoft.com/office/drawing/2014/main" id="{0EEBBA3B-9B0E-0132-C7F5-035BABB14830}"/>
              </a:ext>
            </a:extLst>
          </p:cNvPr>
          <p:cNvSpPr txBox="1">
            <a:spLocks noGrp="1"/>
          </p:cNvSpPr>
          <p:nvPr>
            <p:ph type="subTitle" idx="1"/>
          </p:nvPr>
        </p:nvSpPr>
        <p:spPr>
          <a:xfrm>
            <a:off x="1525252" y="3393673"/>
            <a:ext cx="2175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Hogares y comercios</a:t>
            </a:r>
          </a:p>
        </p:txBody>
      </p:sp>
      <p:sp>
        <p:nvSpPr>
          <p:cNvPr id="3183" name="Google Shape;3183;p46">
            <a:extLst>
              <a:ext uri="{FF2B5EF4-FFF2-40B4-BE49-F238E27FC236}">
                <a16:creationId xmlns:a16="http://schemas.microsoft.com/office/drawing/2014/main" id="{1CF93D65-1F86-FD1C-E37B-65939BC07F94}"/>
              </a:ext>
            </a:extLst>
          </p:cNvPr>
          <p:cNvSpPr txBox="1">
            <a:spLocks noGrp="1"/>
          </p:cNvSpPr>
          <p:nvPr>
            <p:ph type="subTitle" idx="3"/>
          </p:nvPr>
        </p:nvSpPr>
        <p:spPr>
          <a:xfrm>
            <a:off x="5525476" y="3331044"/>
            <a:ext cx="2175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noProof="0" dirty="0"/>
              <a:t>Empresas y Mercado Eléctrico Mayorista</a:t>
            </a:r>
          </a:p>
        </p:txBody>
      </p:sp>
      <p:sp>
        <p:nvSpPr>
          <p:cNvPr id="3184" name="Google Shape;3184;p46">
            <a:extLst>
              <a:ext uri="{FF2B5EF4-FFF2-40B4-BE49-F238E27FC236}">
                <a16:creationId xmlns:a16="http://schemas.microsoft.com/office/drawing/2014/main" id="{765B78FC-725E-3B9D-181D-A01898E7C4B7}"/>
              </a:ext>
            </a:extLst>
          </p:cNvPr>
          <p:cNvSpPr txBox="1">
            <a:spLocks noGrp="1"/>
          </p:cNvSpPr>
          <p:nvPr>
            <p:ph type="subTitle" idx="4"/>
          </p:nvPr>
        </p:nvSpPr>
        <p:spPr>
          <a:xfrm>
            <a:off x="1078012" y="2873844"/>
            <a:ext cx="3069781"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dirty="0"/>
              <a:t>Generación distribuida</a:t>
            </a:r>
            <a:endParaRPr lang="es-MX" noProof="0" dirty="0"/>
          </a:p>
        </p:txBody>
      </p:sp>
      <p:sp>
        <p:nvSpPr>
          <p:cNvPr id="3186" name="Google Shape;3186;p46">
            <a:extLst>
              <a:ext uri="{FF2B5EF4-FFF2-40B4-BE49-F238E27FC236}">
                <a16:creationId xmlns:a16="http://schemas.microsoft.com/office/drawing/2014/main" id="{C2A6BD8D-E8E5-BF4C-90AE-79D1865FFEB5}"/>
              </a:ext>
            </a:extLst>
          </p:cNvPr>
          <p:cNvSpPr txBox="1">
            <a:spLocks noGrp="1"/>
          </p:cNvSpPr>
          <p:nvPr>
            <p:ph type="subTitle" idx="6"/>
          </p:nvPr>
        </p:nvSpPr>
        <p:spPr>
          <a:xfrm>
            <a:off x="4996208" y="2874953"/>
            <a:ext cx="3233837"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noProof="0" dirty="0"/>
              <a:t>Generación a gran escala</a:t>
            </a:r>
          </a:p>
        </p:txBody>
      </p:sp>
      <p:sp>
        <p:nvSpPr>
          <p:cNvPr id="4" name="Google Shape;2844;p41">
            <a:extLst>
              <a:ext uri="{FF2B5EF4-FFF2-40B4-BE49-F238E27FC236}">
                <a16:creationId xmlns:a16="http://schemas.microsoft.com/office/drawing/2014/main" id="{660F10FB-7C6B-E50C-ACFA-45B081E0E6CD}"/>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noProof="0" dirty="0"/>
              <a:t>Fuentes de energía</a:t>
            </a:r>
            <a:r>
              <a:rPr lang="es-MX" sz="2000" dirty="0"/>
              <a:t> solar fotovoltaica</a:t>
            </a:r>
            <a:endParaRPr lang="es-MX" sz="2000" noProof="0" dirty="0"/>
          </a:p>
        </p:txBody>
      </p:sp>
      <p:pic>
        <p:nvPicPr>
          <p:cNvPr id="6" name="Picture 5">
            <a:extLst>
              <a:ext uri="{FF2B5EF4-FFF2-40B4-BE49-F238E27FC236}">
                <a16:creationId xmlns:a16="http://schemas.microsoft.com/office/drawing/2014/main" id="{CC5D23C8-408A-EEC8-4E7E-517D9DD002B6}"/>
              </a:ext>
            </a:extLst>
          </p:cNvPr>
          <p:cNvPicPr>
            <a:picLocks noChangeAspect="1"/>
          </p:cNvPicPr>
          <p:nvPr/>
        </p:nvPicPr>
        <p:blipFill>
          <a:blip r:embed="rId3"/>
          <a:stretch>
            <a:fillRect/>
          </a:stretch>
        </p:blipFill>
        <p:spPr>
          <a:xfrm>
            <a:off x="1312617" y="880427"/>
            <a:ext cx="2600569" cy="18537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A diagram of solar panels&#10;&#10;AI-generated content may be incorrect.">
            <a:extLst>
              <a:ext uri="{FF2B5EF4-FFF2-40B4-BE49-F238E27FC236}">
                <a16:creationId xmlns:a16="http://schemas.microsoft.com/office/drawing/2014/main" id="{DD3FE07E-9170-F38E-59DC-4148141B4926}"/>
              </a:ext>
            </a:extLst>
          </p:cNvPr>
          <p:cNvPicPr>
            <a:picLocks noChangeAspect="1"/>
          </p:cNvPicPr>
          <p:nvPr/>
        </p:nvPicPr>
        <p:blipFill>
          <a:blip r:embed="rId4"/>
          <a:stretch>
            <a:fillRect/>
          </a:stretch>
        </p:blipFill>
        <p:spPr>
          <a:xfrm>
            <a:off x="5313084" y="880427"/>
            <a:ext cx="2600084" cy="18537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Slide Number Placeholder 1">
            <a:extLst>
              <a:ext uri="{FF2B5EF4-FFF2-40B4-BE49-F238E27FC236}">
                <a16:creationId xmlns:a16="http://schemas.microsoft.com/office/drawing/2014/main" id="{87258CA8-6EAF-6FB4-FC9D-A077360C4C65}"/>
              </a:ext>
            </a:extLst>
          </p:cNvPr>
          <p:cNvSpPr>
            <a:spLocks noGrp="1"/>
          </p:cNvSpPr>
          <p:nvPr>
            <p:ph type="sldNum" sz="quarter" idx="10"/>
          </p:nvPr>
        </p:nvSpPr>
        <p:spPr/>
        <p:txBody>
          <a:bodyPr/>
          <a:lstStyle/>
          <a:p>
            <a:fld id="{FD066784-9D51-4624-A73B-AF851740F580}" type="slidenum">
              <a:rPr lang="en-US" smtClean="0"/>
              <a:pPr/>
              <a:t>56</a:t>
            </a:fld>
            <a:endParaRPr lang="en-US"/>
          </a:p>
        </p:txBody>
      </p:sp>
    </p:spTree>
    <p:extLst>
      <p:ext uri="{BB962C8B-B14F-4D97-AF65-F5344CB8AC3E}">
        <p14:creationId xmlns:p14="http://schemas.microsoft.com/office/powerpoint/2010/main" val="754708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84">
                                            <p:txEl>
                                              <p:pRg st="0" end="0"/>
                                            </p:txEl>
                                          </p:spTgt>
                                        </p:tgtEl>
                                        <p:attrNameLst>
                                          <p:attrName>style.visibility</p:attrName>
                                        </p:attrNameLst>
                                      </p:cBhvr>
                                      <p:to>
                                        <p:strVal val="visible"/>
                                      </p:to>
                                    </p:set>
                                    <p:animEffect transition="in" filter="fade">
                                      <p:cBhvr>
                                        <p:cTn id="17" dur="1000"/>
                                        <p:tgtEl>
                                          <p:spTgt spid="3184">
                                            <p:txEl>
                                              <p:pRg st="0" end="0"/>
                                            </p:txEl>
                                          </p:spTgt>
                                        </p:tgtEl>
                                      </p:cBhvr>
                                    </p:animEffect>
                                    <p:anim calcmode="lin" valueType="num">
                                      <p:cBhvr>
                                        <p:cTn id="18" dur="1000" fill="hold"/>
                                        <p:tgtEl>
                                          <p:spTgt spid="3184">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184">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181">
                                            <p:txEl>
                                              <p:pRg st="0" end="0"/>
                                            </p:txEl>
                                          </p:spTgt>
                                        </p:tgtEl>
                                        <p:attrNameLst>
                                          <p:attrName>style.visibility</p:attrName>
                                        </p:attrNameLst>
                                      </p:cBhvr>
                                      <p:to>
                                        <p:strVal val="visible"/>
                                      </p:to>
                                    </p:set>
                                    <p:animEffect transition="in" filter="fade">
                                      <p:cBhvr>
                                        <p:cTn id="22" dur="1000"/>
                                        <p:tgtEl>
                                          <p:spTgt spid="3181">
                                            <p:txEl>
                                              <p:pRg st="0" end="0"/>
                                            </p:txEl>
                                          </p:spTgt>
                                        </p:tgtEl>
                                      </p:cBhvr>
                                    </p:animEffect>
                                    <p:anim calcmode="lin" valueType="num">
                                      <p:cBhvr>
                                        <p:cTn id="23" dur="1000" fill="hold"/>
                                        <p:tgtEl>
                                          <p:spTgt spid="3181">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318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86">
                                            <p:txEl>
                                              <p:pRg st="0" end="0"/>
                                            </p:txEl>
                                          </p:spTgt>
                                        </p:tgtEl>
                                        <p:attrNameLst>
                                          <p:attrName>style.visibility</p:attrName>
                                        </p:attrNameLst>
                                      </p:cBhvr>
                                      <p:to>
                                        <p:strVal val="visible"/>
                                      </p:to>
                                    </p:set>
                                    <p:animEffect transition="in" filter="fade">
                                      <p:cBhvr>
                                        <p:cTn id="34" dur="1000"/>
                                        <p:tgtEl>
                                          <p:spTgt spid="3186">
                                            <p:txEl>
                                              <p:pRg st="0" end="0"/>
                                            </p:txEl>
                                          </p:spTgt>
                                        </p:tgtEl>
                                      </p:cBhvr>
                                    </p:animEffect>
                                    <p:anim calcmode="lin" valueType="num">
                                      <p:cBhvr>
                                        <p:cTn id="35" dur="1000" fill="hold"/>
                                        <p:tgtEl>
                                          <p:spTgt spid="3186">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3186">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183">
                                            <p:txEl>
                                              <p:pRg st="0" end="0"/>
                                            </p:txEl>
                                          </p:spTgt>
                                        </p:tgtEl>
                                        <p:attrNameLst>
                                          <p:attrName>style.visibility</p:attrName>
                                        </p:attrNameLst>
                                      </p:cBhvr>
                                      <p:to>
                                        <p:strVal val="visible"/>
                                      </p:to>
                                    </p:set>
                                    <p:animEffect transition="in" filter="fade">
                                      <p:cBhvr>
                                        <p:cTn id="39" dur="1000"/>
                                        <p:tgtEl>
                                          <p:spTgt spid="3183">
                                            <p:txEl>
                                              <p:pRg st="0" end="0"/>
                                            </p:txEl>
                                          </p:spTgt>
                                        </p:tgtEl>
                                      </p:cBhvr>
                                    </p:animEffect>
                                    <p:anim calcmode="lin" valueType="num">
                                      <p:cBhvr>
                                        <p:cTn id="40" dur="1000" fill="hold"/>
                                        <p:tgtEl>
                                          <p:spTgt spid="3183">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318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1" grpId="0" build="p"/>
      <p:bldP spid="3183" grpId="0" build="p"/>
      <p:bldP spid="3184" grpId="0" build="p"/>
      <p:bldP spid="3186" grpId="0" build="p"/>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149">
          <a:extLst>
            <a:ext uri="{FF2B5EF4-FFF2-40B4-BE49-F238E27FC236}">
              <a16:creationId xmlns:a16="http://schemas.microsoft.com/office/drawing/2014/main" id="{98F2D680-F257-3B2E-85BE-DDB75B7B1D8D}"/>
            </a:ext>
          </a:extLst>
        </p:cNvPr>
        <p:cNvGrpSpPr/>
        <p:nvPr/>
      </p:nvGrpSpPr>
      <p:grpSpPr>
        <a:xfrm>
          <a:off x="0" y="0"/>
          <a:ext cx="0" cy="0"/>
          <a:chOff x="0" y="0"/>
          <a:chExt cx="0" cy="0"/>
        </a:xfrm>
      </p:grpSpPr>
      <p:sp>
        <p:nvSpPr>
          <p:cNvPr id="4" name="Google Shape;2844;p41">
            <a:extLst>
              <a:ext uri="{FF2B5EF4-FFF2-40B4-BE49-F238E27FC236}">
                <a16:creationId xmlns:a16="http://schemas.microsoft.com/office/drawing/2014/main" id="{17FA83E6-14DA-CC88-7A6F-2C538CEFBD5E}"/>
              </a:ext>
            </a:extLst>
          </p:cNvPr>
          <p:cNvSpPr txBox="1">
            <a:spLocks noGrp="1"/>
          </p:cNvSpPr>
          <p:nvPr>
            <p:ph type="title"/>
          </p:nvPr>
        </p:nvSpPr>
        <p:spPr>
          <a:xfrm>
            <a:off x="290154" y="414660"/>
            <a:ext cx="5235323" cy="42409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sz="2000" dirty="0"/>
              <a:t>Generación a gran escala</a:t>
            </a:r>
            <a:endParaRPr lang="es-MX" sz="2000" noProof="0" dirty="0"/>
          </a:p>
        </p:txBody>
      </p:sp>
      <p:sp>
        <p:nvSpPr>
          <p:cNvPr id="15" name="Google Shape;2845;p41">
            <a:extLst>
              <a:ext uri="{FF2B5EF4-FFF2-40B4-BE49-F238E27FC236}">
                <a16:creationId xmlns:a16="http://schemas.microsoft.com/office/drawing/2014/main" id="{93C6226D-702F-7235-0CF4-514B3E1D1506}"/>
              </a:ext>
            </a:extLst>
          </p:cNvPr>
          <p:cNvSpPr txBox="1">
            <a:spLocks noGrp="1"/>
          </p:cNvSpPr>
          <p:nvPr>
            <p:ph type="subTitle" idx="1"/>
          </p:nvPr>
        </p:nvSpPr>
        <p:spPr>
          <a:xfrm>
            <a:off x="290154" y="838801"/>
            <a:ext cx="4281846" cy="3465948"/>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Blip>
                <a:blip r:embed="rId3"/>
              </a:buBlip>
            </a:pPr>
            <a:r>
              <a:rPr lang="es-MX" noProof="0" dirty="0"/>
              <a:t>Aprovecha economías de escala que reducen costos y mejoran la eficiencia, facilitando la transición energética en sectores de alta demanda (Crisanto, 2024).</a:t>
            </a:r>
          </a:p>
          <a:p>
            <a:pPr marL="285750" lvl="0" indent="-285750" algn="just" rtl="0">
              <a:spcBef>
                <a:spcPts val="0"/>
              </a:spcBef>
              <a:spcAft>
                <a:spcPts val="0"/>
              </a:spcAft>
              <a:buBlip>
                <a:blip r:embed="rId3"/>
              </a:buBlip>
            </a:pPr>
            <a:r>
              <a:rPr lang="es-MX" dirty="0"/>
              <a:t>Tras la Reforma Energética, compañías nacionales e internacionales incursionan en el desarrollo de plantas solares (SENER, 2018).</a:t>
            </a:r>
          </a:p>
          <a:p>
            <a:pPr marL="285750" lvl="0" indent="-285750" algn="just" rtl="0">
              <a:spcBef>
                <a:spcPts val="0"/>
              </a:spcBef>
              <a:spcAft>
                <a:spcPts val="0"/>
              </a:spcAft>
              <a:buBlip>
                <a:blip r:embed="rId3"/>
              </a:buBlip>
            </a:pPr>
            <a:r>
              <a:rPr lang="es-MX" dirty="0"/>
              <a:t>Estas compañías pueden participar en el Mercado Eléctrico Mayorista.</a:t>
            </a:r>
          </a:p>
        </p:txBody>
      </p:sp>
      <p:pic>
        <p:nvPicPr>
          <p:cNvPr id="17" name="Picture 16">
            <a:extLst>
              <a:ext uri="{FF2B5EF4-FFF2-40B4-BE49-F238E27FC236}">
                <a16:creationId xmlns:a16="http://schemas.microsoft.com/office/drawing/2014/main" id="{53E6887F-DD64-E751-C81B-0E4EDDD46064}"/>
              </a:ext>
            </a:extLst>
          </p:cNvPr>
          <p:cNvPicPr>
            <a:picLocks noChangeAspect="1"/>
          </p:cNvPicPr>
          <p:nvPr/>
        </p:nvPicPr>
        <p:blipFill>
          <a:blip r:embed="rId4"/>
          <a:srcRect t="7449"/>
          <a:stretch/>
        </p:blipFill>
        <p:spPr>
          <a:xfrm>
            <a:off x="4572000" y="626705"/>
            <a:ext cx="4379214" cy="3390744"/>
          </a:xfrm>
          <a:prstGeom prst="rect">
            <a:avLst/>
          </a:prstGeom>
        </p:spPr>
      </p:pic>
      <p:sp>
        <p:nvSpPr>
          <p:cNvPr id="2" name="Slide Number Placeholder 1">
            <a:extLst>
              <a:ext uri="{FF2B5EF4-FFF2-40B4-BE49-F238E27FC236}">
                <a16:creationId xmlns:a16="http://schemas.microsoft.com/office/drawing/2014/main" id="{BF8BB13F-7564-BF8A-0D13-5B11EB66863B}"/>
              </a:ext>
            </a:extLst>
          </p:cNvPr>
          <p:cNvSpPr>
            <a:spLocks noGrp="1"/>
          </p:cNvSpPr>
          <p:nvPr>
            <p:ph type="sldNum" sz="quarter" idx="10"/>
          </p:nvPr>
        </p:nvSpPr>
        <p:spPr/>
        <p:txBody>
          <a:bodyPr/>
          <a:lstStyle/>
          <a:p>
            <a:fld id="{FD066784-9D51-4624-A73B-AF851740F580}" type="slidenum">
              <a:rPr lang="en-US" smtClean="0"/>
              <a:pPr/>
              <a:t>57</a:t>
            </a:fld>
            <a:endParaRPr lang="en-US"/>
          </a:p>
        </p:txBody>
      </p:sp>
    </p:spTree>
    <p:extLst>
      <p:ext uri="{BB962C8B-B14F-4D97-AF65-F5344CB8AC3E}">
        <p14:creationId xmlns:p14="http://schemas.microsoft.com/office/powerpoint/2010/main" val="301870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fade">
                                      <p:cBhvr>
                                        <p:cTn id="13" dur="1000"/>
                                        <p:tgtEl>
                                          <p:spTgt spid="15">
                                            <p:txEl>
                                              <p:pRg st="0" end="0"/>
                                            </p:txEl>
                                          </p:spTgt>
                                        </p:tgtEl>
                                      </p:cBhvr>
                                    </p:animEffect>
                                    <p:anim calcmode="lin" valueType="num">
                                      <p:cBhvr>
                                        <p:cTn id="14"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Effect transition="in" filter="fade">
                                      <p:cBhvr>
                                        <p:cTn id="18" dur="1000"/>
                                        <p:tgtEl>
                                          <p:spTgt spid="15">
                                            <p:txEl>
                                              <p:pRg st="1" end="1"/>
                                            </p:txEl>
                                          </p:spTgt>
                                        </p:tgtEl>
                                      </p:cBhvr>
                                    </p:animEffect>
                                    <p:anim calcmode="lin" valueType="num">
                                      <p:cBhvr>
                                        <p:cTn id="19"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fade">
                                      <p:cBhvr>
                                        <p:cTn id="23" dur="1000"/>
                                        <p:tgtEl>
                                          <p:spTgt spid="15">
                                            <p:txEl>
                                              <p:pRg st="2" end="2"/>
                                            </p:txEl>
                                          </p:spTgt>
                                        </p:tgtEl>
                                      </p:cBhvr>
                                    </p:animEffect>
                                    <p:anim calcmode="lin" valueType="num">
                                      <p:cBhvr>
                                        <p:cTn id="24"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842">
          <a:extLst>
            <a:ext uri="{FF2B5EF4-FFF2-40B4-BE49-F238E27FC236}">
              <a16:creationId xmlns:a16="http://schemas.microsoft.com/office/drawing/2014/main" id="{D085F64B-A62A-0A09-DF47-782C1B3E2536}"/>
            </a:ext>
          </a:extLst>
        </p:cNvPr>
        <p:cNvGrpSpPr/>
        <p:nvPr/>
      </p:nvGrpSpPr>
      <p:grpSpPr>
        <a:xfrm>
          <a:off x="0" y="0"/>
          <a:ext cx="0" cy="0"/>
          <a:chOff x="0" y="0"/>
          <a:chExt cx="0" cy="0"/>
        </a:xfrm>
      </p:grpSpPr>
      <p:sp>
        <p:nvSpPr>
          <p:cNvPr id="2845" name="Google Shape;2845;p41">
            <a:extLst>
              <a:ext uri="{FF2B5EF4-FFF2-40B4-BE49-F238E27FC236}">
                <a16:creationId xmlns:a16="http://schemas.microsoft.com/office/drawing/2014/main" id="{C4392B29-AAE0-04E2-74A6-1442428ACC9E}"/>
              </a:ext>
            </a:extLst>
          </p:cNvPr>
          <p:cNvSpPr txBox="1">
            <a:spLocks noGrp="1"/>
          </p:cNvSpPr>
          <p:nvPr>
            <p:ph type="subTitle" idx="4294967295"/>
          </p:nvPr>
        </p:nvSpPr>
        <p:spPr>
          <a:xfrm>
            <a:off x="633046" y="1020958"/>
            <a:ext cx="7854462" cy="1983580"/>
          </a:xfrm>
          <a:prstGeom prst="rect">
            <a:avLst/>
          </a:prstGeom>
        </p:spPr>
        <p:txBody>
          <a:bodyPr spcFirstLastPara="1" wrap="square" lIns="91425" tIns="91425" rIns="91425" bIns="91425" anchor="ctr" anchorCtr="0">
            <a:noAutofit/>
          </a:bodyPr>
          <a:lstStyle/>
          <a:p>
            <a:pPr marL="285750" indent="-285750" algn="just">
              <a:spcAft>
                <a:spcPts val="600"/>
              </a:spcAft>
              <a:buBlip>
                <a:blip r:embed="rId3"/>
              </a:buBlip>
            </a:pPr>
            <a:r>
              <a:rPr lang="es-MX" b="1" noProof="0" dirty="0"/>
              <a:t>Variabilidad climática</a:t>
            </a:r>
            <a:r>
              <a:rPr lang="es-MX" noProof="0" dirty="0"/>
              <a:t>: introduce incertidumbre en la operación del sistema eléctrico.</a:t>
            </a:r>
          </a:p>
          <a:p>
            <a:pPr marL="285750" indent="-285750" algn="just">
              <a:spcAft>
                <a:spcPts val="600"/>
              </a:spcAft>
              <a:buBlip>
                <a:blip r:embed="rId3"/>
              </a:buBlip>
            </a:pPr>
            <a:r>
              <a:rPr lang="es-MX" b="1" dirty="0"/>
              <a:t>Riesgos operativos</a:t>
            </a:r>
            <a:r>
              <a:rPr lang="es-MX" dirty="0"/>
              <a:t>: Si no se predice correctamente, podría haber incremento de costos por respaldo.</a:t>
            </a:r>
          </a:p>
          <a:p>
            <a:pPr marL="285750" indent="-285750" algn="just">
              <a:spcAft>
                <a:spcPts val="600"/>
              </a:spcAft>
              <a:buBlip>
                <a:blip r:embed="rId3"/>
              </a:buBlip>
            </a:pPr>
            <a:r>
              <a:rPr lang="es-MX" b="1" dirty="0"/>
              <a:t>Requisitos regulatorios</a:t>
            </a:r>
            <a:r>
              <a:rPr lang="es-MX" dirty="0"/>
              <a:t>: CENACE exige pronósticos detallados y horarios para el despacho económico.</a:t>
            </a:r>
          </a:p>
          <a:p>
            <a:pPr marL="285750" indent="-285750" algn="just">
              <a:spcAft>
                <a:spcPts val="600"/>
              </a:spcAft>
              <a:buBlip>
                <a:blip r:embed="rId3"/>
              </a:buBlip>
            </a:pPr>
            <a:r>
              <a:rPr lang="es-MX" b="1" noProof="0" dirty="0"/>
              <a:t>Ventajas estratégicas</a:t>
            </a:r>
            <a:r>
              <a:rPr lang="es-MX" noProof="0" dirty="0"/>
              <a:t>: Permite planificar compras y ventas en el Mercado Eléctrico Mayorista se</a:t>
            </a:r>
            <a:r>
              <a:rPr lang="es-MX" dirty="0" err="1"/>
              <a:t>gún</a:t>
            </a:r>
            <a:r>
              <a:rPr lang="es-MX" dirty="0"/>
              <a:t> los precios del mercado.</a:t>
            </a:r>
            <a:endParaRPr lang="es-MX" noProof="0" dirty="0"/>
          </a:p>
        </p:txBody>
      </p:sp>
      <p:sp>
        <p:nvSpPr>
          <p:cNvPr id="4" name="Google Shape;2844;p41">
            <a:extLst>
              <a:ext uri="{FF2B5EF4-FFF2-40B4-BE49-F238E27FC236}">
                <a16:creationId xmlns:a16="http://schemas.microsoft.com/office/drawing/2014/main" id="{6F433BE2-1F5E-19F7-EF64-8B078A2FE3E6}"/>
              </a:ext>
            </a:extLst>
          </p:cNvPr>
          <p:cNvSpPr txBox="1">
            <a:spLocks/>
          </p:cNvSpPr>
          <p:nvPr/>
        </p:nvSpPr>
        <p:spPr>
          <a:xfrm>
            <a:off x="290154" y="414660"/>
            <a:ext cx="6126277" cy="424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1pPr>
            <a:lvl2pPr marR="0" lvl="1"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2pPr>
            <a:lvl3pPr marR="0" lvl="2"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3pPr>
            <a:lvl4pPr marR="0" lvl="3"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4pPr>
            <a:lvl5pPr marR="0" lvl="4"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5pPr>
            <a:lvl6pPr marR="0" lvl="5"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6pPr>
            <a:lvl7pPr marR="0" lvl="6"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7pPr>
            <a:lvl8pPr marR="0" lvl="7"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8pPr>
            <a:lvl9pPr marR="0" lvl="8" algn="l" rtl="0">
              <a:lnSpc>
                <a:spcPct val="100000"/>
              </a:lnSpc>
              <a:spcBef>
                <a:spcPts val="0"/>
              </a:spcBef>
              <a:spcAft>
                <a:spcPts val="0"/>
              </a:spcAft>
              <a:buClr>
                <a:schemeClr val="dk1"/>
              </a:buClr>
              <a:buSzPts val="3000"/>
              <a:buFont typeface="Ubuntu"/>
              <a:buNone/>
              <a:defRPr sz="3000" b="1" i="0" u="none" strike="noStrike" cap="none">
                <a:solidFill>
                  <a:schemeClr val="dk1"/>
                </a:solidFill>
                <a:latin typeface="Ubuntu"/>
                <a:ea typeface="Ubuntu"/>
                <a:cs typeface="Ubuntu"/>
                <a:sym typeface="Ubuntu"/>
              </a:defRPr>
            </a:lvl9pPr>
          </a:lstStyle>
          <a:p>
            <a:pPr algn="l"/>
            <a:r>
              <a:rPr lang="es-MX" sz="2000" dirty="0"/>
              <a:t>Predicción de la generación de energía solar</a:t>
            </a:r>
          </a:p>
        </p:txBody>
      </p:sp>
      <p:pic>
        <p:nvPicPr>
          <p:cNvPr id="3" name="Picture 2" descr="A solar panel next to a graph&#10;&#10;AI-generated content may be incorrect.">
            <a:extLst>
              <a:ext uri="{FF2B5EF4-FFF2-40B4-BE49-F238E27FC236}">
                <a16:creationId xmlns:a16="http://schemas.microsoft.com/office/drawing/2014/main" id="{36E6D941-9533-E9AB-4706-1C28AA990252}"/>
              </a:ext>
            </a:extLst>
          </p:cNvPr>
          <p:cNvPicPr>
            <a:picLocks noChangeAspect="1"/>
          </p:cNvPicPr>
          <p:nvPr/>
        </p:nvPicPr>
        <p:blipFill>
          <a:blip r:embed="rId4"/>
          <a:stretch>
            <a:fillRect/>
          </a:stretch>
        </p:blipFill>
        <p:spPr>
          <a:xfrm>
            <a:off x="2706624" y="2931425"/>
            <a:ext cx="3730752" cy="159808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D63DE9B-0F46-FE6F-A919-DFB20FAE9B6F}"/>
              </a:ext>
            </a:extLst>
          </p:cNvPr>
          <p:cNvSpPr>
            <a:spLocks noGrp="1"/>
          </p:cNvSpPr>
          <p:nvPr>
            <p:ph type="sldNum" sz="quarter" idx="10"/>
          </p:nvPr>
        </p:nvSpPr>
        <p:spPr/>
        <p:txBody>
          <a:bodyPr/>
          <a:lstStyle/>
          <a:p>
            <a:fld id="{FD066784-9D51-4624-A73B-AF851740F580}" type="slidenum">
              <a:rPr lang="en-US" smtClean="0"/>
              <a:pPr/>
              <a:t>58</a:t>
            </a:fld>
            <a:endParaRPr lang="en-US" dirty="0"/>
          </a:p>
        </p:txBody>
      </p:sp>
      <p:sp>
        <p:nvSpPr>
          <p:cNvPr id="5" name="Google Shape;2845;p41">
            <a:extLst>
              <a:ext uri="{FF2B5EF4-FFF2-40B4-BE49-F238E27FC236}">
                <a16:creationId xmlns:a16="http://schemas.microsoft.com/office/drawing/2014/main" id="{F31D939A-C301-B311-EF21-CF0A7FC19DEE}"/>
              </a:ext>
            </a:extLst>
          </p:cNvPr>
          <p:cNvSpPr txBox="1">
            <a:spLocks/>
          </p:cNvSpPr>
          <p:nvPr/>
        </p:nvSpPr>
        <p:spPr>
          <a:xfrm>
            <a:off x="5580184" y="4388003"/>
            <a:ext cx="957383" cy="4240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00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0" indent="0" algn="r"/>
            <a:r>
              <a:rPr lang="es-MX" sz="800" dirty="0"/>
              <a:t>Generada por IA</a:t>
            </a:r>
          </a:p>
        </p:txBody>
      </p:sp>
    </p:spTree>
    <p:extLst>
      <p:ext uri="{BB962C8B-B14F-4D97-AF65-F5344CB8AC3E}">
        <p14:creationId xmlns:p14="http://schemas.microsoft.com/office/powerpoint/2010/main" val="21439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45">
                                            <p:txEl>
                                              <p:pRg st="0" end="0"/>
                                            </p:txEl>
                                          </p:spTgt>
                                        </p:tgtEl>
                                        <p:attrNameLst>
                                          <p:attrName>style.visibility</p:attrName>
                                        </p:attrNameLst>
                                      </p:cBhvr>
                                      <p:to>
                                        <p:strVal val="visible"/>
                                      </p:to>
                                    </p:set>
                                    <p:animEffect transition="in" filter="fade">
                                      <p:cBhvr>
                                        <p:cTn id="10" dur="500"/>
                                        <p:tgtEl>
                                          <p:spTgt spid="284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45">
                                            <p:txEl>
                                              <p:pRg st="1" end="1"/>
                                            </p:txEl>
                                          </p:spTgt>
                                        </p:tgtEl>
                                        <p:attrNameLst>
                                          <p:attrName>style.visibility</p:attrName>
                                        </p:attrNameLst>
                                      </p:cBhvr>
                                      <p:to>
                                        <p:strVal val="visible"/>
                                      </p:to>
                                    </p:set>
                                    <p:animEffect transition="in" filter="fade">
                                      <p:cBhvr>
                                        <p:cTn id="13" dur="500"/>
                                        <p:tgtEl>
                                          <p:spTgt spid="2845">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45">
                                            <p:txEl>
                                              <p:pRg st="2" end="2"/>
                                            </p:txEl>
                                          </p:spTgt>
                                        </p:tgtEl>
                                        <p:attrNameLst>
                                          <p:attrName>style.visibility</p:attrName>
                                        </p:attrNameLst>
                                      </p:cBhvr>
                                      <p:to>
                                        <p:strVal val="visible"/>
                                      </p:to>
                                    </p:set>
                                    <p:animEffect transition="in" filter="fade">
                                      <p:cBhvr>
                                        <p:cTn id="16" dur="500"/>
                                        <p:tgtEl>
                                          <p:spTgt spid="2845">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45">
                                            <p:txEl>
                                              <p:pRg st="3" end="3"/>
                                            </p:txEl>
                                          </p:spTgt>
                                        </p:tgtEl>
                                        <p:attrNameLst>
                                          <p:attrName>style.visibility</p:attrName>
                                        </p:attrNameLst>
                                      </p:cBhvr>
                                      <p:to>
                                        <p:strVal val="visible"/>
                                      </p:to>
                                    </p:set>
                                    <p:animEffect transition="in" filter="fade">
                                      <p:cBhvr>
                                        <p:cTn id="19" dur="500"/>
                                        <p:tgtEl>
                                          <p:spTgt spid="2845">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5" grpId="0" build="p"/>
      <p:bldP spid="4" grpId="0"/>
    </p:bldLst>
  </p:timing>
</p:sld>
</file>

<file path=ppt/theme/theme1.xml><?xml version="1.0" encoding="utf-8"?>
<a:theme xmlns:a="http://schemas.openxmlformats.org/drawingml/2006/main" name="Thesis Defense Template">
  <a:themeElements>
    <a:clrScheme name="Simple Light">
      <a:dk1>
        <a:srgbClr val="333333"/>
      </a:dk1>
      <a:lt1>
        <a:srgbClr val="F3FDFF"/>
      </a:lt1>
      <a:dk2>
        <a:srgbClr val="516642"/>
      </a:dk2>
      <a:lt2>
        <a:srgbClr val="5D8039"/>
      </a:lt2>
      <a:accent1>
        <a:srgbClr val="77A04E"/>
      </a:accent1>
      <a:accent2>
        <a:srgbClr val="918F36"/>
      </a:accent2>
      <a:accent3>
        <a:srgbClr val="ACA842"/>
      </a:accent3>
      <a:accent4>
        <a:srgbClr val="BECC3B"/>
      </a:accent4>
      <a:accent5>
        <a:srgbClr val="E9E9E9"/>
      </a:accent5>
      <a:accent6>
        <a:srgbClr val="9BE0EB"/>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23939</TotalTime>
  <Words>4464</Words>
  <Application>Microsoft Office PowerPoint</Application>
  <PresentationFormat>On-screen Show (16:9)</PresentationFormat>
  <Paragraphs>678</Paragraphs>
  <Slides>58</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Cambria Math</vt:lpstr>
      <vt:lpstr>Nunito Light</vt:lpstr>
      <vt:lpstr>Ubuntu</vt:lpstr>
      <vt:lpstr>Aptos Narrow</vt:lpstr>
      <vt:lpstr>Arial</vt:lpstr>
      <vt:lpstr>Times New Roman</vt:lpstr>
      <vt:lpstr>Lato</vt:lpstr>
      <vt:lpstr>DM Sans</vt:lpstr>
      <vt:lpstr>Thesis Defense Template</vt:lpstr>
      <vt:lpstr>MODELADO DE ENERGÍA FOTOVOLTAICA A PARTIR DE DATOS CLIMATOLÓGICOS MEDIANTE APRENDIZAJE AUTOMÁTICO</vt:lpstr>
      <vt:lpstr>Tabla de contenido</vt:lpstr>
      <vt:lpstr>Introducción</vt:lpstr>
      <vt:lpstr>PowerPoint Presentation</vt:lpstr>
      <vt:lpstr>Delimitación y planteamiento del problema</vt:lpstr>
      <vt:lpstr>PowerPoint Presentation</vt:lpstr>
      <vt:lpstr>Justificación</vt:lpstr>
      <vt:lpstr>03 Justificación</vt:lpstr>
      <vt:lpstr>Formulación de objetivos</vt:lpstr>
      <vt:lpstr>04 Formulación de objetivos</vt:lpstr>
      <vt:lpstr>Marco teórico</vt:lpstr>
      <vt:lpstr>¿Qué es la energía solar fotovoltaica?</vt:lpstr>
      <vt:lpstr>PowerPoint Presentation</vt:lpstr>
      <vt:lpstr>Contexto meteorológico</vt:lpstr>
      <vt:lpstr>PowerPoint Presentation</vt:lpstr>
      <vt:lpstr>PowerPoint Presentation</vt:lpstr>
      <vt:lpstr>PowerPoint Presentation</vt:lpstr>
      <vt:lpstr>Metodología</vt:lpstr>
      <vt:lpstr>Población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Resultados</vt:lpstr>
      <vt:lpstr>Pruebas preliminares</vt:lpstr>
      <vt:lpstr>PowerPoint Presentation</vt:lpstr>
      <vt:lpstr>PowerPoint Presentation</vt:lpstr>
      <vt:lpstr>Comparación de conjuntos KMeans</vt:lpstr>
      <vt:lpstr>PowerPoint Presentation</vt:lpstr>
      <vt:lpstr>PowerPoint Presentation</vt:lpstr>
      <vt:lpstr>Comparación entre modelos del  conjunto Completo 0.10</vt:lpstr>
      <vt:lpstr>PowerPoint Presentation</vt:lpstr>
      <vt:lpstr>PowerPoint Presentation</vt:lpstr>
      <vt:lpstr>Conclusiones</vt:lpstr>
      <vt:lpstr>PowerPoint Presentation</vt:lpstr>
      <vt:lpstr>PowerPoint Presentation</vt:lpstr>
      <vt:lpstr>PowerPoint Presentation</vt:lpstr>
      <vt:lpstr>PowerPoint Presentation</vt:lpstr>
      <vt:lpstr>Referencias</vt:lpstr>
      <vt:lpstr>Referencias</vt:lpstr>
      <vt:lpstr>Referencias</vt:lpstr>
      <vt:lpstr>Referencias</vt:lpstr>
      <vt:lpstr>Espacio para preguntas</vt:lpstr>
      <vt:lpstr>Anexos</vt:lpstr>
      <vt:lpstr>Energía renovables en el mundo</vt:lpstr>
      <vt:lpstr>PowerPoint Presentation</vt:lpstr>
      <vt:lpstr>Fuentes de energía solar fotovoltaica</vt:lpstr>
      <vt:lpstr>Generación a gran escala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Claudia Lissette Gutiérrez Díaz</cp:lastModifiedBy>
  <cp:revision>11</cp:revision>
  <dcterms:modified xsi:type="dcterms:W3CDTF">2025-05-30T23:31:43Z</dcterms:modified>
</cp:coreProperties>
</file>